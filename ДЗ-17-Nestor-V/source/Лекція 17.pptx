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7" r:id="rId5"/>
    <p:sldMasterId id="2147483670" r:id="rId6"/>
    <p:sldMasterId id="2147483682"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 id="329" r:id="rId82"/>
    <p:sldId id="330" r:id="rId83"/>
  </p:sldIdLst>
  <p:sldSz cy="5670550" cx="10080625"/>
  <p:notesSz cx="7559675" cy="10691800"/>
  <p:embeddedFontLst>
    <p:embeddedFont>
      <p:font typeface="IBM Plex Sans"/>
      <p:regular r:id="rId84"/>
      <p:bold r:id="rId85"/>
      <p:italic r:id="rId86"/>
      <p:boldItalic r:id="rId87"/>
    </p:embeddedFont>
    <p:embeddedFont>
      <p:font typeface="IBM Plex Mono SemiBold"/>
      <p:regular r:id="rId88"/>
      <p:bold r:id="rId89"/>
      <p:italic r:id="rId90"/>
      <p:boldItalic r:id="rId91"/>
    </p:embeddedFont>
    <p:embeddedFont>
      <p:font typeface="IBM Plex Mono"/>
      <p:regular r:id="rId92"/>
      <p:bold r:id="rId93"/>
      <p:italic r:id="rId94"/>
      <p:boldItalic r:id="rId95"/>
    </p:embeddedFont>
    <p:embeddedFont>
      <p:font typeface="IBM Plex Sans ExtraLight"/>
      <p:regular r:id="rId96"/>
      <p:bold r:id="rId97"/>
      <p:italic r:id="rId98"/>
      <p:boldItalic r:id="rId99"/>
    </p:embeddedFont>
    <p:embeddedFont>
      <p:font typeface="Open Sans"/>
      <p:regular r:id="rId100"/>
      <p:bold r:id="rId101"/>
      <p:italic r:id="rId102"/>
      <p:boldItalic r:id="rId103"/>
    </p:embeddedFont>
    <p:embeddedFont>
      <p:font typeface="IBM Plex Sans SemiBold"/>
      <p:regular r:id="rId104"/>
      <p:bold r:id="rId105"/>
      <p:italic r:id="rId106"/>
      <p:boldItalic r:id="rId10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08" roundtripDataSignature="AMtx7mjhgRVeJAwm6PDX6a6gy1bCpnNp5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F90DA63-0834-46E0-B875-158D6628313B}">
  <a:tblStyle styleId="{EF90DA63-0834-46E0-B875-158D6628313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07" Type="http://schemas.openxmlformats.org/officeDocument/2006/relationships/font" Target="fonts/IBMPlexSansSemiBold-boldItalic.fntdata"/><Relationship Id="rId106" Type="http://schemas.openxmlformats.org/officeDocument/2006/relationships/font" Target="fonts/IBMPlexSansSemiBold-italic.fntdata"/><Relationship Id="rId105" Type="http://schemas.openxmlformats.org/officeDocument/2006/relationships/font" Target="fonts/IBMPlexSansSemiBold-bold.fntdata"/><Relationship Id="rId104" Type="http://schemas.openxmlformats.org/officeDocument/2006/relationships/font" Target="fonts/IBMPlexSansSemiBold-regular.fntdata"/><Relationship Id="rId108" Type="http://customschemas.google.com/relationships/presentationmetadata" Target="metadata"/><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103" Type="http://schemas.openxmlformats.org/officeDocument/2006/relationships/font" Target="fonts/OpenSans-boldItalic.fntdata"/><Relationship Id="rId102" Type="http://schemas.openxmlformats.org/officeDocument/2006/relationships/font" Target="fonts/OpenSans-italic.fntdata"/><Relationship Id="rId101" Type="http://schemas.openxmlformats.org/officeDocument/2006/relationships/font" Target="fonts/OpenSans-bold.fntdata"/><Relationship Id="rId100" Type="http://schemas.openxmlformats.org/officeDocument/2006/relationships/font" Target="fonts/OpenSans-regular.fntdata"/><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95" Type="http://schemas.openxmlformats.org/officeDocument/2006/relationships/font" Target="fonts/IBMPlexMono-boldItalic.fntdata"/><Relationship Id="rId94" Type="http://schemas.openxmlformats.org/officeDocument/2006/relationships/font" Target="fonts/IBMPlexMono-italic.fntdata"/><Relationship Id="rId97" Type="http://schemas.openxmlformats.org/officeDocument/2006/relationships/font" Target="fonts/IBMPlexSansExtraLight-bold.fntdata"/><Relationship Id="rId96" Type="http://schemas.openxmlformats.org/officeDocument/2006/relationships/font" Target="fonts/IBMPlexSansExtraLight-regular.fntdata"/><Relationship Id="rId11" Type="http://schemas.openxmlformats.org/officeDocument/2006/relationships/slide" Target="slides/slide3.xml"/><Relationship Id="rId99" Type="http://schemas.openxmlformats.org/officeDocument/2006/relationships/font" Target="fonts/IBMPlexSansExtraLight-boldItalic.fntdata"/><Relationship Id="rId10" Type="http://schemas.openxmlformats.org/officeDocument/2006/relationships/slide" Target="slides/slide2.xml"/><Relationship Id="rId98" Type="http://schemas.openxmlformats.org/officeDocument/2006/relationships/font" Target="fonts/IBMPlexSansExtraLight-italic.fntdata"/><Relationship Id="rId13" Type="http://schemas.openxmlformats.org/officeDocument/2006/relationships/slide" Target="slides/slide5.xml"/><Relationship Id="rId12" Type="http://schemas.openxmlformats.org/officeDocument/2006/relationships/slide" Target="slides/slide4.xml"/><Relationship Id="rId91" Type="http://schemas.openxmlformats.org/officeDocument/2006/relationships/font" Target="fonts/IBMPlexMonoSemiBold-boldItalic.fntdata"/><Relationship Id="rId90" Type="http://schemas.openxmlformats.org/officeDocument/2006/relationships/font" Target="fonts/IBMPlexMonoSemiBold-italic.fntdata"/><Relationship Id="rId93" Type="http://schemas.openxmlformats.org/officeDocument/2006/relationships/font" Target="fonts/IBMPlexMono-bold.fntdata"/><Relationship Id="rId92" Type="http://schemas.openxmlformats.org/officeDocument/2006/relationships/font" Target="fonts/IBMPlexMono-regular.fntdata"/><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 Id="rId84" Type="http://schemas.openxmlformats.org/officeDocument/2006/relationships/font" Target="fonts/IBMPlexSans-regular.fntdata"/><Relationship Id="rId83" Type="http://schemas.openxmlformats.org/officeDocument/2006/relationships/slide" Target="slides/slide75.xml"/><Relationship Id="rId86" Type="http://schemas.openxmlformats.org/officeDocument/2006/relationships/font" Target="fonts/IBMPlexSans-italic.fntdata"/><Relationship Id="rId85" Type="http://schemas.openxmlformats.org/officeDocument/2006/relationships/font" Target="fonts/IBMPlexSans-bold.fntdata"/><Relationship Id="rId88" Type="http://schemas.openxmlformats.org/officeDocument/2006/relationships/font" Target="fonts/IBMPlexMonoSemiBold-regular.fntdata"/><Relationship Id="rId87" Type="http://schemas.openxmlformats.org/officeDocument/2006/relationships/font" Target="fonts/IBMPlexSans-boldItalic.fntdata"/><Relationship Id="rId89" Type="http://schemas.openxmlformats.org/officeDocument/2006/relationships/font" Target="fonts/IBMPlexMonoSemiBold-bold.fntdata"/><Relationship Id="rId80" Type="http://schemas.openxmlformats.org/officeDocument/2006/relationships/slide" Target="slides/slide72.xml"/><Relationship Id="rId82" Type="http://schemas.openxmlformats.org/officeDocument/2006/relationships/slide" Target="slides/slide74.xml"/><Relationship Id="rId81" Type="http://schemas.openxmlformats.org/officeDocument/2006/relationships/slide" Target="slides/slide73.xml"/><Relationship Id="rId1" Type="http://schemas.openxmlformats.org/officeDocument/2006/relationships/theme" Target="theme/theme5.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73" Type="http://schemas.openxmlformats.org/officeDocument/2006/relationships/slide" Target="slides/slide65.xml"/><Relationship Id="rId72" Type="http://schemas.openxmlformats.org/officeDocument/2006/relationships/slide" Target="slides/slide64.xml"/><Relationship Id="rId75" Type="http://schemas.openxmlformats.org/officeDocument/2006/relationships/slide" Target="slides/slide67.xml"/><Relationship Id="rId74" Type="http://schemas.openxmlformats.org/officeDocument/2006/relationships/slide" Target="slides/slide66.xml"/><Relationship Id="rId77" Type="http://schemas.openxmlformats.org/officeDocument/2006/relationships/slide" Target="slides/slide69.xml"/><Relationship Id="rId76" Type="http://schemas.openxmlformats.org/officeDocument/2006/relationships/slide" Target="slides/slide68.xml"/><Relationship Id="rId79" Type="http://schemas.openxmlformats.org/officeDocument/2006/relationships/slide" Target="slides/slide71.xml"/><Relationship Id="rId78" Type="http://schemas.openxmlformats.org/officeDocument/2006/relationships/slide" Target="slides/slide70.xml"/><Relationship Id="rId71" Type="http://schemas.openxmlformats.org/officeDocument/2006/relationships/slide" Target="slides/slide63.xml"/><Relationship Id="rId70" Type="http://schemas.openxmlformats.org/officeDocument/2006/relationships/slide" Target="slides/slide62.xml"/><Relationship Id="rId62" Type="http://schemas.openxmlformats.org/officeDocument/2006/relationships/slide" Target="slides/slide54.xml"/><Relationship Id="rId61" Type="http://schemas.openxmlformats.org/officeDocument/2006/relationships/slide" Target="slides/slide53.xml"/><Relationship Id="rId64" Type="http://schemas.openxmlformats.org/officeDocument/2006/relationships/slide" Target="slides/slide56.xml"/><Relationship Id="rId63" Type="http://schemas.openxmlformats.org/officeDocument/2006/relationships/slide" Target="slides/slide55.xml"/><Relationship Id="rId66" Type="http://schemas.openxmlformats.org/officeDocument/2006/relationships/slide" Target="slides/slide58.xml"/><Relationship Id="rId65" Type="http://schemas.openxmlformats.org/officeDocument/2006/relationships/slide" Target="slides/slide57.xml"/><Relationship Id="rId68" Type="http://schemas.openxmlformats.org/officeDocument/2006/relationships/slide" Target="slides/slide60.xml"/><Relationship Id="rId67" Type="http://schemas.openxmlformats.org/officeDocument/2006/relationships/slide" Target="slides/slide59.xml"/><Relationship Id="rId60" Type="http://schemas.openxmlformats.org/officeDocument/2006/relationships/slide" Target="slides/slide52.xml"/><Relationship Id="rId69" Type="http://schemas.openxmlformats.org/officeDocument/2006/relationships/slide" Target="slides/slide6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55" Type="http://schemas.openxmlformats.org/officeDocument/2006/relationships/slide" Target="slides/slide47.xml"/><Relationship Id="rId54" Type="http://schemas.openxmlformats.org/officeDocument/2006/relationships/slide" Target="slides/slide46.xml"/><Relationship Id="rId57" Type="http://schemas.openxmlformats.org/officeDocument/2006/relationships/slide" Target="slides/slide49.xml"/><Relationship Id="rId56" Type="http://schemas.openxmlformats.org/officeDocument/2006/relationships/slide" Target="slides/slide48.xml"/><Relationship Id="rId59" Type="http://schemas.openxmlformats.org/officeDocument/2006/relationships/slide" Target="slides/slide51.xml"/><Relationship Id="rId58"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edium.com/@soumallya160/theory-python-implementation-of-k-means-vs-dbscan-c209177bacba" TargetMode="External"/><Relationship Id="rId3" Type="http://schemas.openxmlformats.org/officeDocument/2006/relationships/hyperlink" Target="https://stephen-cheng.github.io/2024/09/03/K-Means-vs-DBSCAN-Clustering-Algorithms-for-Grouping-Data/" TargetMode="External"/><Relationship Id="rId4" Type="http://schemas.openxmlformats.org/officeDocument/2006/relationships/hyperlink" Target="https://stephen-cheng.github.io/2024/09/03/K-Means-vs-DBSCAN-Clustering-Algorithms-for-Grouping-Data/" TargetMode="External"/><Relationship Id="rId10" Type="http://schemas.openxmlformats.org/officeDocument/2006/relationships/hyperlink" Target="https://www.linkedin.com/pulse/comparison-dbscan-vs-k-means-clustering-rajathilagar-r-raj--o8zwf" TargetMode="External"/><Relationship Id="rId9" Type="http://schemas.openxmlformats.org/officeDocument/2006/relationships/hyperlink" Target="https://www.linkedin.com/pulse/comparison-dbscan-vs-k-means-clustering-rajathilagar-r-raj--o8zwf" TargetMode="External"/><Relationship Id="rId5" Type="http://schemas.openxmlformats.org/officeDocument/2006/relationships/hyperlink" Target="https://medium.com/@thonguyen1302/cluster-analysis-with-dbscan-vs-k-means-ec599ffcccc8" TargetMode="External"/><Relationship Id="rId6" Type="http://schemas.openxmlformats.org/officeDocument/2006/relationships/hyperlink" Target="https://medium.com/@thonguyen1302/cluster-analysis-with-dbscan-vs-k-means-ec599ffcccc8" TargetMode="External"/><Relationship Id="rId7" Type="http://schemas.openxmlformats.org/officeDocument/2006/relationships/hyperlink" Target="https://medium.com/@hassaanidrees7/k-means-vs-dbscan-clustering-algorithms-for-grouping-data-a4969034cfcc" TargetMode="External"/><Relationship Id="rId8" Type="http://schemas.openxmlformats.org/officeDocument/2006/relationships/hyperlink" Target="https://medium.com/@hassaanidrees7/k-means-vs-dbscan-clustering-algorithms-for-grouping-data-a4969034cfcc"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e52ebd8282_0_59: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g3e52ebd8282_0_59: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e52ebd8282_0_112: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7" name="Google Shape;197;g3e52ebd8282_0_112: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e52ebd8282_0_162: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g3e52ebd8282_0_162: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uk">
                <a:solidFill>
                  <a:schemeClr val="dk1"/>
                </a:solidFill>
              </a:rPr>
              <a:t> Навіщо використовувати статистику в OSINT?</a:t>
            </a:r>
            <a:endParaRPr>
              <a:solidFill>
                <a:schemeClr val="dk1"/>
              </a:solidFill>
            </a:endParaRPr>
          </a:p>
          <a:p>
            <a:pPr indent="-298450" lvl="1" marL="914400" rtl="0" algn="l">
              <a:lnSpc>
                <a:spcPct val="115000"/>
              </a:lnSpc>
              <a:spcBef>
                <a:spcPts val="1200"/>
              </a:spcBef>
              <a:spcAft>
                <a:spcPts val="0"/>
              </a:spcAft>
              <a:buClr>
                <a:schemeClr val="dk1"/>
              </a:buClr>
              <a:buSzPts val="1100"/>
              <a:buChar char="○"/>
            </a:pPr>
            <a:r>
              <a:rPr lang="uk">
                <a:solidFill>
                  <a:schemeClr val="dk1"/>
                </a:solidFill>
              </a:rPr>
              <a:t>Кількість інформації у відкритих джерелах надзвичайно велика.</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uk">
                <a:solidFill>
                  <a:schemeClr val="dk1"/>
                </a:solidFill>
              </a:rPr>
              <a:t>Статистичні методи допомагають систематизувати дані, виявити закономірності, оцінити достовірність інформації та зробити обґрунтовані висновки.</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uk">
                <a:solidFill>
                  <a:schemeClr val="dk1"/>
                </a:solidFill>
              </a:rPr>
              <a:t>Виявлення трендів, аномалій, кореляцій між подіями чи об'єктами стає можливим лише завдяки застосуванню статистичного аналізу.</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e52ebd8282_0_273: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e52ebd8282_0_273:notes"/>
          <p:cNvSpPr txBox="1"/>
          <p:nvPr>
            <p:ph idx="1" type="body"/>
          </p:nvPr>
        </p:nvSpPr>
        <p:spPr>
          <a:xfrm>
            <a:off x="755968" y="5078605"/>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5: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p5: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6: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p6: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7: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 name="Google Shape;245;p7:notes"/>
          <p:cNvSpPr txBox="1"/>
          <p:nvPr>
            <p:ph idx="1" type="body"/>
          </p:nvPr>
        </p:nvSpPr>
        <p:spPr>
          <a:xfrm>
            <a:off x="755968" y="5078605"/>
            <a:ext cx="6047700" cy="4811400"/>
          </a:xfrm>
          <a:prstGeom prst="rect">
            <a:avLst/>
          </a:prstGeom>
          <a:noFill/>
          <a:ln>
            <a:noFill/>
          </a:ln>
        </p:spPr>
        <p:txBody>
          <a:bodyPr anchorCtr="0" anchor="t" bIns="102825" lIns="102825" spcFirstLastPara="1" rIns="102825" wrap="square" tIns="102825">
            <a:noAutofit/>
          </a:bodyPr>
          <a:lstStyle/>
          <a:p>
            <a:pPr indent="0" lvl="0" marL="0" rtl="0" algn="l">
              <a:lnSpc>
                <a:spcPct val="100000"/>
              </a:lnSpc>
              <a:spcBef>
                <a:spcPts val="0"/>
              </a:spcBef>
              <a:spcAft>
                <a:spcPts val="0"/>
              </a:spcAft>
              <a:buSzPts val="12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8: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1" name="Google Shape;261;p8: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9: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p9: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0: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 name="Google Shape;280;p10: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1: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4" name="Google Shape;294;p11:notes"/>
          <p:cNvSpPr txBox="1"/>
          <p:nvPr>
            <p:ph idx="1" type="body"/>
          </p:nvPr>
        </p:nvSpPr>
        <p:spPr>
          <a:xfrm>
            <a:off x="755968" y="5078605"/>
            <a:ext cx="6047700" cy="4811400"/>
          </a:xfrm>
          <a:prstGeom prst="rect">
            <a:avLst/>
          </a:prstGeom>
          <a:noFill/>
          <a:ln>
            <a:noFill/>
          </a:ln>
        </p:spPr>
        <p:txBody>
          <a:bodyPr anchorCtr="0" anchor="t" bIns="102825" lIns="102825" spcFirstLastPara="1" rIns="102825" wrap="square" tIns="102825">
            <a:noAutofit/>
          </a:bodyPr>
          <a:lstStyle/>
          <a:p>
            <a:pPr indent="0" lvl="0" marL="0" rtl="0" algn="l">
              <a:lnSpc>
                <a:spcPct val="100000"/>
              </a:lnSpc>
              <a:spcBef>
                <a:spcPts val="0"/>
              </a:spcBef>
              <a:spcAft>
                <a:spcPts val="0"/>
              </a:spcAft>
              <a:buSzPts val="12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2: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 name="Google Shape;308;p12: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40000"/>
              </a:lnSpc>
              <a:spcBef>
                <a:spcPts val="1500"/>
              </a:spcBef>
              <a:spcAft>
                <a:spcPts val="0"/>
              </a:spcAft>
              <a:buClr>
                <a:schemeClr val="dk1"/>
              </a:buClr>
              <a:buSzPts val="1100"/>
              <a:buFont typeface="Arial"/>
              <a:buNone/>
            </a:pPr>
            <a:r>
              <a:rPr lang="uk" sz="1400">
                <a:solidFill>
                  <a:schemeClr val="dk1"/>
                </a:solidFill>
              </a:rPr>
              <a:t>Медіана </a:t>
            </a:r>
            <a:endParaRPr sz="1400">
              <a:solidFill>
                <a:schemeClr val="dk1"/>
              </a:solidFill>
            </a:endParaRPr>
          </a:p>
          <a:p>
            <a:pPr indent="-317500" lvl="0" marL="457200" rtl="0" algn="l">
              <a:lnSpc>
                <a:spcPct val="150000"/>
              </a:lnSpc>
              <a:spcBef>
                <a:spcPts val="800"/>
              </a:spcBef>
              <a:spcAft>
                <a:spcPts val="0"/>
              </a:spcAft>
              <a:buClr>
                <a:schemeClr val="dk1"/>
              </a:buClr>
              <a:buSzPts val="1400"/>
              <a:buChar char="●"/>
            </a:pPr>
            <a:r>
              <a:rPr lang="uk" sz="1400">
                <a:solidFill>
                  <a:schemeClr val="dk1"/>
                </a:solidFill>
              </a:rPr>
              <a:t>Це середнє значення у впорядкованому списку чисел, де половина чисел менша за медіану, а інша половина — більша.</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lang="uk" sz="1400">
                <a:solidFill>
                  <a:schemeClr val="dk1"/>
                </a:solidFill>
              </a:rPr>
              <a:t>Як приклад, у списку чисел 2, 3, 3, 5, 7, 10, медіана — це число 4.</a:t>
            </a:r>
            <a:endParaRPr sz="1400">
              <a:solidFill>
                <a:schemeClr val="dk1"/>
              </a:solidFill>
            </a:endParaRPr>
          </a:p>
          <a:p>
            <a:pPr indent="0" lvl="0" marL="0" rtl="0" algn="l">
              <a:lnSpc>
                <a:spcPct val="140000"/>
              </a:lnSpc>
              <a:spcBef>
                <a:spcPts val="1500"/>
              </a:spcBef>
              <a:spcAft>
                <a:spcPts val="0"/>
              </a:spcAft>
              <a:buClr>
                <a:schemeClr val="dk1"/>
              </a:buClr>
              <a:buSzPts val="1100"/>
              <a:buFont typeface="Arial"/>
              <a:buNone/>
            </a:pPr>
            <a:r>
              <a:rPr lang="uk" sz="1400">
                <a:solidFill>
                  <a:schemeClr val="dk1"/>
                </a:solidFill>
              </a:rPr>
              <a:t>Квартилі</a:t>
            </a:r>
            <a:endParaRPr sz="1400">
              <a:solidFill>
                <a:schemeClr val="dk1"/>
              </a:solidFill>
            </a:endParaRPr>
          </a:p>
          <a:p>
            <a:pPr indent="-317500" lvl="0" marL="457200" rtl="0" algn="l">
              <a:lnSpc>
                <a:spcPct val="150000"/>
              </a:lnSpc>
              <a:spcBef>
                <a:spcPts val="800"/>
              </a:spcBef>
              <a:spcAft>
                <a:spcPts val="0"/>
              </a:spcAft>
              <a:buClr>
                <a:schemeClr val="dk1"/>
              </a:buClr>
              <a:buSzPts val="1400"/>
              <a:buChar char="●"/>
            </a:pPr>
            <a:r>
              <a:rPr lang="uk" sz="1400">
                <a:solidFill>
                  <a:schemeClr val="dk1"/>
                </a:solidFill>
              </a:rPr>
              <a:t>Вони ділять впорядковані дані на чотири рівні частини, кожна з яких містить 25% значень. </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b="1" lang="uk" sz="1400">
                <a:solidFill>
                  <a:schemeClr val="dk1"/>
                </a:solidFill>
              </a:rPr>
              <a:t>Q1 (Перший квартиль)</a:t>
            </a:r>
            <a:r>
              <a:rPr lang="uk" sz="1400">
                <a:solidFill>
                  <a:schemeClr val="dk1"/>
                </a:solidFill>
              </a:rPr>
              <a:t>: це значення, яке ділить найменші 25% даних. </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b="1" lang="uk" sz="1400">
                <a:solidFill>
                  <a:schemeClr val="dk1"/>
                </a:solidFill>
              </a:rPr>
              <a:t>Q2 (Другий квартиль)</a:t>
            </a:r>
            <a:r>
              <a:rPr lang="uk" sz="1400">
                <a:solidFill>
                  <a:schemeClr val="dk1"/>
                </a:solidFill>
              </a:rPr>
              <a:t>: це те саме, що й медіана, і ділить дані на дві рівні частини. </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b="1" lang="uk" sz="1400">
                <a:solidFill>
                  <a:schemeClr val="dk1"/>
                </a:solidFill>
              </a:rPr>
              <a:t>Q3 (Третій квартиль)</a:t>
            </a:r>
            <a:r>
              <a:rPr lang="uk" sz="1400">
                <a:solidFill>
                  <a:schemeClr val="dk1"/>
                </a:solidFill>
              </a:rPr>
              <a:t>: це значення, яке ділить найбільші 25% даних. </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t/>
            </a:r>
            <a:endParaRPr sz="1400">
              <a:solidFill>
                <a:schemeClr val="dk1"/>
              </a:solidFill>
            </a:endParaRPr>
          </a:p>
          <a:p>
            <a:pPr indent="0" lvl="0" marL="0" rtl="0" algn="l">
              <a:lnSpc>
                <a:spcPct val="140000"/>
              </a:lnSpc>
              <a:spcBef>
                <a:spcPts val="1500"/>
              </a:spcBef>
              <a:spcAft>
                <a:spcPts val="0"/>
              </a:spcAft>
              <a:buClr>
                <a:schemeClr val="dk1"/>
              </a:buClr>
              <a:buSzPts val="1100"/>
              <a:buFont typeface="Arial"/>
              <a:buNone/>
            </a:pPr>
            <a:r>
              <a:rPr lang="uk" sz="1400">
                <a:solidFill>
                  <a:schemeClr val="dk1"/>
                </a:solidFill>
              </a:rPr>
              <a:t>Викиди</a:t>
            </a:r>
            <a:endParaRPr sz="1400">
              <a:solidFill>
                <a:schemeClr val="dk1"/>
              </a:solidFill>
            </a:endParaRPr>
          </a:p>
          <a:p>
            <a:pPr indent="-317500" lvl="0" marL="457200" rtl="0" algn="l">
              <a:lnSpc>
                <a:spcPct val="150000"/>
              </a:lnSpc>
              <a:spcBef>
                <a:spcPts val="800"/>
              </a:spcBef>
              <a:spcAft>
                <a:spcPts val="0"/>
              </a:spcAft>
              <a:buClr>
                <a:schemeClr val="dk1"/>
              </a:buClr>
              <a:buSzPts val="1400"/>
              <a:buChar char="●"/>
            </a:pPr>
            <a:r>
              <a:rPr lang="uk" sz="1400">
                <a:solidFill>
                  <a:schemeClr val="dk1"/>
                </a:solidFill>
              </a:rPr>
              <a:t>Це аномальні значення, які розташовуються значно далі від основного масиву даних.</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lang="uk" sz="1400">
                <a:solidFill>
                  <a:schemeClr val="dk1"/>
                </a:solidFill>
              </a:rPr>
              <a:t>Для виявлення викидів часто використовують міжквартильний розмах (IQR), який дорівнює Q3 - Q1. Значення, що виходять за межі приблизно 1.5 * IQR від Q1 або Q3, вважаються викидами.</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3: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2" name="Google Shape;322;p13: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e52ebd8282_0_404: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e52ebd8282_0_404:notes"/>
          <p:cNvSpPr txBox="1"/>
          <p:nvPr>
            <p:ph idx="1" type="body"/>
          </p:nvPr>
        </p:nvSpPr>
        <p:spPr>
          <a:xfrm>
            <a:off x="755968" y="5078605"/>
            <a:ext cx="6047700" cy="48114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uk">
                <a:solidFill>
                  <a:schemeClr val="dk1"/>
                </a:solidFill>
              </a:rPr>
              <a:t>Щоб використовувати графовий підхід, потрібно розуміти основи теорії. Цей блок присвячений основним поняттям та характеристикам.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5: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6" name="Google Shape;336;p15: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16: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5" name="Google Shape;355;p16: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uk" sz="1700">
                <a:solidFill>
                  <a:schemeClr val="dk1"/>
                </a:solidFill>
              </a:rPr>
              <a:t>Дисперсія (Variance)</a:t>
            </a:r>
            <a:endParaRPr b="1" sz="17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uk">
                <a:solidFill>
                  <a:schemeClr val="dk1"/>
                </a:solidFill>
              </a:rPr>
              <a:t>Визначення</a:t>
            </a:r>
            <a:r>
              <a:rPr lang="uk">
                <a:solidFill>
                  <a:schemeClr val="dk1"/>
                </a:solidFill>
              </a:rPr>
              <a:t>: це середнє квадратичне відхилення кожного значення від середнього.</a:t>
            </a:r>
            <a:br>
              <a:rPr lang="uk">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uk">
                <a:solidFill>
                  <a:schemeClr val="dk1"/>
                </a:solidFill>
              </a:rPr>
              <a:t>Іншими словами, дисперсія показує, наскільки сильно дані «розкидані» навколо середнього значення.</a:t>
            </a:r>
            <a:br>
              <a:rPr lang="uk">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uk">
                <a:solidFill>
                  <a:schemeClr val="dk1"/>
                </a:solidFill>
              </a:rPr>
              <a:t>Якщо всі значення майже однакові → дисперсія маленька. Якщо значення дуже різні → дисперсія велика.</a:t>
            </a:r>
            <a:br>
              <a:rPr lang="uk">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uk">
                <a:solidFill>
                  <a:schemeClr val="dk1"/>
                </a:solidFill>
              </a:rPr>
              <a:t>Формула</a:t>
            </a:r>
            <a:r>
              <a:rPr lang="uk">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uk">
                <a:solidFill>
                  <a:schemeClr val="dk1"/>
                </a:solidFill>
              </a:rPr>
              <a:t>Var(X)=∑(xi−xˉ)2nVar(X) = \frac{\sum (x_i - \bar{x})^2}{n}Var(X)=n∑(xi​−xˉ)2​</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uk">
                <a:solidFill>
                  <a:schemeClr val="dk1"/>
                </a:solidFill>
              </a:rPr>
              <a:t>де xix_ixi​ — окреме значення, xˉ\bar{x}xˉ — середнє, nnn — кількість спостережень.</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uk">
                <a:solidFill>
                  <a:schemeClr val="dk1"/>
                </a:solidFill>
              </a:rPr>
              <a:t>Приклад</a:t>
            </a:r>
            <a:r>
              <a:rPr lang="uk">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uk">
                <a:solidFill>
                  <a:schemeClr val="dk1"/>
                </a:solidFill>
              </a:rPr>
              <a:t>У нас є дві групи акаунтів:</a:t>
            </a:r>
            <a:br>
              <a:rPr lang="uk">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uk">
                <a:solidFill>
                  <a:schemeClr val="dk1"/>
                </a:solidFill>
              </a:rPr>
              <a:t>Група А: 100, 102, 101, 99 → середнє ≈ 100, дисперсія маленька.</a:t>
            </a:r>
            <a:br>
              <a:rPr lang="uk">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uk">
                <a:solidFill>
                  <a:schemeClr val="dk1"/>
                </a:solidFill>
              </a:rPr>
              <a:t>Група Б: 10, 50, 200, 500 → середнє ≈ 190, але значення сильно відрізняються, дисперсія дуже велика.</a:t>
            </a:r>
            <a:br>
              <a:rPr lang="uk">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uk" sz="1700">
                <a:solidFill>
                  <a:schemeClr val="dk1"/>
                </a:solidFill>
              </a:rPr>
              <a:t>Стандартне відхилення (Standard Deviation, σ)</a:t>
            </a:r>
            <a:endParaRPr b="1" sz="17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uk">
                <a:solidFill>
                  <a:schemeClr val="dk1"/>
                </a:solidFill>
              </a:rPr>
              <a:t>Визначення</a:t>
            </a:r>
            <a:r>
              <a:rPr lang="uk">
                <a:solidFill>
                  <a:schemeClr val="dk1"/>
                </a:solidFill>
              </a:rPr>
              <a:t>: це квадратний корінь із дисперсії.</a:t>
            </a:r>
            <a:br>
              <a:rPr lang="uk">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uk">
                <a:solidFill>
                  <a:schemeClr val="dk1"/>
                </a:solidFill>
              </a:rPr>
              <a:t>Воно показує, наскільки в середньому дані відхиляються від середнього значення, але вже у тих самих одиницях вимірювання (на відміну від дисперсії, яка у квадраті).</a:t>
            </a:r>
            <a:br>
              <a:rPr lang="uk">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uk">
                <a:solidFill>
                  <a:schemeClr val="dk1"/>
                </a:solidFill>
              </a:rPr>
              <a:t>Формула</a:t>
            </a:r>
            <a:r>
              <a:rPr lang="uk">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uk">
                <a:solidFill>
                  <a:schemeClr val="dk1"/>
                </a:solidFill>
              </a:rPr>
              <a:t>σ=Var(X)\sigma = \sqrt{Var(X)}σ=Var(X)​</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uk">
                <a:solidFill>
                  <a:schemeClr val="dk1"/>
                </a:solidFill>
              </a:rPr>
              <a:t>Приклад</a:t>
            </a:r>
            <a:r>
              <a:rPr lang="uk">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uk">
                <a:solidFill>
                  <a:schemeClr val="dk1"/>
                </a:solidFill>
              </a:rPr>
              <a:t>Якщо середній вік користувачів = 30 років, а стандартне відхилення = 2 → більшість користувачів мають вік у межах 28–32 років.</a:t>
            </a:r>
            <a:br>
              <a:rPr lang="uk">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uk">
                <a:solidFill>
                  <a:schemeClr val="dk1"/>
                </a:solidFill>
              </a:rPr>
              <a:t>Якщо стандартне відхилення = 15 → тоді розкид значно більший, і вік користувачів може бути дуже різним (від 15 до 45 і далі).</a:t>
            </a:r>
            <a:br>
              <a:rPr lang="uk">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uk">
                <a:solidFill>
                  <a:schemeClr val="dk1"/>
                </a:solidFill>
              </a:rPr>
              <a:t>✅ </a:t>
            </a:r>
            <a:r>
              <a:rPr b="1" lang="uk">
                <a:solidFill>
                  <a:schemeClr val="dk1"/>
                </a:solidFill>
              </a:rPr>
              <a:t>Ключова різниця</a:t>
            </a:r>
            <a:r>
              <a:rPr lang="uk">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uk">
                <a:solidFill>
                  <a:schemeClr val="dk1"/>
                </a:solidFill>
              </a:rPr>
              <a:t>Дисперсія показує розкид у квадратних величинах.</a:t>
            </a:r>
            <a:br>
              <a:rPr lang="uk">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uk">
                <a:solidFill>
                  <a:schemeClr val="dk1"/>
                </a:solidFill>
              </a:rPr>
              <a:t>Стандартне відхилення — це більш «зручний» показник, бо повертає значення у тих же одиницях, що й вихідні дані.</a:t>
            </a:r>
            <a:endParaRPr>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17: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5" name="Google Shape;365;p17: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18: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7" name="Google Shape;377;p18: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19: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7" name="Google Shape;387;p19: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uk">
                <a:solidFill>
                  <a:schemeClr val="dk1"/>
                </a:solidFill>
              </a:rPr>
              <a:t>Якщо p-value = 0.02, це означає: є </a:t>
            </a:r>
            <a:r>
              <a:rPr b="1" lang="uk">
                <a:solidFill>
                  <a:schemeClr val="dk1"/>
                </a:solidFill>
              </a:rPr>
              <a:t>2% імовірності</a:t>
            </a:r>
            <a:r>
              <a:rPr lang="uk">
                <a:solidFill>
                  <a:schemeClr val="dk1"/>
                </a:solidFill>
              </a:rPr>
              <a:t>, що ми б побачили такі результати </a:t>
            </a:r>
            <a:r>
              <a:rPr b="1" lang="uk">
                <a:solidFill>
                  <a:schemeClr val="dk1"/>
                </a:solidFill>
              </a:rPr>
              <a:t>випадково</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uk">
                <a:solidFill>
                  <a:schemeClr val="dk1"/>
                </a:solidFill>
              </a:rPr>
              <a:t>Якщо p-value &lt; 0.05	Відхиляємо H0​, є ефект</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uk">
                <a:solidFill>
                  <a:schemeClr val="dk1"/>
                </a:solidFill>
              </a:rPr>
              <a:t>Якщо p-value ≥ 0.05	Не відхиляємо H0H0​, докази слабкі</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b="1">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uk">
                <a:solidFill>
                  <a:schemeClr val="dk1"/>
                </a:solidFill>
              </a:rPr>
              <a:t>Тестування гіпотез — це як суд:</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uk">
                <a:solidFill>
                  <a:schemeClr val="dk1"/>
                </a:solidFill>
              </a:rPr>
              <a:t>Нульова гіпотеза — "підозрюваний невинний"</a:t>
            </a:r>
            <a:r>
              <a:rPr lang="uk">
                <a:solidFill>
                  <a:schemeClr val="dk1"/>
                </a:solidFill>
              </a:rPr>
              <a:t>,</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uk">
                <a:solidFill>
                  <a:schemeClr val="dk1"/>
                </a:solidFill>
              </a:rPr>
              <a:t>і тільки якщо </a:t>
            </a:r>
            <a:r>
              <a:rPr b="1" lang="uk">
                <a:solidFill>
                  <a:schemeClr val="dk1"/>
                </a:solidFill>
              </a:rPr>
              <a:t>є достатньо доказів</a:t>
            </a:r>
            <a:r>
              <a:rPr lang="uk">
                <a:solidFill>
                  <a:schemeClr val="dk1"/>
                </a:solidFill>
              </a:rPr>
              <a:t>, ми її </a:t>
            </a:r>
            <a:r>
              <a:rPr b="1" lang="uk">
                <a:solidFill>
                  <a:schemeClr val="dk1"/>
                </a:solidFill>
              </a:rPr>
              <a:t>відхиляємо</a:t>
            </a:r>
            <a:r>
              <a:rPr lang="uk">
                <a:solidFill>
                  <a:schemeClr val="dk1"/>
                </a:solidFill>
              </a:rPr>
              <a:t> на користь альтернативної.</a:t>
            </a:r>
            <a:endParaRPr b="1">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20: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6" name="Google Shape;396;p20: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uk">
                <a:solidFill>
                  <a:schemeClr val="dk1"/>
                </a:solidFill>
              </a:rPr>
              <a:t>Якщо p-value = 0.02, це означає: є </a:t>
            </a:r>
            <a:r>
              <a:rPr b="1" lang="uk">
                <a:solidFill>
                  <a:schemeClr val="dk1"/>
                </a:solidFill>
              </a:rPr>
              <a:t>2% імовірності</a:t>
            </a:r>
            <a:r>
              <a:rPr lang="uk">
                <a:solidFill>
                  <a:schemeClr val="dk1"/>
                </a:solidFill>
              </a:rPr>
              <a:t>, що ми б побачили такі результати </a:t>
            </a:r>
            <a:r>
              <a:rPr b="1" lang="uk">
                <a:solidFill>
                  <a:schemeClr val="dk1"/>
                </a:solidFill>
              </a:rPr>
              <a:t>випадково</a:t>
            </a:r>
            <a:endParaRPr b="1">
              <a:solidFill>
                <a:schemeClr val="dk1"/>
              </a:solidFill>
            </a:endParaRPr>
          </a:p>
          <a:p>
            <a:pPr indent="0" lvl="0" marL="0" rtl="0" algn="l">
              <a:lnSpc>
                <a:spcPct val="100000"/>
              </a:lnSpc>
              <a:spcBef>
                <a:spcPts val="0"/>
              </a:spcBef>
              <a:spcAft>
                <a:spcPts val="0"/>
              </a:spcAft>
              <a:buSzPts val="1100"/>
              <a:buNone/>
            </a:pPr>
            <a:r>
              <a:rPr b="1" lang="uk">
                <a:solidFill>
                  <a:schemeClr val="dk1"/>
                </a:solidFill>
              </a:rPr>
              <a:t>Якщо p-value &lt; 0.05	Відхиляємо H0​, є ефект</a:t>
            </a:r>
            <a:endParaRPr b="1">
              <a:solidFill>
                <a:schemeClr val="dk1"/>
              </a:solidFill>
            </a:endParaRPr>
          </a:p>
          <a:p>
            <a:pPr indent="0" lvl="0" marL="0" rtl="0" algn="l">
              <a:lnSpc>
                <a:spcPct val="100000"/>
              </a:lnSpc>
              <a:spcBef>
                <a:spcPts val="0"/>
              </a:spcBef>
              <a:spcAft>
                <a:spcPts val="0"/>
              </a:spcAft>
              <a:buSzPts val="1100"/>
              <a:buNone/>
            </a:pPr>
            <a:r>
              <a:rPr b="1" lang="uk">
                <a:solidFill>
                  <a:schemeClr val="dk1"/>
                </a:solidFill>
              </a:rPr>
              <a:t>Якщо p-value ≥ 0.05	Не відхиляємо H0H0​, докази слабкі</a:t>
            </a:r>
            <a:endParaRPr b="1">
              <a:solidFill>
                <a:schemeClr val="dk1"/>
              </a:solidFill>
            </a:endParaRPr>
          </a:p>
          <a:p>
            <a:pPr indent="0" lvl="0" marL="0" rtl="0" algn="l">
              <a:lnSpc>
                <a:spcPct val="100000"/>
              </a:lnSpc>
              <a:spcBef>
                <a:spcPts val="0"/>
              </a:spcBef>
              <a:spcAft>
                <a:spcPts val="0"/>
              </a:spcAft>
              <a:buSzPts val="1100"/>
              <a:buNone/>
            </a:pPr>
            <a:r>
              <a:t/>
            </a:r>
            <a:endParaRPr b="1">
              <a:solidFill>
                <a:schemeClr val="dk1"/>
              </a:solidFill>
            </a:endParaRPr>
          </a:p>
          <a:p>
            <a:pPr indent="0" lvl="0" marL="0" rtl="0" algn="l">
              <a:lnSpc>
                <a:spcPct val="100000"/>
              </a:lnSpc>
              <a:spcBef>
                <a:spcPts val="0"/>
              </a:spcBef>
              <a:spcAft>
                <a:spcPts val="0"/>
              </a:spcAft>
              <a:buSzPts val="1100"/>
              <a:buNone/>
            </a:pPr>
            <a:r>
              <a:rPr lang="uk">
                <a:solidFill>
                  <a:schemeClr val="dk1"/>
                </a:solidFill>
              </a:rPr>
              <a:t>Тестування гіпотез — це як суд:</a:t>
            </a:r>
            <a:endParaRPr>
              <a:solidFill>
                <a:schemeClr val="dk1"/>
              </a:solidFill>
            </a:endParaRPr>
          </a:p>
          <a:p>
            <a:pPr indent="0" lvl="0" marL="0" rtl="0" algn="l">
              <a:lnSpc>
                <a:spcPct val="100000"/>
              </a:lnSpc>
              <a:spcBef>
                <a:spcPts val="0"/>
              </a:spcBef>
              <a:spcAft>
                <a:spcPts val="0"/>
              </a:spcAft>
              <a:buSzPts val="1100"/>
              <a:buNone/>
            </a:pPr>
            <a:r>
              <a:rPr b="1" lang="uk">
                <a:solidFill>
                  <a:schemeClr val="dk1"/>
                </a:solidFill>
              </a:rPr>
              <a:t>Нульова гіпотеза — "підозрюваний невинний"</a:t>
            </a:r>
            <a:r>
              <a:rPr lang="uk">
                <a:solidFill>
                  <a:schemeClr val="dk1"/>
                </a:solidFill>
              </a:rPr>
              <a:t>,</a:t>
            </a:r>
            <a:endParaRPr>
              <a:solidFill>
                <a:schemeClr val="dk1"/>
              </a:solidFill>
            </a:endParaRPr>
          </a:p>
          <a:p>
            <a:pPr indent="0" lvl="0" marL="0" rtl="0" algn="l">
              <a:lnSpc>
                <a:spcPct val="100000"/>
              </a:lnSpc>
              <a:spcBef>
                <a:spcPts val="0"/>
              </a:spcBef>
              <a:spcAft>
                <a:spcPts val="0"/>
              </a:spcAft>
              <a:buSzPts val="1100"/>
              <a:buNone/>
            </a:pPr>
            <a:r>
              <a:rPr lang="uk">
                <a:solidFill>
                  <a:schemeClr val="dk1"/>
                </a:solidFill>
              </a:rPr>
              <a:t>і тільки якщо </a:t>
            </a:r>
            <a:r>
              <a:rPr b="1" lang="uk">
                <a:solidFill>
                  <a:schemeClr val="dk1"/>
                </a:solidFill>
              </a:rPr>
              <a:t>є достатньо доказів</a:t>
            </a:r>
            <a:r>
              <a:rPr lang="uk">
                <a:solidFill>
                  <a:schemeClr val="dk1"/>
                </a:solidFill>
              </a:rPr>
              <a:t>, ми її </a:t>
            </a:r>
            <a:r>
              <a:rPr b="1" lang="uk">
                <a:solidFill>
                  <a:schemeClr val="dk1"/>
                </a:solidFill>
              </a:rPr>
              <a:t>відхиляємо</a:t>
            </a:r>
            <a:r>
              <a:rPr lang="uk">
                <a:solidFill>
                  <a:schemeClr val="dk1"/>
                </a:solidFill>
              </a:rPr>
              <a:t> на користь альтернативної.</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uk" sz="1700">
                <a:solidFill>
                  <a:schemeClr val="dk1"/>
                </a:solidFill>
              </a:rPr>
              <a:t>1. Вибіркове середнє (Sample Mean, xˉ\bar{x}xˉ)</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uk">
                <a:solidFill>
                  <a:schemeClr val="dk1"/>
                </a:solidFill>
              </a:rPr>
              <a:t>Це середнє значення, яке ми отримали </a:t>
            </a:r>
            <a:r>
              <a:rPr b="1" lang="uk">
                <a:solidFill>
                  <a:schemeClr val="dk1"/>
                </a:solidFill>
              </a:rPr>
              <a:t>з вибірки</a:t>
            </a:r>
            <a:r>
              <a:rPr lang="uk">
                <a:solidFill>
                  <a:schemeClr val="dk1"/>
                </a:solidFill>
              </a:rPr>
              <a:t>, а не з усієї генеральної сукупності.</a:t>
            </a:r>
            <a:br>
              <a:rPr lang="uk">
                <a:solidFill>
                  <a:schemeClr val="dk1"/>
                </a:solidFill>
              </a:rPr>
            </a:br>
            <a:r>
              <a:rPr lang="uk">
                <a:solidFill>
                  <a:schemeClr val="dk1"/>
                </a:solidFill>
              </a:rPr>
              <a:t> Наприклад: ми досліджуємо 100 акаунтів і середня кількість постів на день = 12. Це і є </a:t>
            </a:r>
            <a:r>
              <a:rPr b="1" lang="uk">
                <a:solidFill>
                  <a:schemeClr val="dk1"/>
                </a:solidFill>
              </a:rPr>
              <a:t>вибіркове середнє</a:t>
            </a:r>
            <a:r>
              <a:rPr lang="uk">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uk" sz="1700">
                <a:solidFill>
                  <a:schemeClr val="dk1"/>
                </a:solidFill>
              </a:rPr>
              <a:t>2. Критичне значення для заданого рівня довіри (Critical Value, ZZZ або ttt)</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uk">
                <a:solidFill>
                  <a:schemeClr val="dk1"/>
                </a:solidFill>
              </a:rPr>
              <a:t>Це число, яке показує, яку «зону впевненості» ми беремо.</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uk">
                <a:solidFill>
                  <a:schemeClr val="dk1"/>
                </a:solidFill>
              </a:rPr>
              <a:t>Якщо рівень довіри = </a:t>
            </a:r>
            <a:r>
              <a:rPr b="1" lang="uk">
                <a:solidFill>
                  <a:schemeClr val="dk1"/>
                </a:solidFill>
              </a:rPr>
              <a:t>95%</a:t>
            </a:r>
            <a:r>
              <a:rPr lang="uk">
                <a:solidFill>
                  <a:schemeClr val="dk1"/>
                </a:solidFill>
              </a:rPr>
              <a:t>, то критичне значення Z≈1.96Z ≈ 1.96Z≈1.96.</a:t>
            </a:r>
            <a:br>
              <a:rPr lang="uk">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uk">
                <a:solidFill>
                  <a:schemeClr val="dk1"/>
                </a:solidFill>
              </a:rPr>
              <a:t>Якщо рівень довіри = </a:t>
            </a:r>
            <a:r>
              <a:rPr b="1" lang="uk">
                <a:solidFill>
                  <a:schemeClr val="dk1"/>
                </a:solidFill>
              </a:rPr>
              <a:t>99%</a:t>
            </a:r>
            <a:r>
              <a:rPr lang="uk">
                <a:solidFill>
                  <a:schemeClr val="dk1"/>
                </a:solidFill>
              </a:rPr>
              <a:t>, то Z≈2.58Z ≈ 2.58Z≈2.58.</a:t>
            </a:r>
            <a:br>
              <a:rPr lang="uk">
                <a:solidFill>
                  <a:schemeClr val="dk1"/>
                </a:solidFill>
              </a:rPr>
            </a:br>
            <a:r>
              <a:rPr lang="uk">
                <a:solidFill>
                  <a:schemeClr val="dk1"/>
                </a:solidFill>
              </a:rPr>
              <a:t> Тобто: чим вищий рівень довіри, тим ширший буде інтервал.</a:t>
            </a:r>
            <a:br>
              <a:rPr lang="uk">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uk" sz="1700">
                <a:solidFill>
                  <a:schemeClr val="dk1"/>
                </a:solidFill>
              </a:rPr>
              <a:t>3. Стандартне відхилення (Standard Deviation, σσσ або sss)</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uk">
                <a:solidFill>
                  <a:schemeClr val="dk1"/>
                </a:solidFill>
              </a:rPr>
              <a:t>Це показник, наскільки дані розкидані відносно середнього.</a:t>
            </a:r>
            <a:br>
              <a:rPr lang="uk">
                <a:solidFill>
                  <a:schemeClr val="dk1"/>
                </a:solidFill>
              </a:rPr>
            </a:br>
            <a:r>
              <a:rPr lang="uk">
                <a:solidFill>
                  <a:schemeClr val="dk1"/>
                </a:solidFill>
              </a:rPr>
              <a:t> У вибірках часто використовують </a:t>
            </a:r>
            <a:r>
              <a:rPr b="1" lang="uk">
                <a:solidFill>
                  <a:schemeClr val="dk1"/>
                </a:solidFill>
              </a:rPr>
              <a:t>вибіркове стандартне відхилення</a:t>
            </a:r>
            <a:r>
              <a:rPr lang="uk">
                <a:solidFill>
                  <a:schemeClr val="dk1"/>
                </a:solidFill>
              </a:rPr>
              <a:t> sss, бо ми не знаємо справжнє значення для всієї популяції.</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uk" sz="1700">
                <a:solidFill>
                  <a:schemeClr val="dk1"/>
                </a:solidFill>
              </a:rPr>
              <a:t>4. Розмір вибірки (Sample Size, nnn)</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uk">
                <a:solidFill>
                  <a:schemeClr val="dk1"/>
                </a:solidFill>
              </a:rPr>
              <a:t>Кількість елементів у вибірці.</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uk">
                <a:solidFill>
                  <a:schemeClr val="dk1"/>
                </a:solidFill>
              </a:rPr>
              <a:t>Якщо вибірка велика (наприклад, 10 000 акаунтів), то довірчий інтервал буде вузький.</a:t>
            </a:r>
            <a:br>
              <a:rPr lang="uk">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uk">
                <a:solidFill>
                  <a:schemeClr val="dk1"/>
                </a:solidFill>
              </a:rPr>
              <a:t>Якщо вибірка маленька (наприклад, 30 акаунтів), то інтервал широкий.</a:t>
            </a:r>
            <a:br>
              <a:rPr lang="uk">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uk" sz="1700">
                <a:solidFill>
                  <a:schemeClr val="dk1"/>
                </a:solidFill>
              </a:rPr>
              <a:t>🔹 Як все це поєднується у довірчому інтервалі?</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uk">
                <a:solidFill>
                  <a:schemeClr val="dk1"/>
                </a:solidFill>
              </a:rPr>
              <a:t>Формула для довірчого інтервалу для середнього:</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uk">
                <a:solidFill>
                  <a:schemeClr val="dk1"/>
                </a:solidFill>
              </a:rPr>
              <a:t>CI=xˉ±Z⋅sn\text{CI} = \bar{x} \pm Z \cdot \frac{s}{\sqrt{n}}CI=xˉ±Z⋅n​s​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uk">
                <a:solidFill>
                  <a:schemeClr val="dk1"/>
                </a:solidFill>
              </a:rPr>
              <a:t>де:</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uk">
                <a:solidFill>
                  <a:schemeClr val="dk1"/>
                </a:solidFill>
              </a:rPr>
              <a:t>xˉ\bar{x}xˉ — вибіркове середнє,</a:t>
            </a:r>
            <a:br>
              <a:rPr lang="uk">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uk">
                <a:solidFill>
                  <a:schemeClr val="dk1"/>
                </a:solidFill>
              </a:rPr>
              <a:t>ZZZ — критичне значення (залежить від рівня довіри),</a:t>
            </a:r>
            <a:br>
              <a:rPr lang="uk">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uk">
                <a:solidFill>
                  <a:schemeClr val="dk1"/>
                </a:solidFill>
              </a:rPr>
              <a:t>sss — стандартне відхилення,</a:t>
            </a:r>
            <a:br>
              <a:rPr lang="uk">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uk">
                <a:solidFill>
                  <a:schemeClr val="dk1"/>
                </a:solidFill>
              </a:rPr>
              <a:t>nnn — розмір вибірки.</a:t>
            </a:r>
            <a:br>
              <a:rPr lang="uk">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uk" sz="1700">
                <a:solidFill>
                  <a:schemeClr val="dk1"/>
                </a:solidFill>
              </a:rPr>
              <a:t>🔸 Приклад</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uk">
                <a:solidFill>
                  <a:schemeClr val="dk1"/>
                </a:solidFill>
              </a:rPr>
              <a:t>У вибірці з </a:t>
            </a:r>
            <a:r>
              <a:rPr b="1" lang="uk">
                <a:solidFill>
                  <a:schemeClr val="dk1"/>
                </a:solidFill>
              </a:rPr>
              <a:t>100 акаунтів</a:t>
            </a:r>
            <a:r>
              <a:rPr lang="uk">
                <a:solidFill>
                  <a:schemeClr val="dk1"/>
                </a:solidFill>
              </a:rPr>
              <a:t> середня кількість постів = </a:t>
            </a:r>
            <a:r>
              <a:rPr b="1" lang="uk">
                <a:solidFill>
                  <a:schemeClr val="dk1"/>
                </a:solidFill>
              </a:rPr>
              <a:t>12</a:t>
            </a:r>
            <a:r>
              <a:rPr lang="uk">
                <a:solidFill>
                  <a:schemeClr val="dk1"/>
                </a:solidFill>
              </a:rPr>
              <a:t>, стандартне відхилення = </a:t>
            </a:r>
            <a:r>
              <a:rPr b="1" lang="uk">
                <a:solidFill>
                  <a:schemeClr val="dk1"/>
                </a:solidFill>
              </a:rPr>
              <a:t>4</a:t>
            </a:r>
            <a:r>
              <a:rPr lang="uk">
                <a:solidFill>
                  <a:schemeClr val="dk1"/>
                </a:solidFill>
              </a:rPr>
              <a:t>, рівень довіри = 95%.</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uk">
                <a:solidFill>
                  <a:schemeClr val="dk1"/>
                </a:solidFill>
              </a:rPr>
              <a:t>CI=12±1.96⋅4100\text{CI} = 12 \pm 1.96 \cdot \frac{4}{\sqrt{100}}CI=12±1.96⋅100​4​ CI=12±1.96⋅0.4\text{CI} = 12 \pm 1.96 \cdot 0.4CI=12±1.96⋅0.4 CI=12±0.78\text{CI} = 12 \pm 0.78CI=12±0.78</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uk">
                <a:solidFill>
                  <a:schemeClr val="dk1"/>
                </a:solidFill>
              </a:rPr>
              <a:t>👉 Довірчий інтервал: </a:t>
            </a:r>
            <a:r>
              <a:rPr b="1" lang="uk">
                <a:solidFill>
                  <a:schemeClr val="dk1"/>
                </a:solidFill>
              </a:rPr>
              <a:t>[11.22 ; 12.78]</a:t>
            </a:r>
            <a:br>
              <a:rPr b="1" lang="uk">
                <a:solidFill>
                  <a:schemeClr val="dk1"/>
                </a:solidFill>
              </a:rPr>
            </a:br>
            <a:r>
              <a:rPr lang="uk">
                <a:solidFill>
                  <a:schemeClr val="dk1"/>
                </a:solidFill>
              </a:rPr>
              <a:t> Тобто ми з 95% впевненістю можемо сказати, що справжнє середнє у всій популяції знаходиться в цьому інтервалі.</a:t>
            </a:r>
            <a:endParaRPr>
              <a:solidFill>
                <a:schemeClr val="dk1"/>
              </a:solidFill>
            </a:endParaRPr>
          </a:p>
          <a:p>
            <a:pPr indent="0" lvl="0" marL="0" rtl="0" algn="l">
              <a:lnSpc>
                <a:spcPct val="100000"/>
              </a:lnSpc>
              <a:spcBef>
                <a:spcPts val="120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21: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1" name="Google Shape;411;p21: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22: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1" name="Google Shape;421;p22: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23: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1" name="Google Shape;431;p23: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24: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3" name="Google Shape;443;p24: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25: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4" name="Google Shape;454;p25: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26: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2" name="Google Shape;462;p26: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uk" sz="1700">
                <a:solidFill>
                  <a:schemeClr val="dk1"/>
                </a:solidFill>
              </a:rPr>
              <a:t> Що таке регресійний аналіз?</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uk">
                <a:solidFill>
                  <a:schemeClr val="dk1"/>
                </a:solidFill>
              </a:rPr>
              <a:t>Регресійний аналіз — це метод, який допомагає зрозуміти, </a:t>
            </a:r>
            <a:r>
              <a:rPr b="1" lang="uk">
                <a:solidFill>
                  <a:schemeClr val="dk1"/>
                </a:solidFill>
              </a:rPr>
              <a:t>як одна змінна залежить від іншої</a:t>
            </a:r>
            <a:r>
              <a:rPr lang="uk">
                <a:solidFill>
                  <a:schemeClr val="dk1"/>
                </a:solidFill>
              </a:rPr>
              <a:t> і чи можна прогнозувати значення.</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uk" sz="1700">
                <a:solidFill>
                  <a:schemeClr val="dk1"/>
                </a:solidFill>
              </a:rPr>
              <a:t>🔹 Лінійна регресія</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uk">
                <a:solidFill>
                  <a:schemeClr val="dk1"/>
                </a:solidFill>
              </a:rPr>
              <a:t>Лінійна регресія</a:t>
            </a:r>
            <a:r>
              <a:rPr lang="uk">
                <a:solidFill>
                  <a:schemeClr val="dk1"/>
                </a:solidFill>
              </a:rPr>
              <a:t> — це найпростіший варіант регресії, де ми шукаємо </a:t>
            </a:r>
            <a:r>
              <a:rPr b="1" lang="uk">
                <a:solidFill>
                  <a:schemeClr val="dk1"/>
                </a:solidFill>
              </a:rPr>
              <a:t>пряму лінію</a:t>
            </a:r>
            <a:r>
              <a:rPr lang="uk">
                <a:solidFill>
                  <a:schemeClr val="dk1"/>
                </a:solidFill>
              </a:rPr>
              <a:t>, яка найкраще описує зв’язок між змінними.</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uk" sz="1700">
                <a:solidFill>
                  <a:schemeClr val="dk1"/>
                </a:solidFill>
              </a:rPr>
              <a:t>Приклад з OSINT</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uk">
                <a:solidFill>
                  <a:schemeClr val="dk1"/>
                </a:solidFill>
              </a:rPr>
              <a:t>Уявімо, що ми аналізуємо </a:t>
            </a:r>
            <a:r>
              <a:rPr b="1" lang="uk">
                <a:solidFill>
                  <a:schemeClr val="dk1"/>
                </a:solidFill>
              </a:rPr>
              <a:t>кількість твітів (X)</a:t>
            </a:r>
            <a:r>
              <a:rPr lang="uk">
                <a:solidFill>
                  <a:schemeClr val="dk1"/>
                </a:solidFill>
              </a:rPr>
              <a:t> і </a:t>
            </a:r>
            <a:r>
              <a:rPr b="1" lang="uk">
                <a:solidFill>
                  <a:schemeClr val="dk1"/>
                </a:solidFill>
              </a:rPr>
              <a:t>кількість ретвітів (Y)</a:t>
            </a:r>
            <a:r>
              <a:rPr lang="uk">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uk">
                <a:solidFill>
                  <a:schemeClr val="dk1"/>
                </a:solidFill>
              </a:rPr>
              <a:t>Якщо між ними є лінійний зв’язок, то зростання кількості твітів призводить до пропорційного зростання ретвітів.</a:t>
            </a:r>
            <a:br>
              <a:rPr lang="uk">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uk">
                <a:solidFill>
                  <a:schemeClr val="dk1"/>
                </a:solidFill>
              </a:rPr>
              <a:t>Наприклад: на кожні +10 твітів акаунт у середньому отримує +50 ретвітів. Це і є коефіцієнт bbb.</a:t>
            </a:r>
            <a:br>
              <a:rPr lang="uk">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uk" sz="1700">
                <a:solidFill>
                  <a:schemeClr val="dk1"/>
                </a:solidFill>
              </a:rPr>
              <a:t>🔹 Практичне використання</a:t>
            </a:r>
            <a:endParaRPr b="1" sz="17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uk">
                <a:solidFill>
                  <a:schemeClr val="dk1"/>
                </a:solidFill>
              </a:rPr>
              <a:t>Прогнозування</a:t>
            </a:r>
            <a:r>
              <a:rPr lang="uk">
                <a:solidFill>
                  <a:schemeClr val="dk1"/>
                </a:solidFill>
              </a:rPr>
              <a:t>: якщо сьогодні акаунт робить 20 твітів, ми можемо спрогнозувати, скільки ретвітів він отримає завтра.</a:t>
            </a:r>
            <a:br>
              <a:rPr lang="uk">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uk">
                <a:solidFill>
                  <a:schemeClr val="dk1"/>
                </a:solidFill>
              </a:rPr>
              <a:t>Виявлення трендів</a:t>
            </a:r>
            <a:r>
              <a:rPr lang="uk">
                <a:solidFill>
                  <a:schemeClr val="dk1"/>
                </a:solidFill>
              </a:rPr>
              <a:t>: чи справді активність акаунта зростає з часом.</a:t>
            </a:r>
            <a:br>
              <a:rPr lang="uk">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uk">
                <a:solidFill>
                  <a:schemeClr val="dk1"/>
                </a:solidFill>
              </a:rPr>
              <a:t>Перевірка гіпотез</a:t>
            </a:r>
            <a:r>
              <a:rPr lang="uk">
                <a:solidFill>
                  <a:schemeClr val="dk1"/>
                </a:solidFill>
              </a:rPr>
              <a:t>: чи є зв’язок між активністю ботів та політичними подіями.</a:t>
            </a:r>
            <a:br>
              <a:rPr lang="uk">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uk" sz="1700">
                <a:solidFill>
                  <a:schemeClr val="dk1"/>
                </a:solidFill>
              </a:rPr>
              <a:t>🔹 Важливі моменти</a:t>
            </a:r>
            <a:endParaRPr b="1" sz="1700">
              <a:solidFill>
                <a:schemeClr val="dk1"/>
              </a:solidFill>
            </a:endParaRPr>
          </a:p>
          <a:p>
            <a:pPr indent="-298450" lvl="0" marL="457200" rtl="0" algn="l">
              <a:lnSpc>
                <a:spcPct val="115000"/>
              </a:lnSpc>
              <a:spcBef>
                <a:spcPts val="1200"/>
              </a:spcBef>
              <a:spcAft>
                <a:spcPts val="0"/>
              </a:spcAft>
              <a:buClr>
                <a:schemeClr val="dk1"/>
              </a:buClr>
              <a:buSzPts val="1100"/>
              <a:buChar char="●"/>
            </a:pPr>
            <a:r>
              <a:rPr lang="uk">
                <a:solidFill>
                  <a:schemeClr val="dk1"/>
                </a:solidFill>
              </a:rPr>
              <a:t>Лінійна регресія добре працює, коли дані приблизно розташовані «вздовж лінії».</a:t>
            </a:r>
            <a:br>
              <a:rPr lang="uk">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uk">
                <a:solidFill>
                  <a:schemeClr val="dk1"/>
                </a:solidFill>
              </a:rPr>
              <a:t>Якщо є сильні викиди (наприклад, один акаунт має мільйони ретвітів), то лінійна модель може спотворювати прогноз.</a:t>
            </a:r>
            <a:br>
              <a:rPr lang="uk">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uk">
                <a:solidFill>
                  <a:schemeClr val="dk1"/>
                </a:solidFill>
              </a:rPr>
              <a:t>Тому іноді застосовують </a:t>
            </a:r>
            <a:r>
              <a:rPr b="1" lang="uk">
                <a:solidFill>
                  <a:schemeClr val="dk1"/>
                </a:solidFill>
              </a:rPr>
              <a:t>логарифмічні перетворення</a:t>
            </a:r>
            <a:r>
              <a:rPr lang="uk">
                <a:solidFill>
                  <a:schemeClr val="dk1"/>
                </a:solidFill>
              </a:rPr>
              <a:t> або інші моделі (логістична регресія, дерева рішень).</a:t>
            </a:r>
            <a:endParaRPr>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27: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4" name="Google Shape;474;p27: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28: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0" name="Google Shape;480;p28: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29: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7" name="Google Shape;497;p29: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30: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8" name="Google Shape;508;p30: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31: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1" name="Google Shape;531;p31: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uk">
                <a:solidFill>
                  <a:schemeClr val="dk1"/>
                </a:solidFill>
              </a:rPr>
              <a:t>Lasso і Ridge</a:t>
            </a:r>
            <a:r>
              <a:rPr lang="uk">
                <a:solidFill>
                  <a:schemeClr val="dk1"/>
                </a:solidFill>
              </a:rPr>
              <a:t> — це техніки, які дуже часто застосовують у </a:t>
            </a:r>
            <a:r>
              <a:rPr b="1" lang="uk">
                <a:solidFill>
                  <a:schemeClr val="dk1"/>
                </a:solidFill>
              </a:rPr>
              <a:t>машинному навчанні</a:t>
            </a:r>
            <a:r>
              <a:rPr lang="uk">
                <a:solidFill>
                  <a:schemeClr val="dk1"/>
                </a:solidFill>
              </a:rPr>
              <a:t>, особливо коли працюють із великою кількістю ознак.</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uk">
                <a:solidFill>
                  <a:schemeClr val="dk1"/>
                </a:solidFill>
              </a:rPr>
              <a:t>Коли у тебе дуже багато змінних (факторів), модель може "переобучитися" — тобто надто точно підлаштуватись під дані, але погано працювати на нових.</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uk">
                <a:solidFill>
                  <a:schemeClr val="dk1"/>
                </a:solidFill>
              </a:rPr>
              <a:t>При множинній регресії тільки коли доданків дуже багато то алгоритм прагне зменшити коефіцієнти перед кожним фактором, роблячи модель більш гладкою, або навіть занулити неважливі коеф.</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uk">
                <a:solidFill>
                  <a:schemeClr val="dk1"/>
                </a:solidFill>
              </a:rPr>
              <a:t>Якщо коефіцієнт великий — змінна сильно впливає.</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uk">
                <a:solidFill>
                  <a:schemeClr val="dk1"/>
                </a:solidFill>
              </a:rPr>
              <a:t>Якщо маленький — вплив слабкий.</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uk" sz="1200">
                <a:solidFill>
                  <a:schemeClr val="dk1"/>
                </a:solidFill>
              </a:rPr>
              <a:t>А що робить регуляризація?</a:t>
            </a:r>
            <a:endParaRPr b="1"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uk">
                <a:solidFill>
                  <a:schemeClr val="dk1"/>
                </a:solidFill>
              </a:rPr>
              <a:t>Вона додає </a:t>
            </a:r>
            <a:r>
              <a:rPr b="1" lang="uk">
                <a:solidFill>
                  <a:schemeClr val="dk1"/>
                </a:solidFill>
              </a:rPr>
              <a:t>штраф</a:t>
            </a:r>
            <a:r>
              <a:rPr lang="uk">
                <a:solidFill>
                  <a:schemeClr val="dk1"/>
                </a:solidFill>
              </a:rPr>
              <a:t>, якщо коефіцієнти стають дуже великими. Якщо коефіцієнти занадто великі, модель може бути </a:t>
            </a:r>
            <a:r>
              <a:rPr b="1" lang="uk">
                <a:solidFill>
                  <a:schemeClr val="dk1"/>
                </a:solidFill>
              </a:rPr>
              <a:t>занадто "пристосована" до конкретних даних</a:t>
            </a:r>
            <a:r>
              <a:rPr lang="uk">
                <a:solidFill>
                  <a:schemeClr val="dk1"/>
                </a:solidFill>
              </a:rPr>
              <a:t> (перенавчання) і погано працювати на нових.</a:t>
            </a:r>
            <a:endParaRPr>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32: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2" name="Google Shape;542;p32: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uk">
                <a:solidFill>
                  <a:schemeClr val="dk1"/>
                </a:solidFill>
              </a:rPr>
              <a:t>один із базових алгоритмів машинного навчання для класифікації і регресії.</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uk">
                <a:solidFill>
                  <a:schemeClr val="dk1"/>
                </a:solidFill>
              </a:rPr>
              <a:t>ДР - це </a:t>
            </a:r>
            <a:r>
              <a:rPr b="1" lang="uk">
                <a:solidFill>
                  <a:schemeClr val="dk1"/>
                </a:solidFill>
              </a:rPr>
              <a:t>модель, яка приймає рішення за допомогою послідовних питань</a:t>
            </a:r>
            <a:r>
              <a:rPr lang="uk">
                <a:solidFill>
                  <a:schemeClr val="dk1"/>
                </a:solidFill>
              </a:rPr>
              <a:t> (умов), ніби ти проходиш по гілках дерева.</a:t>
            </a:r>
            <a:br>
              <a:rPr lang="uk">
                <a:solidFill>
                  <a:schemeClr val="dk1"/>
                </a:solidFill>
              </a:rPr>
            </a:b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uk">
                <a:solidFill>
                  <a:schemeClr val="dk1"/>
                </a:solidFill>
              </a:rPr>
              <a:t>Кожне питання розбиває дані на групи, поки не отримаємо остаточний прогноз (клас або число).</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uk">
                <a:solidFill>
                  <a:schemeClr val="dk1"/>
                </a:solidFill>
              </a:rPr>
              <a:t>Бустинг — це метод, який поєднує багато </a:t>
            </a:r>
            <a:r>
              <a:rPr b="1" lang="uk">
                <a:solidFill>
                  <a:schemeClr val="dk1"/>
                </a:solidFill>
              </a:rPr>
              <a:t>маленьких дерев рішень</a:t>
            </a:r>
            <a:r>
              <a:rPr lang="uk">
                <a:solidFill>
                  <a:schemeClr val="dk1"/>
                </a:solidFill>
              </a:rPr>
              <a:t>, щоб зробити один дуже точний прогноз.</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uk" sz="1300">
                <a:solidFill>
                  <a:schemeClr val="dk1"/>
                </a:solidFill>
              </a:rPr>
              <a:t>Ідея:</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uk">
                <a:solidFill>
                  <a:schemeClr val="dk1"/>
                </a:solidFill>
              </a:rPr>
              <a:t>Створюємо перше дерево, яке робить деякі помилки.</a:t>
            </a:r>
            <a:br>
              <a:rPr lang="uk">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uk">
                <a:solidFill>
                  <a:schemeClr val="dk1"/>
                </a:solidFill>
              </a:rPr>
              <a:t>Наступне дерево намагається виправити помилки першого.</a:t>
            </a:r>
            <a:br>
              <a:rPr lang="uk">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uk">
                <a:solidFill>
                  <a:schemeClr val="dk1"/>
                </a:solidFill>
              </a:rPr>
              <a:t>І так кілька разів.</a:t>
            </a:r>
            <a:endParaRPr>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33: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2" name="Google Shape;552;p33: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34: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4" name="Google Shape;564;p34: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35: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4" name="Google Shape;574;p35: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36: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1" name="Google Shape;581;p36: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37: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1" name="Google Shape;591;p37: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38: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5" name="Google Shape;605;p38: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uk">
                <a:solidFill>
                  <a:schemeClr val="dk1"/>
                </a:solidFill>
              </a:rPr>
              <a:t>K-means — це один із найпопулярніших алгоритмів </a:t>
            </a:r>
            <a:r>
              <a:rPr b="1" lang="uk">
                <a:solidFill>
                  <a:schemeClr val="dk1"/>
                </a:solidFill>
              </a:rPr>
              <a:t>кластеризації</a:t>
            </a:r>
            <a:r>
              <a:rPr lang="uk">
                <a:solidFill>
                  <a:schemeClr val="dk1"/>
                </a:solidFill>
              </a:rPr>
              <a:t> у машинному навчанні та аналізі даних. Його основна ідея — поділити дані на kkk груп (кластерів), так щоб об’єкти всередині одного кластера були максимально схожі між собою, а між різними кластерами — максимально відмінні.</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uk" sz="1300">
                <a:solidFill>
                  <a:schemeClr val="dk1"/>
                </a:solidFill>
              </a:rPr>
              <a:t>Як працює алгоритм</a:t>
            </a:r>
            <a:endParaRPr b="1" sz="1300">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uk">
                <a:solidFill>
                  <a:schemeClr val="dk1"/>
                </a:solidFill>
              </a:rPr>
              <a:t>Вибір кількості кластерів kkk</a:t>
            </a:r>
            <a:r>
              <a:rPr lang="uk">
                <a:solidFill>
                  <a:schemeClr val="dk1"/>
                </a:solidFill>
              </a:rPr>
              <a:t>. Наперед визначається, на скільки груп потрібно поділити дані.</a:t>
            </a:r>
            <a:br>
              <a:rPr lang="uk">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uk">
                <a:solidFill>
                  <a:schemeClr val="dk1"/>
                </a:solidFill>
              </a:rPr>
              <a:t>Ініціалізація центрів кластерів</a:t>
            </a:r>
            <a:r>
              <a:rPr lang="uk">
                <a:solidFill>
                  <a:schemeClr val="dk1"/>
                </a:solidFill>
              </a:rPr>
              <a:t> (центроїдів). Випадково вибираються kkk точок із даних.</a:t>
            </a:r>
            <a:br>
              <a:rPr lang="uk">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uk">
                <a:solidFill>
                  <a:schemeClr val="dk1"/>
                </a:solidFill>
              </a:rPr>
              <a:t>Призначення точок</a:t>
            </a:r>
            <a:r>
              <a:rPr lang="uk">
                <a:solidFill>
                  <a:schemeClr val="dk1"/>
                </a:solidFill>
              </a:rPr>
              <a:t>. Кожна точка даних належить до найближчого центроїда (за відстанню, зазвичай — евклідовою).</a:t>
            </a:r>
            <a:br>
              <a:rPr lang="uk">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uk">
                <a:solidFill>
                  <a:schemeClr val="dk1"/>
                </a:solidFill>
              </a:rPr>
              <a:t>Оновлення центроїдів</a:t>
            </a:r>
            <a:r>
              <a:rPr lang="uk">
                <a:solidFill>
                  <a:schemeClr val="dk1"/>
                </a:solidFill>
              </a:rPr>
              <a:t>. Для кожного кластера розраховується новий центр як середнє значення точок, що до нього належать.</a:t>
            </a:r>
            <a:br>
              <a:rPr lang="uk">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uk">
                <a:solidFill>
                  <a:schemeClr val="dk1"/>
                </a:solidFill>
              </a:rPr>
              <a:t>Повторення кроків 3–4</a:t>
            </a:r>
            <a:r>
              <a:rPr lang="uk">
                <a:solidFill>
                  <a:schemeClr val="dk1"/>
                </a:solidFill>
              </a:rPr>
              <a:t>, доки центроїди перестануть змінюватися або кількість ітерацій не досягне максимуму.</a:t>
            </a:r>
            <a:endParaRPr>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39: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3" name="Google Shape;613;p39: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uk"/>
              <a:t>DBSCAN (просторова кластеризація застосунків з шумом на основі щільності) – це алгоритм машинного навчання без учителя, який групує точки даних на основі їх локальної щільності. На відміну від K-середніх, він не вимагає попереднього визначення кількості кластерів і чудово справляється з визначенням кластерів довільної форми та викидів.</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p40: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0" name="Google Shape;620;p40: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uk">
                <a:solidFill>
                  <a:schemeClr val="dk1"/>
                </a:solidFill>
              </a:rPr>
              <a:t>Вибір між ними залежить від типу ваших даних. Якщо коротко: </a:t>
            </a:r>
            <a:r>
              <a:rPr lang="uk" sz="1200">
                <a:solidFill>
                  <a:schemeClr val="dk1"/>
                </a:solidFill>
              </a:rPr>
              <a:t>K-Means</a:t>
            </a:r>
            <a:r>
              <a:rPr lang="uk">
                <a:solidFill>
                  <a:schemeClr val="dk1"/>
                </a:solidFill>
              </a:rPr>
              <a:t> швидкий і добре працює з круглими кластерами однакового розміру, тоді як </a:t>
            </a:r>
            <a:r>
              <a:rPr lang="uk" sz="1200">
                <a:solidFill>
                  <a:schemeClr val="dk1"/>
                </a:solidFill>
              </a:rPr>
              <a:t>DBSCAN</a:t>
            </a:r>
            <a:r>
              <a:rPr lang="uk">
                <a:solidFill>
                  <a:schemeClr val="dk1"/>
                </a:solidFill>
              </a:rPr>
              <a:t> ідеально підходить для складних форм, різних розмірів скупчень та автоматичного визначення викидів (шуму).</a:t>
            </a:r>
            <a:endParaRPr>
              <a:solidFill>
                <a:schemeClr val="dk1"/>
              </a:solidFill>
            </a:endParaRPr>
          </a:p>
          <a:p>
            <a:pPr indent="0" lvl="0" marL="0" rtl="0" algn="l">
              <a:lnSpc>
                <a:spcPct val="100000"/>
              </a:lnSpc>
              <a:spcBef>
                <a:spcPts val="0"/>
              </a:spcBef>
              <a:spcAft>
                <a:spcPts val="0"/>
              </a:spcAft>
              <a:buSzPts val="1100"/>
              <a:buNone/>
            </a:pPr>
            <a:r>
              <a:rPr lang="uk">
                <a:solidFill>
                  <a:schemeClr val="dk1"/>
                </a:solidFill>
              </a:rPr>
              <a:t>Щоб отримати найкращі результати, машинне навчання радить застосовувати </a:t>
            </a:r>
            <a:r>
              <a:rPr lang="uk" sz="1200">
                <a:solidFill>
                  <a:schemeClr val="dk1"/>
                </a:solidFill>
              </a:rPr>
              <a:t>K-Means</a:t>
            </a:r>
            <a:r>
              <a:rPr lang="uk">
                <a:solidFill>
                  <a:schemeClr val="dk1"/>
                </a:solidFill>
              </a:rPr>
              <a:t>, якщо ваші дані рівномірні, чітко розділені і вам відома кількість груп. Якщо ж ви досліджуєте реальні "брудні" дані зі складними зв'язками, аномаліями та різною щільністю — обирайте </a:t>
            </a:r>
            <a:r>
              <a:rPr lang="uk" sz="1200">
                <a:solidFill>
                  <a:schemeClr val="dk1"/>
                </a:solidFill>
              </a:rPr>
              <a:t>DBSCAN</a:t>
            </a:r>
            <a:r>
              <a:rPr lang="uk">
                <a:solidFill>
                  <a:schemeClr val="dk1"/>
                </a:solidFill>
              </a:rPr>
              <a:t>. [</a:t>
            </a:r>
            <a:r>
              <a:rPr lang="uk" u="sng">
                <a:solidFill>
                  <a:schemeClr val="hlink"/>
                </a:solidFill>
                <a:hlinkClick r:id="rId2"/>
              </a:rPr>
              <a:t>1</a:t>
            </a:r>
            <a:r>
              <a:rPr lang="uk">
                <a:solidFill>
                  <a:schemeClr val="dk1"/>
                </a:solidFill>
              </a:rPr>
              <a:t>,</a:t>
            </a:r>
            <a:r>
              <a:rPr lang="uk">
                <a:solidFill>
                  <a:schemeClr val="dk1"/>
                </a:solidFill>
                <a:uFill>
                  <a:noFill/>
                </a:uFill>
                <a:hlinkClick r:id="rId3">
                  <a:extLst>
                    <a:ext uri="{A12FA001-AC4F-418D-AE19-62706E023703}">
                      <ahyp:hlinkClr val="tx"/>
                    </a:ext>
                  </a:extLst>
                </a:hlinkClick>
              </a:rPr>
              <a:t> </a:t>
            </a:r>
            <a:r>
              <a:rPr lang="uk" u="sng">
                <a:solidFill>
                  <a:schemeClr val="hlink"/>
                </a:solidFill>
                <a:hlinkClick r:id="rId4"/>
              </a:rPr>
              <a:t>2</a:t>
            </a:r>
            <a:r>
              <a:rPr lang="uk">
                <a:solidFill>
                  <a:schemeClr val="dk1"/>
                </a:solidFill>
              </a:rPr>
              <a:t>,</a:t>
            </a:r>
            <a:r>
              <a:rPr lang="uk">
                <a:solidFill>
                  <a:schemeClr val="dk1"/>
                </a:solidFill>
                <a:uFill>
                  <a:noFill/>
                </a:uFill>
                <a:hlinkClick r:id="rId5">
                  <a:extLst>
                    <a:ext uri="{A12FA001-AC4F-418D-AE19-62706E023703}">
                      <ahyp:hlinkClr val="tx"/>
                    </a:ext>
                  </a:extLst>
                </a:hlinkClick>
              </a:rPr>
              <a:t> </a:t>
            </a:r>
            <a:r>
              <a:rPr lang="uk" u="sng">
                <a:solidFill>
                  <a:schemeClr val="hlink"/>
                </a:solidFill>
                <a:hlinkClick r:id="rId6"/>
              </a:rPr>
              <a:t>3</a:t>
            </a:r>
            <a:r>
              <a:rPr lang="uk">
                <a:solidFill>
                  <a:schemeClr val="dk1"/>
                </a:solidFill>
              </a:rPr>
              <a:t>,</a:t>
            </a:r>
            <a:r>
              <a:rPr lang="uk">
                <a:solidFill>
                  <a:schemeClr val="dk1"/>
                </a:solidFill>
                <a:uFill>
                  <a:noFill/>
                </a:uFill>
                <a:hlinkClick r:id="rId7">
                  <a:extLst>
                    <a:ext uri="{A12FA001-AC4F-418D-AE19-62706E023703}">
                      <ahyp:hlinkClr val="tx"/>
                    </a:ext>
                  </a:extLst>
                </a:hlinkClick>
              </a:rPr>
              <a:t> </a:t>
            </a:r>
            <a:r>
              <a:rPr lang="uk" u="sng">
                <a:solidFill>
                  <a:schemeClr val="hlink"/>
                </a:solidFill>
                <a:hlinkClick r:id="rId8"/>
              </a:rPr>
              <a:t>4</a:t>
            </a:r>
            <a:r>
              <a:rPr lang="uk">
                <a:solidFill>
                  <a:schemeClr val="dk1"/>
                </a:solidFill>
              </a:rPr>
              <a:t>,</a:t>
            </a:r>
            <a:r>
              <a:rPr lang="uk">
                <a:solidFill>
                  <a:schemeClr val="dk1"/>
                </a:solidFill>
                <a:uFill>
                  <a:noFill/>
                </a:uFill>
                <a:hlinkClick r:id="rId9">
                  <a:extLst>
                    <a:ext uri="{A12FA001-AC4F-418D-AE19-62706E023703}">
                      <ahyp:hlinkClr val="tx"/>
                    </a:ext>
                  </a:extLst>
                </a:hlinkClick>
              </a:rPr>
              <a:t> </a:t>
            </a:r>
            <a:r>
              <a:rPr lang="uk" u="sng">
                <a:solidFill>
                  <a:schemeClr val="hlink"/>
                </a:solidFill>
                <a:hlinkClick r:id="rId10"/>
              </a:rPr>
              <a:t>5</a:t>
            </a:r>
            <a:r>
              <a:rPr lang="uk">
                <a:solidFill>
                  <a:schemeClr val="dk1"/>
                </a:solidFill>
              </a:rPr>
              <a:t>]</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41: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7" name="Google Shape;627;p41: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uk">
                <a:solidFill>
                  <a:schemeClr val="dk1"/>
                </a:solidFill>
              </a:rPr>
              <a:t>Алгоритми </a:t>
            </a:r>
            <a:r>
              <a:rPr b="1" lang="uk">
                <a:solidFill>
                  <a:schemeClr val="dk1"/>
                </a:solidFill>
              </a:rPr>
              <a:t>Louvain</a:t>
            </a:r>
            <a:r>
              <a:rPr lang="uk">
                <a:solidFill>
                  <a:schemeClr val="dk1"/>
                </a:solidFill>
              </a:rPr>
              <a:t> та </a:t>
            </a:r>
            <a:r>
              <a:rPr b="1" lang="uk">
                <a:solidFill>
                  <a:schemeClr val="dk1"/>
                </a:solidFill>
              </a:rPr>
              <a:t>Leiden</a:t>
            </a:r>
            <a:r>
              <a:rPr lang="uk">
                <a:solidFill>
                  <a:schemeClr val="dk1"/>
                </a:solidFill>
              </a:rPr>
              <a:t> — це методи </a:t>
            </a:r>
            <a:r>
              <a:rPr b="1" lang="uk">
                <a:solidFill>
                  <a:schemeClr val="dk1"/>
                </a:solidFill>
              </a:rPr>
              <a:t>кластеризації графів</a:t>
            </a:r>
            <a:r>
              <a:rPr lang="uk">
                <a:solidFill>
                  <a:schemeClr val="dk1"/>
                </a:solidFill>
              </a:rPr>
              <a:t> (пошуку спільнот, community detection). Вони широко застосовуються в соціальних мережах, OSINT-дослідженнях, біоінформатиці та інших сферах, де важливо знаходити групи вузлів, щільно пов’язаних між собою.</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uk" sz="1700">
                <a:solidFill>
                  <a:schemeClr val="dk1"/>
                </a:solidFill>
              </a:rPr>
              <a:t>🔹 Louvain</a:t>
            </a:r>
            <a:endParaRPr b="1" sz="17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uk">
                <a:solidFill>
                  <a:schemeClr val="dk1"/>
                </a:solidFill>
              </a:rPr>
              <a:t>Призначення</a:t>
            </a:r>
            <a:r>
              <a:rPr lang="uk">
                <a:solidFill>
                  <a:schemeClr val="dk1"/>
                </a:solidFill>
              </a:rPr>
              <a:t>: знаходить спільноти, максимізуючи показник </a:t>
            </a:r>
            <a:r>
              <a:rPr b="1" lang="uk">
                <a:solidFill>
                  <a:schemeClr val="dk1"/>
                </a:solidFill>
              </a:rPr>
              <a:t>модулярності</a:t>
            </a:r>
            <a:r>
              <a:rPr lang="uk">
                <a:solidFill>
                  <a:schemeClr val="dk1"/>
                </a:solidFill>
              </a:rPr>
              <a:t> (modularity).</a:t>
            </a:r>
            <a:br>
              <a:rPr lang="uk">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uk">
                <a:solidFill>
                  <a:schemeClr val="dk1"/>
                </a:solidFill>
              </a:rPr>
              <a:t>Принцип роботи</a:t>
            </a:r>
            <a:r>
              <a:rPr lang="uk">
                <a:solidFill>
                  <a:schemeClr val="dk1"/>
                </a:solidFill>
              </a:rPr>
              <a:t>:</a:t>
            </a:r>
            <a:br>
              <a:rPr lang="uk">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AutoNum type="arabicPeriod"/>
            </a:pPr>
            <a:r>
              <a:rPr lang="uk">
                <a:solidFill>
                  <a:schemeClr val="dk1"/>
                </a:solidFill>
              </a:rPr>
              <a:t>Спочатку кожна вершина — це свій окремий кластер.</a:t>
            </a:r>
            <a:br>
              <a:rPr lang="uk">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AutoNum type="arabicPeriod"/>
            </a:pPr>
            <a:r>
              <a:rPr lang="uk">
                <a:solidFill>
                  <a:schemeClr val="dk1"/>
                </a:solidFill>
              </a:rPr>
              <a:t>Алгоритм поступово об’єднує вузли з їхніми сусідами, якщо це збільшує модулярність.</a:t>
            </a:r>
            <a:br>
              <a:rPr lang="uk">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AutoNum type="arabicPeriod"/>
            </a:pPr>
            <a:r>
              <a:rPr lang="uk">
                <a:solidFill>
                  <a:schemeClr val="dk1"/>
                </a:solidFill>
              </a:rPr>
              <a:t>Кластери "згортаються" в супер-вузли, і процес повторюється.</a:t>
            </a:r>
            <a:br>
              <a:rPr lang="uk">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uk">
                <a:solidFill>
                  <a:schemeClr val="dk1"/>
                </a:solidFill>
              </a:rPr>
              <a:t>Переваги</a:t>
            </a:r>
            <a:r>
              <a:rPr lang="uk">
                <a:solidFill>
                  <a:schemeClr val="dk1"/>
                </a:solidFill>
              </a:rPr>
              <a:t>: дуже швидкий, добре працює на великих графах.</a:t>
            </a:r>
            <a:br>
              <a:rPr lang="uk">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uk">
                <a:solidFill>
                  <a:schemeClr val="dk1"/>
                </a:solidFill>
              </a:rPr>
              <a:t>Недоліки</a:t>
            </a:r>
            <a:r>
              <a:rPr lang="uk">
                <a:solidFill>
                  <a:schemeClr val="dk1"/>
                </a:solidFill>
              </a:rPr>
              <a:t>: іноді застрягає в локальних оптимумах (не знаходить найкраще розбиття).</a:t>
            </a:r>
            <a:br>
              <a:rPr lang="uk">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uk" sz="1700">
                <a:solidFill>
                  <a:schemeClr val="dk1"/>
                </a:solidFill>
              </a:rPr>
              <a:t>🔹 Leiden</a:t>
            </a:r>
            <a:endParaRPr b="1" sz="17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uk">
                <a:solidFill>
                  <a:schemeClr val="dk1"/>
                </a:solidFill>
              </a:rPr>
              <a:t>Призначення</a:t>
            </a:r>
            <a:r>
              <a:rPr lang="uk">
                <a:solidFill>
                  <a:schemeClr val="dk1"/>
                </a:solidFill>
              </a:rPr>
              <a:t>: покращена версія Louvain.</a:t>
            </a:r>
            <a:br>
              <a:rPr lang="uk">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uk">
                <a:solidFill>
                  <a:schemeClr val="dk1"/>
                </a:solidFill>
              </a:rPr>
              <a:t>Особливості</a:t>
            </a:r>
            <a:r>
              <a:rPr lang="uk">
                <a:solidFill>
                  <a:schemeClr val="dk1"/>
                </a:solidFill>
              </a:rPr>
              <a:t>:</a:t>
            </a:r>
            <a:br>
              <a:rPr lang="uk">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uk">
                <a:solidFill>
                  <a:schemeClr val="dk1"/>
                </a:solidFill>
              </a:rPr>
              <a:t>Додає етап перевірки зв’язності: усі кластери після розбиття залишаються </a:t>
            </a:r>
            <a:r>
              <a:rPr b="1" lang="uk">
                <a:solidFill>
                  <a:schemeClr val="dk1"/>
                </a:solidFill>
              </a:rPr>
              <a:t>зв’язними підграфами</a:t>
            </a:r>
            <a:r>
              <a:rPr lang="uk">
                <a:solidFill>
                  <a:schemeClr val="dk1"/>
                </a:solidFill>
              </a:rPr>
              <a:t> (в Louvain можуть бути "розірвані" спільноти).</a:t>
            </a:r>
            <a:br>
              <a:rPr lang="uk">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uk">
                <a:solidFill>
                  <a:schemeClr val="dk1"/>
                </a:solidFill>
              </a:rPr>
              <a:t>Використовує більш гнучку евристику для підвищення якості результатів.</a:t>
            </a:r>
            <a:br>
              <a:rPr lang="uk">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uk">
                <a:solidFill>
                  <a:schemeClr val="dk1"/>
                </a:solidFill>
              </a:rPr>
              <a:t>Переваги</a:t>
            </a:r>
            <a:r>
              <a:rPr lang="uk">
                <a:solidFill>
                  <a:schemeClr val="dk1"/>
                </a:solidFill>
              </a:rPr>
              <a:t>:</a:t>
            </a:r>
            <a:br>
              <a:rPr lang="uk">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uk">
                <a:solidFill>
                  <a:schemeClr val="dk1"/>
                </a:solidFill>
              </a:rPr>
              <a:t>Надійніше за Louvain, уникає "погано визначених" кластерів.</a:t>
            </a:r>
            <a:br>
              <a:rPr lang="uk">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uk">
                <a:solidFill>
                  <a:schemeClr val="dk1"/>
                </a:solidFill>
              </a:rPr>
              <a:t>Дає стабільніші результати при повторних запусках.</a:t>
            </a:r>
            <a:br>
              <a:rPr lang="uk">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uk">
                <a:solidFill>
                  <a:schemeClr val="dk1"/>
                </a:solidFill>
              </a:rPr>
              <a:t>Недоліки</a:t>
            </a:r>
            <a:r>
              <a:rPr lang="uk">
                <a:solidFill>
                  <a:schemeClr val="dk1"/>
                </a:solidFill>
              </a:rPr>
              <a:t>: трохи повільніший за Louvain, але це окупається якістю.</a:t>
            </a:r>
            <a:endParaRPr>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42: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5" name="Google Shape;635;p42: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e534e5d2d5_0_90: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p:spPr>
      </p:sp>
      <p:sp>
        <p:nvSpPr>
          <p:cNvPr id="645" name="Google Shape;645;g3e534e5d2d5_0_90:notes"/>
          <p:cNvSpPr txBox="1"/>
          <p:nvPr>
            <p:ph idx="1" type="body"/>
          </p:nvPr>
        </p:nvSpPr>
        <p:spPr>
          <a:xfrm>
            <a:off x="755968" y="5078605"/>
            <a:ext cx="6047700" cy="4811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i="1" lang="uk">
                <a:solidFill>
                  <a:schemeClr val="dk1"/>
                </a:solidFill>
              </a:rPr>
              <a:t>Наприклад, в нас є купа даних з соцмережі. Щоб зрозуміти що до чого, ми розраховуємо модулярність та виявляємо спільноти та кластери, визначаємо зв’язки між цими кластерами. Ці розрахунки використовуємо для візуалізації графа. Наприклад обираєм кольори вершин відповідно до належності до спільноти, а кольори відповідно до якогось з видів центральності, ступені вершини або ваги. Далі проводимо аналіз графа, визначаємо ключових персон в цій спільноті, які грають певні ролі, наприклад лідера думок, підсилювача або будівника мостів.</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44: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3" name="Google Shape;653;p44: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p45: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5" name="Google Shape;665;p45: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46: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3" name="Google Shape;673;p46: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p47: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1" name="Google Shape;681;p47: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p48: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9" name="Google Shape;689;p48: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p49: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7" name="Google Shape;697;p49: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50: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5" name="Google Shape;705;p50: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p51: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2" name="Google Shape;712;p51: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uk">
                <a:solidFill>
                  <a:schemeClr val="dk1"/>
                </a:solidFill>
              </a:rPr>
              <a:t>p-value	Чи ефект взагалі існує? (чи це випадковість?)</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uk">
                <a:solidFill>
                  <a:schemeClr val="dk1"/>
                </a:solidFill>
              </a:rPr>
              <a:t>Розмір ефекту	Наскільки сильний ефект? (чи це суттєво?)</a:t>
            </a:r>
            <a:endParaRPr>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p52: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0" name="Google Shape;730;p52: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p53: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5" name="Google Shape;745;p53: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3e534e5d2d5_0_158: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p:spPr>
      </p:sp>
      <p:sp>
        <p:nvSpPr>
          <p:cNvPr id="752" name="Google Shape;752;g3e534e5d2d5_0_158:notes"/>
          <p:cNvSpPr txBox="1"/>
          <p:nvPr>
            <p:ph idx="1" type="body"/>
          </p:nvPr>
        </p:nvSpPr>
        <p:spPr>
          <a:xfrm>
            <a:off x="755968" y="5078605"/>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p55: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0" name="Google Shape;760;p55: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56: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0" name="Google Shape;770;p56: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p57: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7" name="Google Shape;777;p57: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58: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0" name="Google Shape;790;p58: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p59: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8" name="Google Shape;808;p59: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p60: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3" name="Google Shape;823;p60: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61: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0" name="Google Shape;840;p61: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p62: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4" name="Google Shape;854;p62: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p63: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1" name="Google Shape;861;p63: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uk">
                <a:solidFill>
                  <a:schemeClr val="dk1"/>
                </a:solidFill>
              </a:rPr>
              <a:t>Secondary Infektion</a:t>
            </a:r>
            <a:r>
              <a:rPr lang="uk">
                <a:solidFill>
                  <a:schemeClr val="dk1"/>
                </a:solidFill>
              </a:rPr>
              <a:t> (часто пишуть як </a:t>
            </a:r>
            <a:r>
              <a:rPr i="1" lang="uk">
                <a:solidFill>
                  <a:schemeClr val="dk1"/>
                </a:solidFill>
              </a:rPr>
              <a:t>Secondary Infection</a:t>
            </a:r>
            <a:r>
              <a:rPr lang="uk">
                <a:solidFill>
                  <a:schemeClr val="dk1"/>
                </a:solidFill>
              </a:rPr>
              <a:t>) — це відома </a:t>
            </a:r>
            <a:r>
              <a:rPr b="1" lang="uk">
                <a:solidFill>
                  <a:schemeClr val="dk1"/>
                </a:solidFill>
              </a:rPr>
              <a:t>інформаційно-психологічна операція (ІПсО)</a:t>
            </a:r>
            <a:r>
              <a:rPr lang="uk">
                <a:solidFill>
                  <a:schemeClr val="dk1"/>
                </a:solidFill>
              </a:rPr>
              <a:t>, пов’язана з Росією, яку досліджували Graphika, DFRLab (Atlantic Council) та інші аналітичні центри.</a:t>
            </a:r>
            <a:br>
              <a:rPr lang="uk">
                <a:solidFill>
                  <a:schemeClr val="dk1"/>
                </a:solidFill>
              </a:rPr>
            </a:br>
            <a:r>
              <a:rPr lang="uk">
                <a:solidFill>
                  <a:schemeClr val="dk1"/>
                </a:solidFill>
              </a:rPr>
              <a:t>Звіт DFRLab — приклад OSINT-розслідування: відштовхнувшись лише від 16 видалених Facebook акаунтів, аналітики виключно з відкритих джерел розкрутили масштабну російську операцію впливу, що охоплювала 9 мов, понад 30 платформ (передусім Medium, Reddit, homment.com, globedia.com, indybay.org) і десятки фейкових профілів. Метод полягав у систематичному зборі та зіставленні публічних даних — мовних і контекстних ознак, патернів поведінки акаунтів та частоти й каналів поширення контенту, — що дало змогу кількісно оцінити охоплення (майже всі фейки не набули поширення, окрім одного антиімміграційного вкиду в Німеччині) і за сукупністю показників зробити обґрунтований, хоча й імовірнісний, висновок про причетність досвідченої, добре забезпеченої структури (ймовірно, спецслужби), не маючи 100% упевненості через обмеження відкритих джерел.</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p64: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8" name="Google Shape;868;p64: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p65: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5" name="Google Shape;875;p65: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p66: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4" name="Google Shape;884;p66: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p67: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8" name="Google Shape;898;p67: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p68: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7" name="Google Shape;907;p68: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69: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5" name="Google Shape;915;p69: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0" name="Shape 920"/>
        <p:cNvGrpSpPr/>
        <p:nvPr/>
      </p:nvGrpSpPr>
      <p:grpSpPr>
        <a:xfrm>
          <a:off x="0" y="0"/>
          <a:ext cx="0" cy="0"/>
          <a:chOff x="0" y="0"/>
          <a:chExt cx="0" cy="0"/>
        </a:xfrm>
      </p:grpSpPr>
      <p:sp>
        <p:nvSpPr>
          <p:cNvPr id="921" name="Google Shape;921;p70: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2" name="Google Shape;922;p70: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71: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0" name="Google Shape;930;p71: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p72: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8" name="Google Shape;938;p72: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p73: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8" name="Google Shape;958;p73: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g3e734c4ec35_0_0: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5" name="Google Shape;975;g3e734c4ec35_0_0: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g3e734c4ec35_0_3:notes"/>
          <p:cNvSpPr/>
          <p:nvPr>
            <p:ph idx="2" type="sldImg"/>
          </p:nvPr>
        </p:nvSpPr>
        <p:spPr>
          <a:xfrm>
            <a:off x="420430" y="801885"/>
            <a:ext cx="6719400" cy="4009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9" name="Google Shape;979;g3e734c4ec35_0_3:notes"/>
          <p:cNvSpPr txBox="1"/>
          <p:nvPr>
            <p:ph idx="1" type="body"/>
          </p:nvPr>
        </p:nvSpPr>
        <p:spPr>
          <a:xfrm>
            <a:off x="755968" y="5078605"/>
            <a:ext cx="6047700" cy="4811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1">
    <p:spTree>
      <p:nvGrpSpPr>
        <p:cNvPr id="11" name="Shape 11"/>
        <p:cNvGrpSpPr/>
        <p:nvPr/>
      </p:nvGrpSpPr>
      <p:grpSpPr>
        <a:xfrm>
          <a:off x="0" y="0"/>
          <a:ext cx="0" cy="0"/>
          <a:chOff x="0" y="0"/>
          <a:chExt cx="0" cy="0"/>
        </a:xfrm>
      </p:grpSpPr>
      <p:sp>
        <p:nvSpPr>
          <p:cNvPr id="12" name="Google Shape;12;p77"/>
          <p:cNvSpPr txBox="1"/>
          <p:nvPr>
            <p:ph type="ctrTitle"/>
          </p:nvPr>
        </p:nvSpPr>
        <p:spPr>
          <a:xfrm>
            <a:off x="343636" y="820871"/>
            <a:ext cx="9393300" cy="2262900"/>
          </a:xfrm>
          <a:prstGeom prst="rect">
            <a:avLst/>
          </a:prstGeom>
          <a:noFill/>
          <a:ln>
            <a:noFill/>
          </a:ln>
        </p:spPr>
        <p:txBody>
          <a:bodyPr anchorCtr="0" anchor="b" bIns="100800" lIns="100800" spcFirstLastPara="1" rIns="100800" wrap="square" tIns="100800">
            <a:normAutofit/>
          </a:bodyPr>
          <a:lstStyle>
            <a:lvl1pPr lvl="0" algn="ctr">
              <a:lnSpc>
                <a:spcPct val="100000"/>
              </a:lnSpc>
              <a:spcBef>
                <a:spcPts val="0"/>
              </a:spcBef>
              <a:spcAft>
                <a:spcPts val="0"/>
              </a:spcAft>
              <a:buSzPts val="5700"/>
              <a:buNone/>
              <a:defRPr sz="5700"/>
            </a:lvl1pPr>
            <a:lvl2pPr lvl="1" algn="ctr">
              <a:lnSpc>
                <a:spcPct val="100000"/>
              </a:lnSpc>
              <a:spcBef>
                <a:spcPts val="0"/>
              </a:spcBef>
              <a:spcAft>
                <a:spcPts val="0"/>
              </a:spcAft>
              <a:buSzPts val="5700"/>
              <a:buNone/>
              <a:defRPr sz="5700"/>
            </a:lvl2pPr>
            <a:lvl3pPr lvl="2" algn="ctr">
              <a:lnSpc>
                <a:spcPct val="100000"/>
              </a:lnSpc>
              <a:spcBef>
                <a:spcPts val="0"/>
              </a:spcBef>
              <a:spcAft>
                <a:spcPts val="0"/>
              </a:spcAft>
              <a:buSzPts val="5700"/>
              <a:buNone/>
              <a:defRPr sz="5700"/>
            </a:lvl3pPr>
            <a:lvl4pPr lvl="3" algn="ctr">
              <a:lnSpc>
                <a:spcPct val="100000"/>
              </a:lnSpc>
              <a:spcBef>
                <a:spcPts val="0"/>
              </a:spcBef>
              <a:spcAft>
                <a:spcPts val="0"/>
              </a:spcAft>
              <a:buSzPts val="5700"/>
              <a:buNone/>
              <a:defRPr sz="5700"/>
            </a:lvl4pPr>
            <a:lvl5pPr lvl="4" algn="ctr">
              <a:lnSpc>
                <a:spcPct val="100000"/>
              </a:lnSpc>
              <a:spcBef>
                <a:spcPts val="0"/>
              </a:spcBef>
              <a:spcAft>
                <a:spcPts val="0"/>
              </a:spcAft>
              <a:buSzPts val="5700"/>
              <a:buNone/>
              <a:defRPr sz="5700"/>
            </a:lvl5pPr>
            <a:lvl6pPr lvl="5" algn="ctr">
              <a:lnSpc>
                <a:spcPct val="100000"/>
              </a:lnSpc>
              <a:spcBef>
                <a:spcPts val="0"/>
              </a:spcBef>
              <a:spcAft>
                <a:spcPts val="0"/>
              </a:spcAft>
              <a:buSzPts val="5700"/>
              <a:buNone/>
              <a:defRPr sz="5700"/>
            </a:lvl6pPr>
            <a:lvl7pPr lvl="6" algn="ctr">
              <a:lnSpc>
                <a:spcPct val="100000"/>
              </a:lnSpc>
              <a:spcBef>
                <a:spcPts val="0"/>
              </a:spcBef>
              <a:spcAft>
                <a:spcPts val="0"/>
              </a:spcAft>
              <a:buSzPts val="5700"/>
              <a:buNone/>
              <a:defRPr sz="5700"/>
            </a:lvl7pPr>
            <a:lvl8pPr lvl="7" algn="ctr">
              <a:lnSpc>
                <a:spcPct val="100000"/>
              </a:lnSpc>
              <a:spcBef>
                <a:spcPts val="0"/>
              </a:spcBef>
              <a:spcAft>
                <a:spcPts val="0"/>
              </a:spcAft>
              <a:buSzPts val="5700"/>
              <a:buNone/>
              <a:defRPr sz="5700"/>
            </a:lvl8pPr>
            <a:lvl9pPr lvl="8" algn="ctr">
              <a:lnSpc>
                <a:spcPct val="100000"/>
              </a:lnSpc>
              <a:spcBef>
                <a:spcPts val="0"/>
              </a:spcBef>
              <a:spcAft>
                <a:spcPts val="0"/>
              </a:spcAft>
              <a:buSzPts val="5700"/>
              <a:buNone/>
              <a:defRPr sz="5700"/>
            </a:lvl9pPr>
          </a:lstStyle>
          <a:p/>
        </p:txBody>
      </p:sp>
      <p:sp>
        <p:nvSpPr>
          <p:cNvPr id="13" name="Google Shape;13;p77"/>
          <p:cNvSpPr txBox="1"/>
          <p:nvPr>
            <p:ph idx="1" type="subTitle"/>
          </p:nvPr>
        </p:nvSpPr>
        <p:spPr>
          <a:xfrm>
            <a:off x="343628" y="3124535"/>
            <a:ext cx="9393300" cy="873900"/>
          </a:xfrm>
          <a:prstGeom prst="rect">
            <a:avLst/>
          </a:prstGeom>
          <a:noFill/>
          <a:ln>
            <a:noFill/>
          </a:ln>
        </p:spPr>
        <p:txBody>
          <a:bodyPr anchorCtr="0" anchor="t" bIns="100800" lIns="100800" spcFirstLastPara="1" rIns="100800" wrap="square" tIns="100800">
            <a:normAutofit/>
          </a:bodyPr>
          <a:lstStyle>
            <a:lvl1pPr lvl="0" algn="ctr">
              <a:lnSpc>
                <a:spcPct val="100000"/>
              </a:lnSpc>
              <a:spcBef>
                <a:spcPts val="0"/>
              </a:spcBef>
              <a:spcAft>
                <a:spcPts val="0"/>
              </a:spcAft>
              <a:buSzPts val="3100"/>
              <a:buNone/>
              <a:defRPr sz="3100"/>
            </a:lvl1pPr>
            <a:lvl2pPr lvl="1" algn="ctr">
              <a:lnSpc>
                <a:spcPct val="100000"/>
              </a:lnSpc>
              <a:spcBef>
                <a:spcPts val="0"/>
              </a:spcBef>
              <a:spcAft>
                <a:spcPts val="0"/>
              </a:spcAft>
              <a:buSzPts val="3100"/>
              <a:buNone/>
              <a:defRPr sz="3100"/>
            </a:lvl2pPr>
            <a:lvl3pPr lvl="2" algn="ctr">
              <a:lnSpc>
                <a:spcPct val="100000"/>
              </a:lnSpc>
              <a:spcBef>
                <a:spcPts val="0"/>
              </a:spcBef>
              <a:spcAft>
                <a:spcPts val="0"/>
              </a:spcAft>
              <a:buSzPts val="3100"/>
              <a:buNone/>
              <a:defRPr sz="3100"/>
            </a:lvl3pPr>
            <a:lvl4pPr lvl="3" algn="ctr">
              <a:lnSpc>
                <a:spcPct val="100000"/>
              </a:lnSpc>
              <a:spcBef>
                <a:spcPts val="0"/>
              </a:spcBef>
              <a:spcAft>
                <a:spcPts val="0"/>
              </a:spcAft>
              <a:buSzPts val="3100"/>
              <a:buNone/>
              <a:defRPr sz="3100"/>
            </a:lvl4pPr>
            <a:lvl5pPr lvl="4" algn="ctr">
              <a:lnSpc>
                <a:spcPct val="100000"/>
              </a:lnSpc>
              <a:spcBef>
                <a:spcPts val="0"/>
              </a:spcBef>
              <a:spcAft>
                <a:spcPts val="0"/>
              </a:spcAft>
              <a:buSzPts val="3100"/>
              <a:buNone/>
              <a:defRPr sz="3100"/>
            </a:lvl5pPr>
            <a:lvl6pPr lvl="5" algn="ctr">
              <a:lnSpc>
                <a:spcPct val="100000"/>
              </a:lnSpc>
              <a:spcBef>
                <a:spcPts val="0"/>
              </a:spcBef>
              <a:spcAft>
                <a:spcPts val="0"/>
              </a:spcAft>
              <a:buSzPts val="3100"/>
              <a:buNone/>
              <a:defRPr sz="3100"/>
            </a:lvl6pPr>
            <a:lvl7pPr lvl="6" algn="ctr">
              <a:lnSpc>
                <a:spcPct val="100000"/>
              </a:lnSpc>
              <a:spcBef>
                <a:spcPts val="0"/>
              </a:spcBef>
              <a:spcAft>
                <a:spcPts val="0"/>
              </a:spcAft>
              <a:buSzPts val="3100"/>
              <a:buNone/>
              <a:defRPr sz="3100"/>
            </a:lvl7pPr>
            <a:lvl8pPr lvl="7" algn="ctr">
              <a:lnSpc>
                <a:spcPct val="100000"/>
              </a:lnSpc>
              <a:spcBef>
                <a:spcPts val="0"/>
              </a:spcBef>
              <a:spcAft>
                <a:spcPts val="0"/>
              </a:spcAft>
              <a:buSzPts val="3100"/>
              <a:buNone/>
              <a:defRPr sz="3100"/>
            </a:lvl8pPr>
            <a:lvl9pPr lvl="8" algn="ctr">
              <a:lnSpc>
                <a:spcPct val="100000"/>
              </a:lnSpc>
              <a:spcBef>
                <a:spcPts val="0"/>
              </a:spcBef>
              <a:spcAft>
                <a:spcPts val="0"/>
              </a:spcAft>
              <a:buSzPts val="3100"/>
              <a:buNone/>
              <a:defRPr sz="3100"/>
            </a:lvl9pPr>
          </a:lstStyle>
          <a:p/>
        </p:txBody>
      </p:sp>
      <p:sp>
        <p:nvSpPr>
          <p:cNvPr id="14" name="Google Shape;14;p77"/>
          <p:cNvSpPr txBox="1"/>
          <p:nvPr>
            <p:ph idx="12" type="sldNum"/>
          </p:nvPr>
        </p:nvSpPr>
        <p:spPr>
          <a:xfrm>
            <a:off x="9340297" y="5141053"/>
            <a:ext cx="604800" cy="433800"/>
          </a:xfrm>
          <a:prstGeom prst="rect">
            <a:avLst/>
          </a:prstGeom>
          <a:noFill/>
          <a:ln>
            <a:noFill/>
          </a:ln>
        </p:spPr>
        <p:txBody>
          <a:bodyPr anchorCtr="0" anchor="ctr" bIns="100800" lIns="100800" spcFirstLastPara="1" rIns="100800" wrap="square" tIns="1008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2">
    <p:spTree>
      <p:nvGrpSpPr>
        <p:cNvPr id="15" name="Shape 15"/>
        <p:cNvGrpSpPr/>
        <p:nvPr/>
      </p:nvGrpSpPr>
      <p:grpSpPr>
        <a:xfrm>
          <a:off x="0" y="0"/>
          <a:ext cx="0" cy="0"/>
          <a:chOff x="0" y="0"/>
          <a:chExt cx="0" cy="0"/>
        </a:xfrm>
      </p:grpSpPr>
      <p:sp>
        <p:nvSpPr>
          <p:cNvPr id="16" name="Google Shape;16;p78"/>
          <p:cNvSpPr txBox="1"/>
          <p:nvPr>
            <p:ph type="ctrTitle"/>
          </p:nvPr>
        </p:nvSpPr>
        <p:spPr>
          <a:xfrm>
            <a:off x="343636" y="820871"/>
            <a:ext cx="9393300" cy="2262900"/>
          </a:xfrm>
          <a:prstGeom prst="rect">
            <a:avLst/>
          </a:prstGeom>
          <a:noFill/>
          <a:ln>
            <a:noFill/>
          </a:ln>
        </p:spPr>
        <p:txBody>
          <a:bodyPr anchorCtr="0" anchor="b" bIns="100800" lIns="100800" spcFirstLastPara="1" rIns="100800" wrap="square" tIns="100800">
            <a:normAutofit/>
          </a:bodyPr>
          <a:lstStyle>
            <a:lvl1pPr lvl="0" algn="ctr">
              <a:lnSpc>
                <a:spcPct val="100000"/>
              </a:lnSpc>
              <a:spcBef>
                <a:spcPts val="0"/>
              </a:spcBef>
              <a:spcAft>
                <a:spcPts val="0"/>
              </a:spcAft>
              <a:buSzPts val="5700"/>
              <a:buNone/>
              <a:defRPr sz="5700"/>
            </a:lvl1pPr>
            <a:lvl2pPr lvl="1" algn="ctr">
              <a:lnSpc>
                <a:spcPct val="100000"/>
              </a:lnSpc>
              <a:spcBef>
                <a:spcPts val="0"/>
              </a:spcBef>
              <a:spcAft>
                <a:spcPts val="0"/>
              </a:spcAft>
              <a:buSzPts val="5700"/>
              <a:buNone/>
              <a:defRPr sz="5700"/>
            </a:lvl2pPr>
            <a:lvl3pPr lvl="2" algn="ctr">
              <a:lnSpc>
                <a:spcPct val="100000"/>
              </a:lnSpc>
              <a:spcBef>
                <a:spcPts val="0"/>
              </a:spcBef>
              <a:spcAft>
                <a:spcPts val="0"/>
              </a:spcAft>
              <a:buSzPts val="5700"/>
              <a:buNone/>
              <a:defRPr sz="5700"/>
            </a:lvl3pPr>
            <a:lvl4pPr lvl="3" algn="ctr">
              <a:lnSpc>
                <a:spcPct val="100000"/>
              </a:lnSpc>
              <a:spcBef>
                <a:spcPts val="0"/>
              </a:spcBef>
              <a:spcAft>
                <a:spcPts val="0"/>
              </a:spcAft>
              <a:buSzPts val="5700"/>
              <a:buNone/>
              <a:defRPr sz="5700"/>
            </a:lvl4pPr>
            <a:lvl5pPr lvl="4" algn="ctr">
              <a:lnSpc>
                <a:spcPct val="100000"/>
              </a:lnSpc>
              <a:spcBef>
                <a:spcPts val="0"/>
              </a:spcBef>
              <a:spcAft>
                <a:spcPts val="0"/>
              </a:spcAft>
              <a:buSzPts val="5700"/>
              <a:buNone/>
              <a:defRPr sz="5700"/>
            </a:lvl5pPr>
            <a:lvl6pPr lvl="5" algn="ctr">
              <a:lnSpc>
                <a:spcPct val="100000"/>
              </a:lnSpc>
              <a:spcBef>
                <a:spcPts val="0"/>
              </a:spcBef>
              <a:spcAft>
                <a:spcPts val="0"/>
              </a:spcAft>
              <a:buSzPts val="5700"/>
              <a:buNone/>
              <a:defRPr sz="5700"/>
            </a:lvl6pPr>
            <a:lvl7pPr lvl="6" algn="ctr">
              <a:lnSpc>
                <a:spcPct val="100000"/>
              </a:lnSpc>
              <a:spcBef>
                <a:spcPts val="0"/>
              </a:spcBef>
              <a:spcAft>
                <a:spcPts val="0"/>
              </a:spcAft>
              <a:buSzPts val="5700"/>
              <a:buNone/>
              <a:defRPr sz="5700"/>
            </a:lvl7pPr>
            <a:lvl8pPr lvl="7" algn="ctr">
              <a:lnSpc>
                <a:spcPct val="100000"/>
              </a:lnSpc>
              <a:spcBef>
                <a:spcPts val="0"/>
              </a:spcBef>
              <a:spcAft>
                <a:spcPts val="0"/>
              </a:spcAft>
              <a:buSzPts val="5700"/>
              <a:buNone/>
              <a:defRPr sz="5700"/>
            </a:lvl8pPr>
            <a:lvl9pPr lvl="8" algn="ctr">
              <a:lnSpc>
                <a:spcPct val="100000"/>
              </a:lnSpc>
              <a:spcBef>
                <a:spcPts val="0"/>
              </a:spcBef>
              <a:spcAft>
                <a:spcPts val="0"/>
              </a:spcAft>
              <a:buSzPts val="5700"/>
              <a:buNone/>
              <a:defRPr sz="5700"/>
            </a:lvl9pPr>
          </a:lstStyle>
          <a:p/>
        </p:txBody>
      </p:sp>
      <p:sp>
        <p:nvSpPr>
          <p:cNvPr id="17" name="Google Shape;17;p78"/>
          <p:cNvSpPr txBox="1"/>
          <p:nvPr>
            <p:ph idx="1" type="subTitle"/>
          </p:nvPr>
        </p:nvSpPr>
        <p:spPr>
          <a:xfrm>
            <a:off x="343628" y="3124535"/>
            <a:ext cx="9393300" cy="873900"/>
          </a:xfrm>
          <a:prstGeom prst="rect">
            <a:avLst/>
          </a:prstGeom>
          <a:noFill/>
          <a:ln>
            <a:noFill/>
          </a:ln>
        </p:spPr>
        <p:txBody>
          <a:bodyPr anchorCtr="0" anchor="t" bIns="100800" lIns="100800" spcFirstLastPara="1" rIns="100800" wrap="square" tIns="100800">
            <a:normAutofit/>
          </a:bodyPr>
          <a:lstStyle>
            <a:lvl1pPr lvl="0" algn="ctr">
              <a:lnSpc>
                <a:spcPct val="100000"/>
              </a:lnSpc>
              <a:spcBef>
                <a:spcPts val="0"/>
              </a:spcBef>
              <a:spcAft>
                <a:spcPts val="0"/>
              </a:spcAft>
              <a:buSzPts val="3100"/>
              <a:buNone/>
              <a:defRPr sz="3100"/>
            </a:lvl1pPr>
            <a:lvl2pPr lvl="1" algn="ctr">
              <a:lnSpc>
                <a:spcPct val="100000"/>
              </a:lnSpc>
              <a:spcBef>
                <a:spcPts val="0"/>
              </a:spcBef>
              <a:spcAft>
                <a:spcPts val="0"/>
              </a:spcAft>
              <a:buSzPts val="3100"/>
              <a:buNone/>
              <a:defRPr sz="3100"/>
            </a:lvl2pPr>
            <a:lvl3pPr lvl="2" algn="ctr">
              <a:lnSpc>
                <a:spcPct val="100000"/>
              </a:lnSpc>
              <a:spcBef>
                <a:spcPts val="0"/>
              </a:spcBef>
              <a:spcAft>
                <a:spcPts val="0"/>
              </a:spcAft>
              <a:buSzPts val="3100"/>
              <a:buNone/>
              <a:defRPr sz="3100"/>
            </a:lvl3pPr>
            <a:lvl4pPr lvl="3" algn="ctr">
              <a:lnSpc>
                <a:spcPct val="100000"/>
              </a:lnSpc>
              <a:spcBef>
                <a:spcPts val="0"/>
              </a:spcBef>
              <a:spcAft>
                <a:spcPts val="0"/>
              </a:spcAft>
              <a:buSzPts val="3100"/>
              <a:buNone/>
              <a:defRPr sz="3100"/>
            </a:lvl4pPr>
            <a:lvl5pPr lvl="4" algn="ctr">
              <a:lnSpc>
                <a:spcPct val="100000"/>
              </a:lnSpc>
              <a:spcBef>
                <a:spcPts val="0"/>
              </a:spcBef>
              <a:spcAft>
                <a:spcPts val="0"/>
              </a:spcAft>
              <a:buSzPts val="3100"/>
              <a:buNone/>
              <a:defRPr sz="3100"/>
            </a:lvl5pPr>
            <a:lvl6pPr lvl="5" algn="ctr">
              <a:lnSpc>
                <a:spcPct val="100000"/>
              </a:lnSpc>
              <a:spcBef>
                <a:spcPts val="0"/>
              </a:spcBef>
              <a:spcAft>
                <a:spcPts val="0"/>
              </a:spcAft>
              <a:buSzPts val="3100"/>
              <a:buNone/>
              <a:defRPr sz="3100"/>
            </a:lvl6pPr>
            <a:lvl7pPr lvl="6" algn="ctr">
              <a:lnSpc>
                <a:spcPct val="100000"/>
              </a:lnSpc>
              <a:spcBef>
                <a:spcPts val="0"/>
              </a:spcBef>
              <a:spcAft>
                <a:spcPts val="0"/>
              </a:spcAft>
              <a:buSzPts val="3100"/>
              <a:buNone/>
              <a:defRPr sz="3100"/>
            </a:lvl7pPr>
            <a:lvl8pPr lvl="7" algn="ctr">
              <a:lnSpc>
                <a:spcPct val="100000"/>
              </a:lnSpc>
              <a:spcBef>
                <a:spcPts val="0"/>
              </a:spcBef>
              <a:spcAft>
                <a:spcPts val="0"/>
              </a:spcAft>
              <a:buSzPts val="3100"/>
              <a:buNone/>
              <a:defRPr sz="3100"/>
            </a:lvl8pPr>
            <a:lvl9pPr lvl="8" algn="ctr">
              <a:lnSpc>
                <a:spcPct val="100000"/>
              </a:lnSpc>
              <a:spcBef>
                <a:spcPts val="0"/>
              </a:spcBef>
              <a:spcAft>
                <a:spcPts val="0"/>
              </a:spcAft>
              <a:buSzPts val="3100"/>
              <a:buNone/>
              <a:defRPr sz="3100"/>
            </a:lvl9pPr>
          </a:lstStyle>
          <a:p/>
        </p:txBody>
      </p:sp>
      <p:sp>
        <p:nvSpPr>
          <p:cNvPr id="18" name="Google Shape;18;p78"/>
          <p:cNvSpPr txBox="1"/>
          <p:nvPr>
            <p:ph idx="12" type="sldNum"/>
          </p:nvPr>
        </p:nvSpPr>
        <p:spPr>
          <a:xfrm>
            <a:off x="9340297" y="5141053"/>
            <a:ext cx="604800" cy="433800"/>
          </a:xfrm>
          <a:prstGeom prst="rect">
            <a:avLst/>
          </a:prstGeom>
          <a:noFill/>
          <a:ln>
            <a:noFill/>
          </a:ln>
        </p:spPr>
        <p:txBody>
          <a:bodyPr anchorCtr="0" anchor="ctr" bIns="100800" lIns="100800" spcFirstLastPara="1" rIns="100800" wrap="square" tIns="1008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4">
    <p:spTree>
      <p:nvGrpSpPr>
        <p:cNvPr id="19" name="Shape 19"/>
        <p:cNvGrpSpPr/>
        <p:nvPr/>
      </p:nvGrpSpPr>
      <p:grpSpPr>
        <a:xfrm>
          <a:off x="0" y="0"/>
          <a:ext cx="0" cy="0"/>
          <a:chOff x="0" y="0"/>
          <a:chExt cx="0" cy="0"/>
        </a:xfrm>
      </p:grpSpPr>
      <p:sp>
        <p:nvSpPr>
          <p:cNvPr id="20" name="Google Shape;20;p85"/>
          <p:cNvSpPr txBox="1"/>
          <p:nvPr>
            <p:ph type="ctrTitle"/>
          </p:nvPr>
        </p:nvSpPr>
        <p:spPr>
          <a:xfrm>
            <a:off x="343636" y="820871"/>
            <a:ext cx="9393300" cy="2262900"/>
          </a:xfrm>
          <a:prstGeom prst="rect">
            <a:avLst/>
          </a:prstGeom>
          <a:noFill/>
          <a:ln>
            <a:noFill/>
          </a:ln>
        </p:spPr>
        <p:txBody>
          <a:bodyPr anchorCtr="0" anchor="b" bIns="100800" lIns="100800" spcFirstLastPara="1" rIns="100800" wrap="square" tIns="100800">
            <a:normAutofit/>
          </a:bodyPr>
          <a:lstStyle>
            <a:lvl1pPr lvl="0" algn="ctr">
              <a:lnSpc>
                <a:spcPct val="100000"/>
              </a:lnSpc>
              <a:spcBef>
                <a:spcPts val="0"/>
              </a:spcBef>
              <a:spcAft>
                <a:spcPts val="0"/>
              </a:spcAft>
              <a:buSzPts val="5700"/>
              <a:buNone/>
              <a:defRPr sz="5700"/>
            </a:lvl1pPr>
            <a:lvl2pPr lvl="1" algn="ctr">
              <a:lnSpc>
                <a:spcPct val="100000"/>
              </a:lnSpc>
              <a:spcBef>
                <a:spcPts val="0"/>
              </a:spcBef>
              <a:spcAft>
                <a:spcPts val="0"/>
              </a:spcAft>
              <a:buSzPts val="5700"/>
              <a:buNone/>
              <a:defRPr sz="5700"/>
            </a:lvl2pPr>
            <a:lvl3pPr lvl="2" algn="ctr">
              <a:lnSpc>
                <a:spcPct val="100000"/>
              </a:lnSpc>
              <a:spcBef>
                <a:spcPts val="0"/>
              </a:spcBef>
              <a:spcAft>
                <a:spcPts val="0"/>
              </a:spcAft>
              <a:buSzPts val="5700"/>
              <a:buNone/>
              <a:defRPr sz="5700"/>
            </a:lvl3pPr>
            <a:lvl4pPr lvl="3" algn="ctr">
              <a:lnSpc>
                <a:spcPct val="100000"/>
              </a:lnSpc>
              <a:spcBef>
                <a:spcPts val="0"/>
              </a:spcBef>
              <a:spcAft>
                <a:spcPts val="0"/>
              </a:spcAft>
              <a:buSzPts val="5700"/>
              <a:buNone/>
              <a:defRPr sz="5700"/>
            </a:lvl4pPr>
            <a:lvl5pPr lvl="4" algn="ctr">
              <a:lnSpc>
                <a:spcPct val="100000"/>
              </a:lnSpc>
              <a:spcBef>
                <a:spcPts val="0"/>
              </a:spcBef>
              <a:spcAft>
                <a:spcPts val="0"/>
              </a:spcAft>
              <a:buSzPts val="5700"/>
              <a:buNone/>
              <a:defRPr sz="5700"/>
            </a:lvl5pPr>
            <a:lvl6pPr lvl="5" algn="ctr">
              <a:lnSpc>
                <a:spcPct val="100000"/>
              </a:lnSpc>
              <a:spcBef>
                <a:spcPts val="0"/>
              </a:spcBef>
              <a:spcAft>
                <a:spcPts val="0"/>
              </a:spcAft>
              <a:buSzPts val="5700"/>
              <a:buNone/>
              <a:defRPr sz="5700"/>
            </a:lvl6pPr>
            <a:lvl7pPr lvl="6" algn="ctr">
              <a:lnSpc>
                <a:spcPct val="100000"/>
              </a:lnSpc>
              <a:spcBef>
                <a:spcPts val="0"/>
              </a:spcBef>
              <a:spcAft>
                <a:spcPts val="0"/>
              </a:spcAft>
              <a:buSzPts val="5700"/>
              <a:buNone/>
              <a:defRPr sz="5700"/>
            </a:lvl7pPr>
            <a:lvl8pPr lvl="7" algn="ctr">
              <a:lnSpc>
                <a:spcPct val="100000"/>
              </a:lnSpc>
              <a:spcBef>
                <a:spcPts val="0"/>
              </a:spcBef>
              <a:spcAft>
                <a:spcPts val="0"/>
              </a:spcAft>
              <a:buSzPts val="5700"/>
              <a:buNone/>
              <a:defRPr sz="5700"/>
            </a:lvl8pPr>
            <a:lvl9pPr lvl="8" algn="ctr">
              <a:lnSpc>
                <a:spcPct val="100000"/>
              </a:lnSpc>
              <a:spcBef>
                <a:spcPts val="0"/>
              </a:spcBef>
              <a:spcAft>
                <a:spcPts val="0"/>
              </a:spcAft>
              <a:buSzPts val="5700"/>
              <a:buNone/>
              <a:defRPr sz="5700"/>
            </a:lvl9pPr>
          </a:lstStyle>
          <a:p/>
        </p:txBody>
      </p:sp>
      <p:sp>
        <p:nvSpPr>
          <p:cNvPr id="21" name="Google Shape;21;p85"/>
          <p:cNvSpPr txBox="1"/>
          <p:nvPr>
            <p:ph idx="1" type="subTitle"/>
          </p:nvPr>
        </p:nvSpPr>
        <p:spPr>
          <a:xfrm>
            <a:off x="343628" y="3124535"/>
            <a:ext cx="9393300" cy="873900"/>
          </a:xfrm>
          <a:prstGeom prst="rect">
            <a:avLst/>
          </a:prstGeom>
          <a:noFill/>
          <a:ln>
            <a:noFill/>
          </a:ln>
        </p:spPr>
        <p:txBody>
          <a:bodyPr anchorCtr="0" anchor="t" bIns="100800" lIns="100800" spcFirstLastPara="1" rIns="100800" wrap="square" tIns="100800">
            <a:normAutofit/>
          </a:bodyPr>
          <a:lstStyle>
            <a:lvl1pPr lvl="0" algn="ctr">
              <a:lnSpc>
                <a:spcPct val="100000"/>
              </a:lnSpc>
              <a:spcBef>
                <a:spcPts val="0"/>
              </a:spcBef>
              <a:spcAft>
                <a:spcPts val="0"/>
              </a:spcAft>
              <a:buSzPts val="3100"/>
              <a:buNone/>
              <a:defRPr sz="3100"/>
            </a:lvl1pPr>
            <a:lvl2pPr lvl="1" algn="ctr">
              <a:lnSpc>
                <a:spcPct val="100000"/>
              </a:lnSpc>
              <a:spcBef>
                <a:spcPts val="0"/>
              </a:spcBef>
              <a:spcAft>
                <a:spcPts val="0"/>
              </a:spcAft>
              <a:buSzPts val="3100"/>
              <a:buNone/>
              <a:defRPr sz="3100"/>
            </a:lvl2pPr>
            <a:lvl3pPr lvl="2" algn="ctr">
              <a:lnSpc>
                <a:spcPct val="100000"/>
              </a:lnSpc>
              <a:spcBef>
                <a:spcPts val="0"/>
              </a:spcBef>
              <a:spcAft>
                <a:spcPts val="0"/>
              </a:spcAft>
              <a:buSzPts val="3100"/>
              <a:buNone/>
              <a:defRPr sz="3100"/>
            </a:lvl3pPr>
            <a:lvl4pPr lvl="3" algn="ctr">
              <a:lnSpc>
                <a:spcPct val="100000"/>
              </a:lnSpc>
              <a:spcBef>
                <a:spcPts val="0"/>
              </a:spcBef>
              <a:spcAft>
                <a:spcPts val="0"/>
              </a:spcAft>
              <a:buSzPts val="3100"/>
              <a:buNone/>
              <a:defRPr sz="3100"/>
            </a:lvl4pPr>
            <a:lvl5pPr lvl="4" algn="ctr">
              <a:lnSpc>
                <a:spcPct val="100000"/>
              </a:lnSpc>
              <a:spcBef>
                <a:spcPts val="0"/>
              </a:spcBef>
              <a:spcAft>
                <a:spcPts val="0"/>
              </a:spcAft>
              <a:buSzPts val="3100"/>
              <a:buNone/>
              <a:defRPr sz="3100"/>
            </a:lvl5pPr>
            <a:lvl6pPr lvl="5" algn="ctr">
              <a:lnSpc>
                <a:spcPct val="100000"/>
              </a:lnSpc>
              <a:spcBef>
                <a:spcPts val="0"/>
              </a:spcBef>
              <a:spcAft>
                <a:spcPts val="0"/>
              </a:spcAft>
              <a:buSzPts val="3100"/>
              <a:buNone/>
              <a:defRPr sz="3100"/>
            </a:lvl6pPr>
            <a:lvl7pPr lvl="6" algn="ctr">
              <a:lnSpc>
                <a:spcPct val="100000"/>
              </a:lnSpc>
              <a:spcBef>
                <a:spcPts val="0"/>
              </a:spcBef>
              <a:spcAft>
                <a:spcPts val="0"/>
              </a:spcAft>
              <a:buSzPts val="3100"/>
              <a:buNone/>
              <a:defRPr sz="3100"/>
            </a:lvl7pPr>
            <a:lvl8pPr lvl="7" algn="ctr">
              <a:lnSpc>
                <a:spcPct val="100000"/>
              </a:lnSpc>
              <a:spcBef>
                <a:spcPts val="0"/>
              </a:spcBef>
              <a:spcAft>
                <a:spcPts val="0"/>
              </a:spcAft>
              <a:buSzPts val="3100"/>
              <a:buNone/>
              <a:defRPr sz="3100"/>
            </a:lvl8pPr>
            <a:lvl9pPr lvl="8" algn="ctr">
              <a:lnSpc>
                <a:spcPct val="100000"/>
              </a:lnSpc>
              <a:spcBef>
                <a:spcPts val="0"/>
              </a:spcBef>
              <a:spcAft>
                <a:spcPts val="0"/>
              </a:spcAft>
              <a:buSzPts val="3100"/>
              <a:buNone/>
              <a:defRPr sz="3100"/>
            </a:lvl9pPr>
          </a:lstStyle>
          <a:p/>
        </p:txBody>
      </p:sp>
      <p:sp>
        <p:nvSpPr>
          <p:cNvPr id="22" name="Google Shape;22;p85"/>
          <p:cNvSpPr txBox="1"/>
          <p:nvPr>
            <p:ph idx="12" type="sldNum"/>
          </p:nvPr>
        </p:nvSpPr>
        <p:spPr>
          <a:xfrm>
            <a:off x="9340297" y="5141053"/>
            <a:ext cx="604800" cy="433800"/>
          </a:xfrm>
          <a:prstGeom prst="rect">
            <a:avLst/>
          </a:prstGeom>
          <a:noFill/>
          <a:ln>
            <a:noFill/>
          </a:ln>
        </p:spPr>
        <p:txBody>
          <a:bodyPr anchorCtr="0" anchor="ctr" bIns="100800" lIns="100800" spcFirstLastPara="1" rIns="100800" wrap="square" tIns="1008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type="title">
  <p:cSld name="TITLE">
    <p:spTree>
      <p:nvGrpSpPr>
        <p:cNvPr id="23" name="Shape 23"/>
        <p:cNvGrpSpPr/>
        <p:nvPr/>
      </p:nvGrpSpPr>
      <p:grpSpPr>
        <a:xfrm>
          <a:off x="0" y="0"/>
          <a:ext cx="0" cy="0"/>
          <a:chOff x="0" y="0"/>
          <a:chExt cx="0" cy="0"/>
        </a:xfrm>
      </p:grpSpPr>
      <p:sp>
        <p:nvSpPr>
          <p:cNvPr id="24" name="Google Shape;24;p90"/>
          <p:cNvSpPr txBox="1"/>
          <p:nvPr>
            <p:ph type="title"/>
          </p:nvPr>
        </p:nvSpPr>
        <p:spPr>
          <a:xfrm>
            <a:off x="504000" y="226080"/>
            <a:ext cx="9071700" cy="946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90"/>
          <p:cNvSpPr txBox="1"/>
          <p:nvPr>
            <p:ph idx="1" type="subTitle"/>
          </p:nvPr>
        </p:nvSpPr>
        <p:spPr>
          <a:xfrm>
            <a:off x="504000" y="1326600"/>
            <a:ext cx="9071700" cy="32883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90"/>
          <p:cNvSpPr txBox="1"/>
          <p:nvPr>
            <p:ph idx="11" type="ftr"/>
          </p:nvPr>
        </p:nvSpPr>
        <p:spPr>
          <a:xfrm>
            <a:off x="3447360" y="5165280"/>
            <a:ext cx="3195000" cy="3906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rgbClr val="00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90"/>
          <p:cNvSpPr txBox="1"/>
          <p:nvPr>
            <p:ph idx="12" type="sldNum"/>
          </p:nvPr>
        </p:nvSpPr>
        <p:spPr>
          <a:xfrm>
            <a:off x="7227360" y="5165280"/>
            <a:ext cx="2348400" cy="390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uk"/>
              <a:t>‹#›</a:t>
            </a:fld>
            <a:endParaRPr/>
          </a:p>
        </p:txBody>
      </p:sp>
      <p:sp>
        <p:nvSpPr>
          <p:cNvPr id="28" name="Google Shape;28;p90"/>
          <p:cNvSpPr txBox="1"/>
          <p:nvPr>
            <p:ph idx="10" type="dt"/>
          </p:nvPr>
        </p:nvSpPr>
        <p:spPr>
          <a:xfrm>
            <a:off x="504000" y="5165280"/>
            <a:ext cx="2348400" cy="390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00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type="tx">
  <p:cSld name="TITLE_AND_BODY">
    <p:spTree>
      <p:nvGrpSpPr>
        <p:cNvPr id="29" name="Shape 29"/>
        <p:cNvGrpSpPr/>
        <p:nvPr/>
      </p:nvGrpSpPr>
      <p:grpSpPr>
        <a:xfrm>
          <a:off x="0" y="0"/>
          <a:ext cx="0" cy="0"/>
          <a:chOff x="0" y="0"/>
          <a:chExt cx="0" cy="0"/>
        </a:xfrm>
      </p:grpSpPr>
      <p:sp>
        <p:nvSpPr>
          <p:cNvPr id="30" name="Google Shape;30;p91"/>
          <p:cNvSpPr txBox="1"/>
          <p:nvPr>
            <p:ph type="title"/>
          </p:nvPr>
        </p:nvSpPr>
        <p:spPr>
          <a:xfrm>
            <a:off x="504000" y="226080"/>
            <a:ext cx="9071700" cy="946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91"/>
          <p:cNvSpPr txBox="1"/>
          <p:nvPr>
            <p:ph idx="1" type="body"/>
          </p:nvPr>
        </p:nvSpPr>
        <p:spPr>
          <a:xfrm>
            <a:off x="504000" y="1326600"/>
            <a:ext cx="9071700" cy="3288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2" name="Google Shape;32;p91"/>
          <p:cNvSpPr txBox="1"/>
          <p:nvPr>
            <p:ph idx="11" type="ftr"/>
          </p:nvPr>
        </p:nvSpPr>
        <p:spPr>
          <a:xfrm>
            <a:off x="3447360" y="5165280"/>
            <a:ext cx="3195000" cy="3906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rgbClr val="00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91"/>
          <p:cNvSpPr txBox="1"/>
          <p:nvPr>
            <p:ph idx="12" type="sldNum"/>
          </p:nvPr>
        </p:nvSpPr>
        <p:spPr>
          <a:xfrm>
            <a:off x="7227360" y="5165280"/>
            <a:ext cx="2348400" cy="390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uk"/>
              <a:t>‹#›</a:t>
            </a:fld>
            <a:endParaRPr/>
          </a:p>
        </p:txBody>
      </p:sp>
      <p:sp>
        <p:nvSpPr>
          <p:cNvPr id="34" name="Google Shape;34;p91"/>
          <p:cNvSpPr txBox="1"/>
          <p:nvPr>
            <p:ph idx="10" type="dt"/>
          </p:nvPr>
        </p:nvSpPr>
        <p:spPr>
          <a:xfrm>
            <a:off x="504000" y="5165280"/>
            <a:ext cx="2348400" cy="390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00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3">
    <p:spTree>
      <p:nvGrpSpPr>
        <p:cNvPr id="35" name="Shape 35"/>
        <p:cNvGrpSpPr/>
        <p:nvPr/>
      </p:nvGrpSpPr>
      <p:grpSpPr>
        <a:xfrm>
          <a:off x="0" y="0"/>
          <a:ext cx="0" cy="0"/>
          <a:chOff x="0" y="0"/>
          <a:chExt cx="0" cy="0"/>
        </a:xfrm>
      </p:grpSpPr>
      <p:sp>
        <p:nvSpPr>
          <p:cNvPr id="36" name="Google Shape;36;p92"/>
          <p:cNvSpPr txBox="1"/>
          <p:nvPr>
            <p:ph type="ctrTitle"/>
          </p:nvPr>
        </p:nvSpPr>
        <p:spPr>
          <a:xfrm>
            <a:off x="343636" y="820871"/>
            <a:ext cx="9393300" cy="2262900"/>
          </a:xfrm>
          <a:prstGeom prst="rect">
            <a:avLst/>
          </a:prstGeom>
          <a:noFill/>
          <a:ln>
            <a:noFill/>
          </a:ln>
        </p:spPr>
        <p:txBody>
          <a:bodyPr anchorCtr="0" anchor="b" bIns="100800" lIns="100800" spcFirstLastPara="1" rIns="100800" wrap="square" tIns="100800">
            <a:normAutofit/>
          </a:bodyPr>
          <a:lstStyle>
            <a:lvl1pPr lvl="0" algn="ctr">
              <a:lnSpc>
                <a:spcPct val="100000"/>
              </a:lnSpc>
              <a:spcBef>
                <a:spcPts val="0"/>
              </a:spcBef>
              <a:spcAft>
                <a:spcPts val="0"/>
              </a:spcAft>
              <a:buSzPts val="5700"/>
              <a:buNone/>
              <a:defRPr sz="5700"/>
            </a:lvl1pPr>
            <a:lvl2pPr lvl="1" algn="ctr">
              <a:lnSpc>
                <a:spcPct val="100000"/>
              </a:lnSpc>
              <a:spcBef>
                <a:spcPts val="0"/>
              </a:spcBef>
              <a:spcAft>
                <a:spcPts val="0"/>
              </a:spcAft>
              <a:buSzPts val="5700"/>
              <a:buNone/>
              <a:defRPr sz="5700"/>
            </a:lvl2pPr>
            <a:lvl3pPr lvl="2" algn="ctr">
              <a:lnSpc>
                <a:spcPct val="100000"/>
              </a:lnSpc>
              <a:spcBef>
                <a:spcPts val="0"/>
              </a:spcBef>
              <a:spcAft>
                <a:spcPts val="0"/>
              </a:spcAft>
              <a:buSzPts val="5700"/>
              <a:buNone/>
              <a:defRPr sz="5700"/>
            </a:lvl3pPr>
            <a:lvl4pPr lvl="3" algn="ctr">
              <a:lnSpc>
                <a:spcPct val="100000"/>
              </a:lnSpc>
              <a:spcBef>
                <a:spcPts val="0"/>
              </a:spcBef>
              <a:spcAft>
                <a:spcPts val="0"/>
              </a:spcAft>
              <a:buSzPts val="5700"/>
              <a:buNone/>
              <a:defRPr sz="5700"/>
            </a:lvl4pPr>
            <a:lvl5pPr lvl="4" algn="ctr">
              <a:lnSpc>
                <a:spcPct val="100000"/>
              </a:lnSpc>
              <a:spcBef>
                <a:spcPts val="0"/>
              </a:spcBef>
              <a:spcAft>
                <a:spcPts val="0"/>
              </a:spcAft>
              <a:buSzPts val="5700"/>
              <a:buNone/>
              <a:defRPr sz="5700"/>
            </a:lvl5pPr>
            <a:lvl6pPr lvl="5" algn="ctr">
              <a:lnSpc>
                <a:spcPct val="100000"/>
              </a:lnSpc>
              <a:spcBef>
                <a:spcPts val="0"/>
              </a:spcBef>
              <a:spcAft>
                <a:spcPts val="0"/>
              </a:spcAft>
              <a:buSzPts val="5700"/>
              <a:buNone/>
              <a:defRPr sz="5700"/>
            </a:lvl6pPr>
            <a:lvl7pPr lvl="6" algn="ctr">
              <a:lnSpc>
                <a:spcPct val="100000"/>
              </a:lnSpc>
              <a:spcBef>
                <a:spcPts val="0"/>
              </a:spcBef>
              <a:spcAft>
                <a:spcPts val="0"/>
              </a:spcAft>
              <a:buSzPts val="5700"/>
              <a:buNone/>
              <a:defRPr sz="5700"/>
            </a:lvl7pPr>
            <a:lvl8pPr lvl="7" algn="ctr">
              <a:lnSpc>
                <a:spcPct val="100000"/>
              </a:lnSpc>
              <a:spcBef>
                <a:spcPts val="0"/>
              </a:spcBef>
              <a:spcAft>
                <a:spcPts val="0"/>
              </a:spcAft>
              <a:buSzPts val="5700"/>
              <a:buNone/>
              <a:defRPr sz="5700"/>
            </a:lvl8pPr>
            <a:lvl9pPr lvl="8" algn="ctr">
              <a:lnSpc>
                <a:spcPct val="100000"/>
              </a:lnSpc>
              <a:spcBef>
                <a:spcPts val="0"/>
              </a:spcBef>
              <a:spcAft>
                <a:spcPts val="0"/>
              </a:spcAft>
              <a:buSzPts val="5700"/>
              <a:buNone/>
              <a:defRPr sz="5700"/>
            </a:lvl9pPr>
          </a:lstStyle>
          <a:p/>
        </p:txBody>
      </p:sp>
      <p:sp>
        <p:nvSpPr>
          <p:cNvPr id="37" name="Google Shape;37;p92"/>
          <p:cNvSpPr txBox="1"/>
          <p:nvPr>
            <p:ph idx="1" type="subTitle"/>
          </p:nvPr>
        </p:nvSpPr>
        <p:spPr>
          <a:xfrm>
            <a:off x="343628" y="3124535"/>
            <a:ext cx="9393300" cy="873900"/>
          </a:xfrm>
          <a:prstGeom prst="rect">
            <a:avLst/>
          </a:prstGeom>
          <a:noFill/>
          <a:ln>
            <a:noFill/>
          </a:ln>
        </p:spPr>
        <p:txBody>
          <a:bodyPr anchorCtr="0" anchor="t" bIns="100800" lIns="100800" spcFirstLastPara="1" rIns="100800" wrap="square" tIns="100800">
            <a:normAutofit/>
          </a:bodyPr>
          <a:lstStyle>
            <a:lvl1pPr lvl="0" algn="ctr">
              <a:lnSpc>
                <a:spcPct val="100000"/>
              </a:lnSpc>
              <a:spcBef>
                <a:spcPts val="0"/>
              </a:spcBef>
              <a:spcAft>
                <a:spcPts val="0"/>
              </a:spcAft>
              <a:buSzPts val="3100"/>
              <a:buNone/>
              <a:defRPr sz="3100"/>
            </a:lvl1pPr>
            <a:lvl2pPr lvl="1" algn="ctr">
              <a:lnSpc>
                <a:spcPct val="100000"/>
              </a:lnSpc>
              <a:spcBef>
                <a:spcPts val="0"/>
              </a:spcBef>
              <a:spcAft>
                <a:spcPts val="0"/>
              </a:spcAft>
              <a:buSzPts val="3100"/>
              <a:buNone/>
              <a:defRPr sz="3100"/>
            </a:lvl2pPr>
            <a:lvl3pPr lvl="2" algn="ctr">
              <a:lnSpc>
                <a:spcPct val="100000"/>
              </a:lnSpc>
              <a:spcBef>
                <a:spcPts val="0"/>
              </a:spcBef>
              <a:spcAft>
                <a:spcPts val="0"/>
              </a:spcAft>
              <a:buSzPts val="3100"/>
              <a:buNone/>
              <a:defRPr sz="3100"/>
            </a:lvl3pPr>
            <a:lvl4pPr lvl="3" algn="ctr">
              <a:lnSpc>
                <a:spcPct val="100000"/>
              </a:lnSpc>
              <a:spcBef>
                <a:spcPts val="0"/>
              </a:spcBef>
              <a:spcAft>
                <a:spcPts val="0"/>
              </a:spcAft>
              <a:buSzPts val="3100"/>
              <a:buNone/>
              <a:defRPr sz="3100"/>
            </a:lvl4pPr>
            <a:lvl5pPr lvl="4" algn="ctr">
              <a:lnSpc>
                <a:spcPct val="100000"/>
              </a:lnSpc>
              <a:spcBef>
                <a:spcPts val="0"/>
              </a:spcBef>
              <a:spcAft>
                <a:spcPts val="0"/>
              </a:spcAft>
              <a:buSzPts val="3100"/>
              <a:buNone/>
              <a:defRPr sz="3100"/>
            </a:lvl5pPr>
            <a:lvl6pPr lvl="5" algn="ctr">
              <a:lnSpc>
                <a:spcPct val="100000"/>
              </a:lnSpc>
              <a:spcBef>
                <a:spcPts val="0"/>
              </a:spcBef>
              <a:spcAft>
                <a:spcPts val="0"/>
              </a:spcAft>
              <a:buSzPts val="3100"/>
              <a:buNone/>
              <a:defRPr sz="3100"/>
            </a:lvl6pPr>
            <a:lvl7pPr lvl="6" algn="ctr">
              <a:lnSpc>
                <a:spcPct val="100000"/>
              </a:lnSpc>
              <a:spcBef>
                <a:spcPts val="0"/>
              </a:spcBef>
              <a:spcAft>
                <a:spcPts val="0"/>
              </a:spcAft>
              <a:buSzPts val="3100"/>
              <a:buNone/>
              <a:defRPr sz="3100"/>
            </a:lvl7pPr>
            <a:lvl8pPr lvl="7" algn="ctr">
              <a:lnSpc>
                <a:spcPct val="100000"/>
              </a:lnSpc>
              <a:spcBef>
                <a:spcPts val="0"/>
              </a:spcBef>
              <a:spcAft>
                <a:spcPts val="0"/>
              </a:spcAft>
              <a:buSzPts val="3100"/>
              <a:buNone/>
              <a:defRPr sz="3100"/>
            </a:lvl8pPr>
            <a:lvl9pPr lvl="8" algn="ctr">
              <a:lnSpc>
                <a:spcPct val="100000"/>
              </a:lnSpc>
              <a:spcBef>
                <a:spcPts val="0"/>
              </a:spcBef>
              <a:spcAft>
                <a:spcPts val="0"/>
              </a:spcAft>
              <a:buSzPts val="3100"/>
              <a:buNone/>
              <a:defRPr sz="3100"/>
            </a:lvl9pPr>
          </a:lstStyle>
          <a:p/>
        </p:txBody>
      </p:sp>
      <p:sp>
        <p:nvSpPr>
          <p:cNvPr id="38" name="Google Shape;38;p92"/>
          <p:cNvSpPr txBox="1"/>
          <p:nvPr>
            <p:ph idx="12" type="sldNum"/>
          </p:nvPr>
        </p:nvSpPr>
        <p:spPr>
          <a:xfrm>
            <a:off x="9340297" y="5141053"/>
            <a:ext cx="604800" cy="433800"/>
          </a:xfrm>
          <a:prstGeom prst="rect">
            <a:avLst/>
          </a:prstGeom>
          <a:noFill/>
          <a:ln>
            <a:noFill/>
          </a:ln>
        </p:spPr>
        <p:txBody>
          <a:bodyPr anchorCtr="0" anchor="ctr" bIns="100800" lIns="100800" spcFirstLastPara="1" rIns="100800" wrap="square" tIns="1008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5">
    <p:spTree>
      <p:nvGrpSpPr>
        <p:cNvPr id="39" name="Shape 39"/>
        <p:cNvGrpSpPr/>
        <p:nvPr/>
      </p:nvGrpSpPr>
      <p:grpSpPr>
        <a:xfrm>
          <a:off x="0" y="0"/>
          <a:ext cx="0" cy="0"/>
          <a:chOff x="0" y="0"/>
          <a:chExt cx="0" cy="0"/>
        </a:xfrm>
      </p:grpSpPr>
      <p:sp>
        <p:nvSpPr>
          <p:cNvPr id="40" name="Google Shape;40;p93"/>
          <p:cNvSpPr txBox="1"/>
          <p:nvPr>
            <p:ph type="ctrTitle"/>
          </p:nvPr>
        </p:nvSpPr>
        <p:spPr>
          <a:xfrm>
            <a:off x="343636" y="820871"/>
            <a:ext cx="9393300" cy="2262900"/>
          </a:xfrm>
          <a:prstGeom prst="rect">
            <a:avLst/>
          </a:prstGeom>
          <a:noFill/>
          <a:ln>
            <a:noFill/>
          </a:ln>
        </p:spPr>
        <p:txBody>
          <a:bodyPr anchorCtr="0" anchor="b" bIns="100800" lIns="100800" spcFirstLastPara="1" rIns="100800" wrap="square" tIns="100800">
            <a:normAutofit/>
          </a:bodyPr>
          <a:lstStyle>
            <a:lvl1pPr lvl="0" algn="ctr">
              <a:lnSpc>
                <a:spcPct val="100000"/>
              </a:lnSpc>
              <a:spcBef>
                <a:spcPts val="0"/>
              </a:spcBef>
              <a:spcAft>
                <a:spcPts val="0"/>
              </a:spcAft>
              <a:buSzPts val="5700"/>
              <a:buNone/>
              <a:defRPr sz="5700"/>
            </a:lvl1pPr>
            <a:lvl2pPr lvl="1" algn="ctr">
              <a:lnSpc>
                <a:spcPct val="100000"/>
              </a:lnSpc>
              <a:spcBef>
                <a:spcPts val="0"/>
              </a:spcBef>
              <a:spcAft>
                <a:spcPts val="0"/>
              </a:spcAft>
              <a:buSzPts val="5700"/>
              <a:buNone/>
              <a:defRPr sz="5700"/>
            </a:lvl2pPr>
            <a:lvl3pPr lvl="2" algn="ctr">
              <a:lnSpc>
                <a:spcPct val="100000"/>
              </a:lnSpc>
              <a:spcBef>
                <a:spcPts val="0"/>
              </a:spcBef>
              <a:spcAft>
                <a:spcPts val="0"/>
              </a:spcAft>
              <a:buSzPts val="5700"/>
              <a:buNone/>
              <a:defRPr sz="5700"/>
            </a:lvl3pPr>
            <a:lvl4pPr lvl="3" algn="ctr">
              <a:lnSpc>
                <a:spcPct val="100000"/>
              </a:lnSpc>
              <a:spcBef>
                <a:spcPts val="0"/>
              </a:spcBef>
              <a:spcAft>
                <a:spcPts val="0"/>
              </a:spcAft>
              <a:buSzPts val="5700"/>
              <a:buNone/>
              <a:defRPr sz="5700"/>
            </a:lvl4pPr>
            <a:lvl5pPr lvl="4" algn="ctr">
              <a:lnSpc>
                <a:spcPct val="100000"/>
              </a:lnSpc>
              <a:spcBef>
                <a:spcPts val="0"/>
              </a:spcBef>
              <a:spcAft>
                <a:spcPts val="0"/>
              </a:spcAft>
              <a:buSzPts val="5700"/>
              <a:buNone/>
              <a:defRPr sz="5700"/>
            </a:lvl5pPr>
            <a:lvl6pPr lvl="5" algn="ctr">
              <a:lnSpc>
                <a:spcPct val="100000"/>
              </a:lnSpc>
              <a:spcBef>
                <a:spcPts val="0"/>
              </a:spcBef>
              <a:spcAft>
                <a:spcPts val="0"/>
              </a:spcAft>
              <a:buSzPts val="5700"/>
              <a:buNone/>
              <a:defRPr sz="5700"/>
            </a:lvl6pPr>
            <a:lvl7pPr lvl="6" algn="ctr">
              <a:lnSpc>
                <a:spcPct val="100000"/>
              </a:lnSpc>
              <a:spcBef>
                <a:spcPts val="0"/>
              </a:spcBef>
              <a:spcAft>
                <a:spcPts val="0"/>
              </a:spcAft>
              <a:buSzPts val="5700"/>
              <a:buNone/>
              <a:defRPr sz="5700"/>
            </a:lvl7pPr>
            <a:lvl8pPr lvl="7" algn="ctr">
              <a:lnSpc>
                <a:spcPct val="100000"/>
              </a:lnSpc>
              <a:spcBef>
                <a:spcPts val="0"/>
              </a:spcBef>
              <a:spcAft>
                <a:spcPts val="0"/>
              </a:spcAft>
              <a:buSzPts val="5700"/>
              <a:buNone/>
              <a:defRPr sz="5700"/>
            </a:lvl8pPr>
            <a:lvl9pPr lvl="8" algn="ctr">
              <a:lnSpc>
                <a:spcPct val="100000"/>
              </a:lnSpc>
              <a:spcBef>
                <a:spcPts val="0"/>
              </a:spcBef>
              <a:spcAft>
                <a:spcPts val="0"/>
              </a:spcAft>
              <a:buSzPts val="5700"/>
              <a:buNone/>
              <a:defRPr sz="5700"/>
            </a:lvl9pPr>
          </a:lstStyle>
          <a:p/>
        </p:txBody>
      </p:sp>
      <p:sp>
        <p:nvSpPr>
          <p:cNvPr id="41" name="Google Shape;41;p93"/>
          <p:cNvSpPr txBox="1"/>
          <p:nvPr>
            <p:ph idx="1" type="subTitle"/>
          </p:nvPr>
        </p:nvSpPr>
        <p:spPr>
          <a:xfrm>
            <a:off x="343628" y="3124535"/>
            <a:ext cx="9393300" cy="873900"/>
          </a:xfrm>
          <a:prstGeom prst="rect">
            <a:avLst/>
          </a:prstGeom>
          <a:noFill/>
          <a:ln>
            <a:noFill/>
          </a:ln>
        </p:spPr>
        <p:txBody>
          <a:bodyPr anchorCtr="0" anchor="t" bIns="100800" lIns="100800" spcFirstLastPara="1" rIns="100800" wrap="square" tIns="100800">
            <a:normAutofit/>
          </a:bodyPr>
          <a:lstStyle>
            <a:lvl1pPr lvl="0" algn="ctr">
              <a:lnSpc>
                <a:spcPct val="100000"/>
              </a:lnSpc>
              <a:spcBef>
                <a:spcPts val="0"/>
              </a:spcBef>
              <a:spcAft>
                <a:spcPts val="0"/>
              </a:spcAft>
              <a:buSzPts val="3100"/>
              <a:buNone/>
              <a:defRPr sz="3100"/>
            </a:lvl1pPr>
            <a:lvl2pPr lvl="1" algn="ctr">
              <a:lnSpc>
                <a:spcPct val="100000"/>
              </a:lnSpc>
              <a:spcBef>
                <a:spcPts val="0"/>
              </a:spcBef>
              <a:spcAft>
                <a:spcPts val="0"/>
              </a:spcAft>
              <a:buSzPts val="3100"/>
              <a:buNone/>
              <a:defRPr sz="3100"/>
            </a:lvl2pPr>
            <a:lvl3pPr lvl="2" algn="ctr">
              <a:lnSpc>
                <a:spcPct val="100000"/>
              </a:lnSpc>
              <a:spcBef>
                <a:spcPts val="0"/>
              </a:spcBef>
              <a:spcAft>
                <a:spcPts val="0"/>
              </a:spcAft>
              <a:buSzPts val="3100"/>
              <a:buNone/>
              <a:defRPr sz="3100"/>
            </a:lvl3pPr>
            <a:lvl4pPr lvl="3" algn="ctr">
              <a:lnSpc>
                <a:spcPct val="100000"/>
              </a:lnSpc>
              <a:spcBef>
                <a:spcPts val="0"/>
              </a:spcBef>
              <a:spcAft>
                <a:spcPts val="0"/>
              </a:spcAft>
              <a:buSzPts val="3100"/>
              <a:buNone/>
              <a:defRPr sz="3100"/>
            </a:lvl4pPr>
            <a:lvl5pPr lvl="4" algn="ctr">
              <a:lnSpc>
                <a:spcPct val="100000"/>
              </a:lnSpc>
              <a:spcBef>
                <a:spcPts val="0"/>
              </a:spcBef>
              <a:spcAft>
                <a:spcPts val="0"/>
              </a:spcAft>
              <a:buSzPts val="3100"/>
              <a:buNone/>
              <a:defRPr sz="3100"/>
            </a:lvl5pPr>
            <a:lvl6pPr lvl="5" algn="ctr">
              <a:lnSpc>
                <a:spcPct val="100000"/>
              </a:lnSpc>
              <a:spcBef>
                <a:spcPts val="0"/>
              </a:spcBef>
              <a:spcAft>
                <a:spcPts val="0"/>
              </a:spcAft>
              <a:buSzPts val="3100"/>
              <a:buNone/>
              <a:defRPr sz="3100"/>
            </a:lvl6pPr>
            <a:lvl7pPr lvl="6" algn="ctr">
              <a:lnSpc>
                <a:spcPct val="100000"/>
              </a:lnSpc>
              <a:spcBef>
                <a:spcPts val="0"/>
              </a:spcBef>
              <a:spcAft>
                <a:spcPts val="0"/>
              </a:spcAft>
              <a:buSzPts val="3100"/>
              <a:buNone/>
              <a:defRPr sz="3100"/>
            </a:lvl7pPr>
            <a:lvl8pPr lvl="7" algn="ctr">
              <a:lnSpc>
                <a:spcPct val="100000"/>
              </a:lnSpc>
              <a:spcBef>
                <a:spcPts val="0"/>
              </a:spcBef>
              <a:spcAft>
                <a:spcPts val="0"/>
              </a:spcAft>
              <a:buSzPts val="3100"/>
              <a:buNone/>
              <a:defRPr sz="3100"/>
            </a:lvl8pPr>
            <a:lvl9pPr lvl="8" algn="ctr">
              <a:lnSpc>
                <a:spcPct val="100000"/>
              </a:lnSpc>
              <a:spcBef>
                <a:spcPts val="0"/>
              </a:spcBef>
              <a:spcAft>
                <a:spcPts val="0"/>
              </a:spcAft>
              <a:buSzPts val="3100"/>
              <a:buNone/>
              <a:defRPr sz="3100"/>
            </a:lvl9pPr>
          </a:lstStyle>
          <a:p/>
        </p:txBody>
      </p:sp>
      <p:sp>
        <p:nvSpPr>
          <p:cNvPr id="42" name="Google Shape;42;p93"/>
          <p:cNvSpPr txBox="1"/>
          <p:nvPr>
            <p:ph idx="12" type="sldNum"/>
          </p:nvPr>
        </p:nvSpPr>
        <p:spPr>
          <a:xfrm>
            <a:off x="9340297" y="5141053"/>
            <a:ext cx="604800" cy="433800"/>
          </a:xfrm>
          <a:prstGeom prst="rect">
            <a:avLst/>
          </a:prstGeom>
          <a:noFill/>
          <a:ln>
            <a:noFill/>
          </a:ln>
        </p:spPr>
        <p:txBody>
          <a:bodyPr anchorCtr="0" anchor="ctr" bIns="100800" lIns="100800" spcFirstLastPara="1" rIns="100800" wrap="square" tIns="1008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_6">
    <p:spTree>
      <p:nvGrpSpPr>
        <p:cNvPr id="43" name="Shape 43"/>
        <p:cNvGrpSpPr/>
        <p:nvPr/>
      </p:nvGrpSpPr>
      <p:grpSpPr>
        <a:xfrm>
          <a:off x="0" y="0"/>
          <a:ext cx="0" cy="0"/>
          <a:chOff x="0" y="0"/>
          <a:chExt cx="0" cy="0"/>
        </a:xfrm>
      </p:grpSpPr>
      <p:sp>
        <p:nvSpPr>
          <p:cNvPr id="44" name="Google Shape;44;p94"/>
          <p:cNvSpPr txBox="1"/>
          <p:nvPr>
            <p:ph type="ctrTitle"/>
          </p:nvPr>
        </p:nvSpPr>
        <p:spPr>
          <a:xfrm>
            <a:off x="343637" y="820871"/>
            <a:ext cx="9393300" cy="22629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SzPts val="5700"/>
              <a:buNone/>
              <a:defRPr sz="5700"/>
            </a:lvl1pPr>
            <a:lvl2pPr lvl="1" algn="ctr">
              <a:lnSpc>
                <a:spcPct val="100000"/>
              </a:lnSpc>
              <a:spcBef>
                <a:spcPts val="0"/>
              </a:spcBef>
              <a:spcAft>
                <a:spcPts val="0"/>
              </a:spcAft>
              <a:buSzPts val="5700"/>
              <a:buNone/>
              <a:defRPr sz="5700"/>
            </a:lvl2pPr>
            <a:lvl3pPr lvl="2" algn="ctr">
              <a:lnSpc>
                <a:spcPct val="100000"/>
              </a:lnSpc>
              <a:spcBef>
                <a:spcPts val="0"/>
              </a:spcBef>
              <a:spcAft>
                <a:spcPts val="0"/>
              </a:spcAft>
              <a:buSzPts val="5700"/>
              <a:buNone/>
              <a:defRPr sz="5700"/>
            </a:lvl3pPr>
            <a:lvl4pPr lvl="3" algn="ctr">
              <a:lnSpc>
                <a:spcPct val="100000"/>
              </a:lnSpc>
              <a:spcBef>
                <a:spcPts val="0"/>
              </a:spcBef>
              <a:spcAft>
                <a:spcPts val="0"/>
              </a:spcAft>
              <a:buSzPts val="5700"/>
              <a:buNone/>
              <a:defRPr sz="5700"/>
            </a:lvl4pPr>
            <a:lvl5pPr lvl="4" algn="ctr">
              <a:lnSpc>
                <a:spcPct val="100000"/>
              </a:lnSpc>
              <a:spcBef>
                <a:spcPts val="0"/>
              </a:spcBef>
              <a:spcAft>
                <a:spcPts val="0"/>
              </a:spcAft>
              <a:buSzPts val="5700"/>
              <a:buNone/>
              <a:defRPr sz="5700"/>
            </a:lvl5pPr>
            <a:lvl6pPr lvl="5" algn="ctr">
              <a:lnSpc>
                <a:spcPct val="100000"/>
              </a:lnSpc>
              <a:spcBef>
                <a:spcPts val="0"/>
              </a:spcBef>
              <a:spcAft>
                <a:spcPts val="0"/>
              </a:spcAft>
              <a:buSzPts val="5700"/>
              <a:buNone/>
              <a:defRPr sz="5700"/>
            </a:lvl6pPr>
            <a:lvl7pPr lvl="6" algn="ctr">
              <a:lnSpc>
                <a:spcPct val="100000"/>
              </a:lnSpc>
              <a:spcBef>
                <a:spcPts val="0"/>
              </a:spcBef>
              <a:spcAft>
                <a:spcPts val="0"/>
              </a:spcAft>
              <a:buSzPts val="5700"/>
              <a:buNone/>
              <a:defRPr sz="5700"/>
            </a:lvl7pPr>
            <a:lvl8pPr lvl="7" algn="ctr">
              <a:lnSpc>
                <a:spcPct val="100000"/>
              </a:lnSpc>
              <a:spcBef>
                <a:spcPts val="0"/>
              </a:spcBef>
              <a:spcAft>
                <a:spcPts val="0"/>
              </a:spcAft>
              <a:buSzPts val="5700"/>
              <a:buNone/>
              <a:defRPr sz="5700"/>
            </a:lvl8pPr>
            <a:lvl9pPr lvl="8" algn="ctr">
              <a:lnSpc>
                <a:spcPct val="100000"/>
              </a:lnSpc>
              <a:spcBef>
                <a:spcPts val="0"/>
              </a:spcBef>
              <a:spcAft>
                <a:spcPts val="0"/>
              </a:spcAft>
              <a:buSzPts val="5700"/>
              <a:buNone/>
              <a:defRPr sz="5700"/>
            </a:lvl9pPr>
          </a:lstStyle>
          <a:p/>
        </p:txBody>
      </p:sp>
      <p:sp>
        <p:nvSpPr>
          <p:cNvPr id="45" name="Google Shape;45;p94"/>
          <p:cNvSpPr txBox="1"/>
          <p:nvPr>
            <p:ph idx="1" type="subTitle"/>
          </p:nvPr>
        </p:nvSpPr>
        <p:spPr>
          <a:xfrm>
            <a:off x="343628" y="3124535"/>
            <a:ext cx="9393300" cy="873900"/>
          </a:xfrm>
          <a:prstGeom prst="rect">
            <a:avLst/>
          </a:prstGeom>
          <a:noFill/>
          <a:ln>
            <a:noFill/>
          </a:ln>
        </p:spPr>
        <p:txBody>
          <a:bodyPr anchorCtr="0" anchor="t" bIns="0" lIns="0" spcFirstLastPara="1" rIns="0" wrap="square" tIns="0">
            <a:normAutofit/>
          </a:bodyPr>
          <a:lstStyle>
            <a:lvl1pPr lvl="0" algn="ctr">
              <a:lnSpc>
                <a:spcPct val="100000"/>
              </a:lnSpc>
              <a:spcBef>
                <a:spcPts val="0"/>
              </a:spcBef>
              <a:spcAft>
                <a:spcPts val="0"/>
              </a:spcAft>
              <a:buSzPts val="3100"/>
              <a:buNone/>
              <a:defRPr sz="3100"/>
            </a:lvl1pPr>
            <a:lvl2pPr lvl="1" algn="ctr">
              <a:lnSpc>
                <a:spcPct val="100000"/>
              </a:lnSpc>
              <a:spcBef>
                <a:spcPts val="0"/>
              </a:spcBef>
              <a:spcAft>
                <a:spcPts val="0"/>
              </a:spcAft>
              <a:buSzPts val="3100"/>
              <a:buNone/>
              <a:defRPr sz="3100"/>
            </a:lvl2pPr>
            <a:lvl3pPr lvl="2" algn="ctr">
              <a:lnSpc>
                <a:spcPct val="100000"/>
              </a:lnSpc>
              <a:spcBef>
                <a:spcPts val="0"/>
              </a:spcBef>
              <a:spcAft>
                <a:spcPts val="0"/>
              </a:spcAft>
              <a:buSzPts val="3100"/>
              <a:buNone/>
              <a:defRPr sz="3100"/>
            </a:lvl3pPr>
            <a:lvl4pPr lvl="3" algn="ctr">
              <a:lnSpc>
                <a:spcPct val="100000"/>
              </a:lnSpc>
              <a:spcBef>
                <a:spcPts val="0"/>
              </a:spcBef>
              <a:spcAft>
                <a:spcPts val="0"/>
              </a:spcAft>
              <a:buSzPts val="3100"/>
              <a:buNone/>
              <a:defRPr sz="3100"/>
            </a:lvl4pPr>
            <a:lvl5pPr lvl="4" algn="ctr">
              <a:lnSpc>
                <a:spcPct val="100000"/>
              </a:lnSpc>
              <a:spcBef>
                <a:spcPts val="0"/>
              </a:spcBef>
              <a:spcAft>
                <a:spcPts val="0"/>
              </a:spcAft>
              <a:buSzPts val="3100"/>
              <a:buNone/>
              <a:defRPr sz="3100"/>
            </a:lvl5pPr>
            <a:lvl6pPr lvl="5" algn="ctr">
              <a:lnSpc>
                <a:spcPct val="100000"/>
              </a:lnSpc>
              <a:spcBef>
                <a:spcPts val="0"/>
              </a:spcBef>
              <a:spcAft>
                <a:spcPts val="0"/>
              </a:spcAft>
              <a:buSzPts val="3100"/>
              <a:buNone/>
              <a:defRPr sz="3100"/>
            </a:lvl6pPr>
            <a:lvl7pPr lvl="6" algn="ctr">
              <a:lnSpc>
                <a:spcPct val="100000"/>
              </a:lnSpc>
              <a:spcBef>
                <a:spcPts val="0"/>
              </a:spcBef>
              <a:spcAft>
                <a:spcPts val="0"/>
              </a:spcAft>
              <a:buSzPts val="3100"/>
              <a:buNone/>
              <a:defRPr sz="3100"/>
            </a:lvl7pPr>
            <a:lvl8pPr lvl="7" algn="ctr">
              <a:lnSpc>
                <a:spcPct val="100000"/>
              </a:lnSpc>
              <a:spcBef>
                <a:spcPts val="0"/>
              </a:spcBef>
              <a:spcAft>
                <a:spcPts val="0"/>
              </a:spcAft>
              <a:buSzPts val="3100"/>
              <a:buNone/>
              <a:defRPr sz="3100"/>
            </a:lvl8pPr>
            <a:lvl9pPr lvl="8" algn="ctr">
              <a:lnSpc>
                <a:spcPct val="100000"/>
              </a:lnSpc>
              <a:spcBef>
                <a:spcPts val="0"/>
              </a:spcBef>
              <a:spcAft>
                <a:spcPts val="0"/>
              </a:spcAft>
              <a:buSzPts val="3100"/>
              <a:buNone/>
              <a:defRPr sz="3100"/>
            </a:lvl9pPr>
          </a:lstStyle>
          <a:p/>
        </p:txBody>
      </p:sp>
      <p:sp>
        <p:nvSpPr>
          <p:cNvPr id="46" name="Google Shape;46;p94"/>
          <p:cNvSpPr txBox="1"/>
          <p:nvPr>
            <p:ph idx="12" type="sldNum"/>
          </p:nvPr>
        </p:nvSpPr>
        <p:spPr>
          <a:xfrm>
            <a:off x="9340296" y="5141053"/>
            <a:ext cx="604800" cy="4338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1" name="Shape 51"/>
        <p:cNvGrpSpPr/>
        <p:nvPr/>
      </p:nvGrpSpPr>
      <p:grpSpPr>
        <a:xfrm>
          <a:off x="0" y="0"/>
          <a:ext cx="0" cy="0"/>
          <a:chOff x="0" y="0"/>
          <a:chExt cx="0" cy="0"/>
        </a:xfrm>
      </p:grpSpPr>
      <p:sp>
        <p:nvSpPr>
          <p:cNvPr id="52" name="Google Shape;52;p84"/>
          <p:cNvSpPr txBox="1"/>
          <p:nvPr>
            <p:ph type="ctrTitle"/>
          </p:nvPr>
        </p:nvSpPr>
        <p:spPr>
          <a:xfrm>
            <a:off x="343637" y="820871"/>
            <a:ext cx="9393300" cy="2262900"/>
          </a:xfrm>
          <a:prstGeom prst="rect">
            <a:avLst/>
          </a:prstGeom>
          <a:noFill/>
          <a:ln>
            <a:noFill/>
          </a:ln>
        </p:spPr>
        <p:txBody>
          <a:bodyPr anchorCtr="0" anchor="b" bIns="100800" lIns="100800" spcFirstLastPara="1" rIns="100800" wrap="square" tIns="100800">
            <a:normAutofit/>
          </a:bodyPr>
          <a:lstStyle>
            <a:lvl1pPr lvl="0" algn="ctr">
              <a:lnSpc>
                <a:spcPct val="100000"/>
              </a:lnSpc>
              <a:spcBef>
                <a:spcPts val="0"/>
              </a:spcBef>
              <a:spcAft>
                <a:spcPts val="0"/>
              </a:spcAft>
              <a:buSzPts val="5700"/>
              <a:buNone/>
              <a:defRPr sz="5700"/>
            </a:lvl1pPr>
            <a:lvl2pPr lvl="1" algn="ctr">
              <a:lnSpc>
                <a:spcPct val="100000"/>
              </a:lnSpc>
              <a:spcBef>
                <a:spcPts val="0"/>
              </a:spcBef>
              <a:spcAft>
                <a:spcPts val="0"/>
              </a:spcAft>
              <a:buSzPts val="5700"/>
              <a:buNone/>
              <a:defRPr sz="5700"/>
            </a:lvl2pPr>
            <a:lvl3pPr lvl="2" algn="ctr">
              <a:lnSpc>
                <a:spcPct val="100000"/>
              </a:lnSpc>
              <a:spcBef>
                <a:spcPts val="0"/>
              </a:spcBef>
              <a:spcAft>
                <a:spcPts val="0"/>
              </a:spcAft>
              <a:buSzPts val="5700"/>
              <a:buNone/>
              <a:defRPr sz="5700"/>
            </a:lvl3pPr>
            <a:lvl4pPr lvl="3" algn="ctr">
              <a:lnSpc>
                <a:spcPct val="100000"/>
              </a:lnSpc>
              <a:spcBef>
                <a:spcPts val="0"/>
              </a:spcBef>
              <a:spcAft>
                <a:spcPts val="0"/>
              </a:spcAft>
              <a:buSzPts val="5700"/>
              <a:buNone/>
              <a:defRPr sz="5700"/>
            </a:lvl4pPr>
            <a:lvl5pPr lvl="4" algn="ctr">
              <a:lnSpc>
                <a:spcPct val="100000"/>
              </a:lnSpc>
              <a:spcBef>
                <a:spcPts val="0"/>
              </a:spcBef>
              <a:spcAft>
                <a:spcPts val="0"/>
              </a:spcAft>
              <a:buSzPts val="5700"/>
              <a:buNone/>
              <a:defRPr sz="5700"/>
            </a:lvl5pPr>
            <a:lvl6pPr lvl="5" algn="ctr">
              <a:lnSpc>
                <a:spcPct val="100000"/>
              </a:lnSpc>
              <a:spcBef>
                <a:spcPts val="0"/>
              </a:spcBef>
              <a:spcAft>
                <a:spcPts val="0"/>
              </a:spcAft>
              <a:buSzPts val="5700"/>
              <a:buNone/>
              <a:defRPr sz="5700"/>
            </a:lvl6pPr>
            <a:lvl7pPr lvl="6" algn="ctr">
              <a:lnSpc>
                <a:spcPct val="100000"/>
              </a:lnSpc>
              <a:spcBef>
                <a:spcPts val="0"/>
              </a:spcBef>
              <a:spcAft>
                <a:spcPts val="0"/>
              </a:spcAft>
              <a:buSzPts val="5700"/>
              <a:buNone/>
              <a:defRPr sz="5700"/>
            </a:lvl7pPr>
            <a:lvl8pPr lvl="7" algn="ctr">
              <a:lnSpc>
                <a:spcPct val="100000"/>
              </a:lnSpc>
              <a:spcBef>
                <a:spcPts val="0"/>
              </a:spcBef>
              <a:spcAft>
                <a:spcPts val="0"/>
              </a:spcAft>
              <a:buSzPts val="5700"/>
              <a:buNone/>
              <a:defRPr sz="5700"/>
            </a:lvl8pPr>
            <a:lvl9pPr lvl="8" algn="ctr">
              <a:lnSpc>
                <a:spcPct val="100000"/>
              </a:lnSpc>
              <a:spcBef>
                <a:spcPts val="0"/>
              </a:spcBef>
              <a:spcAft>
                <a:spcPts val="0"/>
              </a:spcAft>
              <a:buSzPts val="5700"/>
              <a:buNone/>
              <a:defRPr sz="5700"/>
            </a:lvl9pPr>
          </a:lstStyle>
          <a:p/>
        </p:txBody>
      </p:sp>
      <p:sp>
        <p:nvSpPr>
          <p:cNvPr id="53" name="Google Shape;53;p84"/>
          <p:cNvSpPr txBox="1"/>
          <p:nvPr>
            <p:ph idx="1" type="subTitle"/>
          </p:nvPr>
        </p:nvSpPr>
        <p:spPr>
          <a:xfrm>
            <a:off x="343628" y="3124535"/>
            <a:ext cx="9393300" cy="873900"/>
          </a:xfrm>
          <a:prstGeom prst="rect">
            <a:avLst/>
          </a:prstGeom>
          <a:noFill/>
          <a:ln>
            <a:noFill/>
          </a:ln>
        </p:spPr>
        <p:txBody>
          <a:bodyPr anchorCtr="0" anchor="t" bIns="100800" lIns="100800" spcFirstLastPara="1" rIns="100800" wrap="square" tIns="100800">
            <a:normAutofit/>
          </a:bodyPr>
          <a:lstStyle>
            <a:lvl1pPr lvl="0" algn="ctr">
              <a:lnSpc>
                <a:spcPct val="100000"/>
              </a:lnSpc>
              <a:spcBef>
                <a:spcPts val="0"/>
              </a:spcBef>
              <a:spcAft>
                <a:spcPts val="0"/>
              </a:spcAft>
              <a:buSzPts val="3100"/>
              <a:buNone/>
              <a:defRPr sz="3100"/>
            </a:lvl1pPr>
            <a:lvl2pPr lvl="1" algn="ctr">
              <a:lnSpc>
                <a:spcPct val="100000"/>
              </a:lnSpc>
              <a:spcBef>
                <a:spcPts val="0"/>
              </a:spcBef>
              <a:spcAft>
                <a:spcPts val="0"/>
              </a:spcAft>
              <a:buSzPts val="3100"/>
              <a:buNone/>
              <a:defRPr sz="3100"/>
            </a:lvl2pPr>
            <a:lvl3pPr lvl="2" algn="ctr">
              <a:lnSpc>
                <a:spcPct val="100000"/>
              </a:lnSpc>
              <a:spcBef>
                <a:spcPts val="0"/>
              </a:spcBef>
              <a:spcAft>
                <a:spcPts val="0"/>
              </a:spcAft>
              <a:buSzPts val="3100"/>
              <a:buNone/>
              <a:defRPr sz="3100"/>
            </a:lvl3pPr>
            <a:lvl4pPr lvl="3" algn="ctr">
              <a:lnSpc>
                <a:spcPct val="100000"/>
              </a:lnSpc>
              <a:spcBef>
                <a:spcPts val="0"/>
              </a:spcBef>
              <a:spcAft>
                <a:spcPts val="0"/>
              </a:spcAft>
              <a:buSzPts val="3100"/>
              <a:buNone/>
              <a:defRPr sz="3100"/>
            </a:lvl4pPr>
            <a:lvl5pPr lvl="4" algn="ctr">
              <a:lnSpc>
                <a:spcPct val="100000"/>
              </a:lnSpc>
              <a:spcBef>
                <a:spcPts val="0"/>
              </a:spcBef>
              <a:spcAft>
                <a:spcPts val="0"/>
              </a:spcAft>
              <a:buSzPts val="3100"/>
              <a:buNone/>
              <a:defRPr sz="3100"/>
            </a:lvl5pPr>
            <a:lvl6pPr lvl="5" algn="ctr">
              <a:lnSpc>
                <a:spcPct val="100000"/>
              </a:lnSpc>
              <a:spcBef>
                <a:spcPts val="0"/>
              </a:spcBef>
              <a:spcAft>
                <a:spcPts val="0"/>
              </a:spcAft>
              <a:buSzPts val="3100"/>
              <a:buNone/>
              <a:defRPr sz="3100"/>
            </a:lvl6pPr>
            <a:lvl7pPr lvl="6" algn="ctr">
              <a:lnSpc>
                <a:spcPct val="100000"/>
              </a:lnSpc>
              <a:spcBef>
                <a:spcPts val="0"/>
              </a:spcBef>
              <a:spcAft>
                <a:spcPts val="0"/>
              </a:spcAft>
              <a:buSzPts val="3100"/>
              <a:buNone/>
              <a:defRPr sz="3100"/>
            </a:lvl7pPr>
            <a:lvl8pPr lvl="7" algn="ctr">
              <a:lnSpc>
                <a:spcPct val="100000"/>
              </a:lnSpc>
              <a:spcBef>
                <a:spcPts val="0"/>
              </a:spcBef>
              <a:spcAft>
                <a:spcPts val="0"/>
              </a:spcAft>
              <a:buSzPts val="3100"/>
              <a:buNone/>
              <a:defRPr sz="3100"/>
            </a:lvl8pPr>
            <a:lvl9pPr lvl="8" algn="ctr">
              <a:lnSpc>
                <a:spcPct val="100000"/>
              </a:lnSpc>
              <a:spcBef>
                <a:spcPts val="0"/>
              </a:spcBef>
              <a:spcAft>
                <a:spcPts val="0"/>
              </a:spcAft>
              <a:buSzPts val="3100"/>
              <a:buNone/>
              <a:defRPr sz="3100"/>
            </a:lvl9pPr>
          </a:lstStyle>
          <a:p/>
        </p:txBody>
      </p:sp>
      <p:sp>
        <p:nvSpPr>
          <p:cNvPr id="54" name="Google Shape;54;p84"/>
          <p:cNvSpPr txBox="1"/>
          <p:nvPr>
            <p:ph idx="12" type="sldNum"/>
          </p:nvPr>
        </p:nvSpPr>
        <p:spPr>
          <a:xfrm>
            <a:off x="9340296" y="5141053"/>
            <a:ext cx="605100" cy="433800"/>
          </a:xfrm>
          <a:prstGeom prst="rect">
            <a:avLst/>
          </a:prstGeom>
          <a:noFill/>
          <a:ln>
            <a:noFill/>
          </a:ln>
        </p:spPr>
        <p:txBody>
          <a:bodyPr anchorCtr="0" anchor="ctr" bIns="100800" lIns="100800" spcFirstLastPara="1" rIns="100800" wrap="square" tIns="1008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5" name="Shape 55"/>
        <p:cNvGrpSpPr/>
        <p:nvPr/>
      </p:nvGrpSpPr>
      <p:grpSpPr>
        <a:xfrm>
          <a:off x="0" y="0"/>
          <a:ext cx="0" cy="0"/>
          <a:chOff x="0" y="0"/>
          <a:chExt cx="0" cy="0"/>
        </a:xfrm>
      </p:grpSpPr>
      <p:sp>
        <p:nvSpPr>
          <p:cNvPr id="56" name="Google Shape;56;p95"/>
          <p:cNvSpPr txBox="1"/>
          <p:nvPr>
            <p:ph type="title"/>
          </p:nvPr>
        </p:nvSpPr>
        <p:spPr>
          <a:xfrm>
            <a:off x="343628" y="2371246"/>
            <a:ext cx="9393300" cy="927900"/>
          </a:xfrm>
          <a:prstGeom prst="rect">
            <a:avLst/>
          </a:prstGeom>
          <a:noFill/>
          <a:ln>
            <a:noFill/>
          </a:ln>
        </p:spPr>
        <p:txBody>
          <a:bodyPr anchorCtr="0" anchor="ctr" bIns="100800" lIns="100800" spcFirstLastPara="1" rIns="100800" wrap="square" tIns="100800">
            <a:normAutofit/>
          </a:bodyPr>
          <a:lstStyle>
            <a:lvl1pPr lvl="0" algn="ctr">
              <a:lnSpc>
                <a:spcPct val="100000"/>
              </a:lnSpc>
              <a:spcBef>
                <a:spcPts val="0"/>
              </a:spcBef>
              <a:spcAft>
                <a:spcPts val="0"/>
              </a:spcAft>
              <a:buSzPts val="4000"/>
              <a:buNone/>
              <a:defRPr sz="4000"/>
            </a:lvl1pPr>
            <a:lvl2pPr lvl="1" algn="ctr">
              <a:lnSpc>
                <a:spcPct val="100000"/>
              </a:lnSpc>
              <a:spcBef>
                <a:spcPts val="0"/>
              </a:spcBef>
              <a:spcAft>
                <a:spcPts val="0"/>
              </a:spcAft>
              <a:buSzPts val="4000"/>
              <a:buNone/>
              <a:defRPr sz="4000"/>
            </a:lvl2pPr>
            <a:lvl3pPr lvl="2" algn="ctr">
              <a:lnSpc>
                <a:spcPct val="100000"/>
              </a:lnSpc>
              <a:spcBef>
                <a:spcPts val="0"/>
              </a:spcBef>
              <a:spcAft>
                <a:spcPts val="0"/>
              </a:spcAft>
              <a:buSzPts val="4000"/>
              <a:buNone/>
              <a:defRPr sz="4000"/>
            </a:lvl3pPr>
            <a:lvl4pPr lvl="3" algn="ctr">
              <a:lnSpc>
                <a:spcPct val="100000"/>
              </a:lnSpc>
              <a:spcBef>
                <a:spcPts val="0"/>
              </a:spcBef>
              <a:spcAft>
                <a:spcPts val="0"/>
              </a:spcAft>
              <a:buSzPts val="4000"/>
              <a:buNone/>
              <a:defRPr sz="4000"/>
            </a:lvl4pPr>
            <a:lvl5pPr lvl="4" algn="ctr">
              <a:lnSpc>
                <a:spcPct val="100000"/>
              </a:lnSpc>
              <a:spcBef>
                <a:spcPts val="0"/>
              </a:spcBef>
              <a:spcAft>
                <a:spcPts val="0"/>
              </a:spcAft>
              <a:buSzPts val="4000"/>
              <a:buNone/>
              <a:defRPr sz="4000"/>
            </a:lvl5pPr>
            <a:lvl6pPr lvl="5" algn="ctr">
              <a:lnSpc>
                <a:spcPct val="100000"/>
              </a:lnSpc>
              <a:spcBef>
                <a:spcPts val="0"/>
              </a:spcBef>
              <a:spcAft>
                <a:spcPts val="0"/>
              </a:spcAft>
              <a:buSzPts val="4000"/>
              <a:buNone/>
              <a:defRPr sz="4000"/>
            </a:lvl6pPr>
            <a:lvl7pPr lvl="6" algn="ctr">
              <a:lnSpc>
                <a:spcPct val="100000"/>
              </a:lnSpc>
              <a:spcBef>
                <a:spcPts val="0"/>
              </a:spcBef>
              <a:spcAft>
                <a:spcPts val="0"/>
              </a:spcAft>
              <a:buSzPts val="4000"/>
              <a:buNone/>
              <a:defRPr sz="4000"/>
            </a:lvl7pPr>
            <a:lvl8pPr lvl="7" algn="ctr">
              <a:lnSpc>
                <a:spcPct val="100000"/>
              </a:lnSpc>
              <a:spcBef>
                <a:spcPts val="0"/>
              </a:spcBef>
              <a:spcAft>
                <a:spcPts val="0"/>
              </a:spcAft>
              <a:buSzPts val="4000"/>
              <a:buNone/>
              <a:defRPr sz="4000"/>
            </a:lvl8pPr>
            <a:lvl9pPr lvl="8" algn="ctr">
              <a:lnSpc>
                <a:spcPct val="100000"/>
              </a:lnSpc>
              <a:spcBef>
                <a:spcPts val="0"/>
              </a:spcBef>
              <a:spcAft>
                <a:spcPts val="0"/>
              </a:spcAft>
              <a:buSzPts val="4000"/>
              <a:buNone/>
              <a:defRPr sz="4000"/>
            </a:lvl9pPr>
          </a:lstStyle>
          <a:p/>
        </p:txBody>
      </p:sp>
      <p:sp>
        <p:nvSpPr>
          <p:cNvPr id="57" name="Google Shape;57;p95"/>
          <p:cNvSpPr txBox="1"/>
          <p:nvPr>
            <p:ph idx="12" type="sldNum"/>
          </p:nvPr>
        </p:nvSpPr>
        <p:spPr>
          <a:xfrm>
            <a:off x="9340296" y="5141053"/>
            <a:ext cx="605100" cy="433800"/>
          </a:xfrm>
          <a:prstGeom prst="rect">
            <a:avLst/>
          </a:prstGeom>
          <a:noFill/>
          <a:ln>
            <a:noFill/>
          </a:ln>
        </p:spPr>
        <p:txBody>
          <a:bodyPr anchorCtr="0" anchor="ctr" bIns="100800" lIns="100800" spcFirstLastPara="1" rIns="100800" wrap="square" tIns="1008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8" name="Shape 58"/>
        <p:cNvGrpSpPr/>
        <p:nvPr/>
      </p:nvGrpSpPr>
      <p:grpSpPr>
        <a:xfrm>
          <a:off x="0" y="0"/>
          <a:ext cx="0" cy="0"/>
          <a:chOff x="0" y="0"/>
          <a:chExt cx="0" cy="0"/>
        </a:xfrm>
      </p:grpSpPr>
      <p:sp>
        <p:nvSpPr>
          <p:cNvPr id="59" name="Google Shape;59;p96"/>
          <p:cNvSpPr txBox="1"/>
          <p:nvPr>
            <p:ph type="title"/>
          </p:nvPr>
        </p:nvSpPr>
        <p:spPr>
          <a:xfrm>
            <a:off x="343628" y="490626"/>
            <a:ext cx="9393300" cy="631200"/>
          </a:xfrm>
          <a:prstGeom prst="rect">
            <a:avLst/>
          </a:prstGeom>
          <a:noFill/>
          <a:ln>
            <a:noFill/>
          </a:ln>
        </p:spPr>
        <p:txBody>
          <a:bodyPr anchorCtr="0" anchor="t" bIns="100800" lIns="100800" spcFirstLastPara="1" rIns="100800" wrap="square" tIns="100800">
            <a:normAutofit/>
          </a:bodyPr>
          <a:lstStyle>
            <a:lvl1pPr lvl="0" algn="l">
              <a:lnSpc>
                <a:spcPct val="100000"/>
              </a:lnSpc>
              <a:spcBef>
                <a:spcPts val="0"/>
              </a:spcBef>
              <a:spcAft>
                <a:spcPts val="0"/>
              </a:spcAft>
              <a:buSzPts val="3100"/>
              <a:buNone/>
              <a:defRPr/>
            </a:lvl1pPr>
            <a:lvl2pPr lvl="1" algn="l">
              <a:lnSpc>
                <a:spcPct val="100000"/>
              </a:lnSpc>
              <a:spcBef>
                <a:spcPts val="0"/>
              </a:spcBef>
              <a:spcAft>
                <a:spcPts val="0"/>
              </a:spcAft>
              <a:buSzPts val="3100"/>
              <a:buNone/>
              <a:defRPr/>
            </a:lvl2pPr>
            <a:lvl3pPr lvl="2" algn="l">
              <a:lnSpc>
                <a:spcPct val="100000"/>
              </a:lnSpc>
              <a:spcBef>
                <a:spcPts val="0"/>
              </a:spcBef>
              <a:spcAft>
                <a:spcPts val="0"/>
              </a:spcAft>
              <a:buSzPts val="3100"/>
              <a:buNone/>
              <a:defRPr/>
            </a:lvl3pPr>
            <a:lvl4pPr lvl="3" algn="l">
              <a:lnSpc>
                <a:spcPct val="100000"/>
              </a:lnSpc>
              <a:spcBef>
                <a:spcPts val="0"/>
              </a:spcBef>
              <a:spcAft>
                <a:spcPts val="0"/>
              </a:spcAft>
              <a:buSzPts val="3100"/>
              <a:buNone/>
              <a:defRPr/>
            </a:lvl4pPr>
            <a:lvl5pPr lvl="4" algn="l">
              <a:lnSpc>
                <a:spcPct val="100000"/>
              </a:lnSpc>
              <a:spcBef>
                <a:spcPts val="0"/>
              </a:spcBef>
              <a:spcAft>
                <a:spcPts val="0"/>
              </a:spcAft>
              <a:buSzPts val="3100"/>
              <a:buNone/>
              <a:defRPr/>
            </a:lvl5pPr>
            <a:lvl6pPr lvl="5" algn="l">
              <a:lnSpc>
                <a:spcPct val="100000"/>
              </a:lnSpc>
              <a:spcBef>
                <a:spcPts val="0"/>
              </a:spcBef>
              <a:spcAft>
                <a:spcPts val="0"/>
              </a:spcAft>
              <a:buSzPts val="3100"/>
              <a:buNone/>
              <a:defRPr/>
            </a:lvl6pPr>
            <a:lvl7pPr lvl="6" algn="l">
              <a:lnSpc>
                <a:spcPct val="100000"/>
              </a:lnSpc>
              <a:spcBef>
                <a:spcPts val="0"/>
              </a:spcBef>
              <a:spcAft>
                <a:spcPts val="0"/>
              </a:spcAft>
              <a:buSzPts val="3100"/>
              <a:buNone/>
              <a:defRPr/>
            </a:lvl7pPr>
            <a:lvl8pPr lvl="7" algn="l">
              <a:lnSpc>
                <a:spcPct val="100000"/>
              </a:lnSpc>
              <a:spcBef>
                <a:spcPts val="0"/>
              </a:spcBef>
              <a:spcAft>
                <a:spcPts val="0"/>
              </a:spcAft>
              <a:buSzPts val="3100"/>
              <a:buNone/>
              <a:defRPr/>
            </a:lvl8pPr>
            <a:lvl9pPr lvl="8" algn="l">
              <a:lnSpc>
                <a:spcPct val="100000"/>
              </a:lnSpc>
              <a:spcBef>
                <a:spcPts val="0"/>
              </a:spcBef>
              <a:spcAft>
                <a:spcPts val="0"/>
              </a:spcAft>
              <a:buSzPts val="3100"/>
              <a:buNone/>
              <a:defRPr/>
            </a:lvl9pPr>
          </a:lstStyle>
          <a:p/>
        </p:txBody>
      </p:sp>
      <p:sp>
        <p:nvSpPr>
          <p:cNvPr id="60" name="Google Shape;60;p96"/>
          <p:cNvSpPr txBox="1"/>
          <p:nvPr>
            <p:ph idx="1" type="body"/>
          </p:nvPr>
        </p:nvSpPr>
        <p:spPr>
          <a:xfrm>
            <a:off x="343628" y="1270568"/>
            <a:ext cx="9393300" cy="3766500"/>
          </a:xfrm>
          <a:prstGeom prst="rect">
            <a:avLst/>
          </a:prstGeom>
          <a:noFill/>
          <a:ln>
            <a:noFill/>
          </a:ln>
        </p:spPr>
        <p:txBody>
          <a:bodyPr anchorCtr="0" anchor="t" bIns="100800" lIns="100800" spcFirstLastPara="1" rIns="100800" wrap="square" tIns="100800">
            <a:normAutofit/>
          </a:bodyPr>
          <a:lstStyle>
            <a:lvl1pPr indent="-355600" lvl="0" marL="457200" algn="l">
              <a:lnSpc>
                <a:spcPct val="115000"/>
              </a:lnSpc>
              <a:spcBef>
                <a:spcPts val="0"/>
              </a:spcBef>
              <a:spcAft>
                <a:spcPts val="0"/>
              </a:spcAft>
              <a:buSzPts val="2000"/>
              <a:buChar char="●"/>
              <a:defRPr/>
            </a:lvl1pPr>
            <a:lvl2pPr indent="-330200" lvl="1" marL="914400" algn="l">
              <a:lnSpc>
                <a:spcPct val="115000"/>
              </a:lnSpc>
              <a:spcBef>
                <a:spcPts val="0"/>
              </a:spcBef>
              <a:spcAft>
                <a:spcPts val="0"/>
              </a:spcAft>
              <a:buSzPts val="1600"/>
              <a:buChar char="○"/>
              <a:defRPr/>
            </a:lvl2pPr>
            <a:lvl3pPr indent="-330200" lvl="2" marL="1371600" algn="l">
              <a:lnSpc>
                <a:spcPct val="115000"/>
              </a:lnSpc>
              <a:spcBef>
                <a:spcPts val="0"/>
              </a:spcBef>
              <a:spcAft>
                <a:spcPts val="0"/>
              </a:spcAft>
              <a:buSzPts val="1600"/>
              <a:buChar char="■"/>
              <a:defRPr/>
            </a:lvl3pPr>
            <a:lvl4pPr indent="-330200" lvl="3" marL="1828800" algn="l">
              <a:lnSpc>
                <a:spcPct val="115000"/>
              </a:lnSpc>
              <a:spcBef>
                <a:spcPts val="0"/>
              </a:spcBef>
              <a:spcAft>
                <a:spcPts val="0"/>
              </a:spcAft>
              <a:buSzPts val="1600"/>
              <a:buChar char="●"/>
              <a:defRPr/>
            </a:lvl4pPr>
            <a:lvl5pPr indent="-330200" lvl="4" marL="2286000" algn="l">
              <a:lnSpc>
                <a:spcPct val="115000"/>
              </a:lnSpc>
              <a:spcBef>
                <a:spcPts val="0"/>
              </a:spcBef>
              <a:spcAft>
                <a:spcPts val="0"/>
              </a:spcAft>
              <a:buSzPts val="1600"/>
              <a:buChar char="○"/>
              <a:defRPr/>
            </a:lvl5pPr>
            <a:lvl6pPr indent="-330200" lvl="5" marL="2743200" algn="l">
              <a:lnSpc>
                <a:spcPct val="115000"/>
              </a:lnSpc>
              <a:spcBef>
                <a:spcPts val="0"/>
              </a:spcBef>
              <a:spcAft>
                <a:spcPts val="0"/>
              </a:spcAft>
              <a:buSzPts val="1600"/>
              <a:buChar char="■"/>
              <a:defRPr/>
            </a:lvl6pPr>
            <a:lvl7pPr indent="-330200" lvl="6" marL="3200400" algn="l">
              <a:lnSpc>
                <a:spcPct val="115000"/>
              </a:lnSpc>
              <a:spcBef>
                <a:spcPts val="0"/>
              </a:spcBef>
              <a:spcAft>
                <a:spcPts val="0"/>
              </a:spcAft>
              <a:buSzPts val="1600"/>
              <a:buChar char="●"/>
              <a:defRPr/>
            </a:lvl7pPr>
            <a:lvl8pPr indent="-330200" lvl="7" marL="3657600" algn="l">
              <a:lnSpc>
                <a:spcPct val="115000"/>
              </a:lnSpc>
              <a:spcBef>
                <a:spcPts val="0"/>
              </a:spcBef>
              <a:spcAft>
                <a:spcPts val="0"/>
              </a:spcAft>
              <a:buSzPts val="1600"/>
              <a:buChar char="○"/>
              <a:defRPr/>
            </a:lvl8pPr>
            <a:lvl9pPr indent="-330200" lvl="8" marL="4114800" algn="l">
              <a:lnSpc>
                <a:spcPct val="115000"/>
              </a:lnSpc>
              <a:spcBef>
                <a:spcPts val="0"/>
              </a:spcBef>
              <a:spcAft>
                <a:spcPts val="0"/>
              </a:spcAft>
              <a:buSzPts val="1600"/>
              <a:buChar char="■"/>
              <a:defRPr/>
            </a:lvl9pPr>
          </a:lstStyle>
          <a:p/>
        </p:txBody>
      </p:sp>
      <p:sp>
        <p:nvSpPr>
          <p:cNvPr id="61" name="Google Shape;61;p96"/>
          <p:cNvSpPr txBox="1"/>
          <p:nvPr>
            <p:ph idx="12" type="sldNum"/>
          </p:nvPr>
        </p:nvSpPr>
        <p:spPr>
          <a:xfrm>
            <a:off x="9340296" y="5141053"/>
            <a:ext cx="605100" cy="433800"/>
          </a:xfrm>
          <a:prstGeom prst="rect">
            <a:avLst/>
          </a:prstGeom>
          <a:noFill/>
          <a:ln>
            <a:noFill/>
          </a:ln>
        </p:spPr>
        <p:txBody>
          <a:bodyPr anchorCtr="0" anchor="ctr" bIns="100800" lIns="100800" spcFirstLastPara="1" rIns="100800" wrap="square" tIns="1008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2" name="Shape 62"/>
        <p:cNvGrpSpPr/>
        <p:nvPr/>
      </p:nvGrpSpPr>
      <p:grpSpPr>
        <a:xfrm>
          <a:off x="0" y="0"/>
          <a:ext cx="0" cy="0"/>
          <a:chOff x="0" y="0"/>
          <a:chExt cx="0" cy="0"/>
        </a:xfrm>
      </p:grpSpPr>
      <p:sp>
        <p:nvSpPr>
          <p:cNvPr id="63" name="Google Shape;63;p97"/>
          <p:cNvSpPr txBox="1"/>
          <p:nvPr>
            <p:ph type="title"/>
          </p:nvPr>
        </p:nvSpPr>
        <p:spPr>
          <a:xfrm>
            <a:off x="343628" y="490626"/>
            <a:ext cx="9393300" cy="631200"/>
          </a:xfrm>
          <a:prstGeom prst="rect">
            <a:avLst/>
          </a:prstGeom>
          <a:noFill/>
          <a:ln>
            <a:noFill/>
          </a:ln>
        </p:spPr>
        <p:txBody>
          <a:bodyPr anchorCtr="0" anchor="t" bIns="100800" lIns="100800" spcFirstLastPara="1" rIns="100800" wrap="square" tIns="100800">
            <a:normAutofit/>
          </a:bodyPr>
          <a:lstStyle>
            <a:lvl1pPr lvl="0" algn="l">
              <a:lnSpc>
                <a:spcPct val="100000"/>
              </a:lnSpc>
              <a:spcBef>
                <a:spcPts val="0"/>
              </a:spcBef>
              <a:spcAft>
                <a:spcPts val="0"/>
              </a:spcAft>
              <a:buSzPts val="3100"/>
              <a:buNone/>
              <a:defRPr/>
            </a:lvl1pPr>
            <a:lvl2pPr lvl="1" algn="l">
              <a:lnSpc>
                <a:spcPct val="100000"/>
              </a:lnSpc>
              <a:spcBef>
                <a:spcPts val="0"/>
              </a:spcBef>
              <a:spcAft>
                <a:spcPts val="0"/>
              </a:spcAft>
              <a:buSzPts val="3100"/>
              <a:buNone/>
              <a:defRPr/>
            </a:lvl2pPr>
            <a:lvl3pPr lvl="2" algn="l">
              <a:lnSpc>
                <a:spcPct val="100000"/>
              </a:lnSpc>
              <a:spcBef>
                <a:spcPts val="0"/>
              </a:spcBef>
              <a:spcAft>
                <a:spcPts val="0"/>
              </a:spcAft>
              <a:buSzPts val="3100"/>
              <a:buNone/>
              <a:defRPr/>
            </a:lvl3pPr>
            <a:lvl4pPr lvl="3" algn="l">
              <a:lnSpc>
                <a:spcPct val="100000"/>
              </a:lnSpc>
              <a:spcBef>
                <a:spcPts val="0"/>
              </a:spcBef>
              <a:spcAft>
                <a:spcPts val="0"/>
              </a:spcAft>
              <a:buSzPts val="3100"/>
              <a:buNone/>
              <a:defRPr/>
            </a:lvl4pPr>
            <a:lvl5pPr lvl="4" algn="l">
              <a:lnSpc>
                <a:spcPct val="100000"/>
              </a:lnSpc>
              <a:spcBef>
                <a:spcPts val="0"/>
              </a:spcBef>
              <a:spcAft>
                <a:spcPts val="0"/>
              </a:spcAft>
              <a:buSzPts val="3100"/>
              <a:buNone/>
              <a:defRPr/>
            </a:lvl5pPr>
            <a:lvl6pPr lvl="5" algn="l">
              <a:lnSpc>
                <a:spcPct val="100000"/>
              </a:lnSpc>
              <a:spcBef>
                <a:spcPts val="0"/>
              </a:spcBef>
              <a:spcAft>
                <a:spcPts val="0"/>
              </a:spcAft>
              <a:buSzPts val="3100"/>
              <a:buNone/>
              <a:defRPr/>
            </a:lvl6pPr>
            <a:lvl7pPr lvl="6" algn="l">
              <a:lnSpc>
                <a:spcPct val="100000"/>
              </a:lnSpc>
              <a:spcBef>
                <a:spcPts val="0"/>
              </a:spcBef>
              <a:spcAft>
                <a:spcPts val="0"/>
              </a:spcAft>
              <a:buSzPts val="3100"/>
              <a:buNone/>
              <a:defRPr/>
            </a:lvl7pPr>
            <a:lvl8pPr lvl="7" algn="l">
              <a:lnSpc>
                <a:spcPct val="100000"/>
              </a:lnSpc>
              <a:spcBef>
                <a:spcPts val="0"/>
              </a:spcBef>
              <a:spcAft>
                <a:spcPts val="0"/>
              </a:spcAft>
              <a:buSzPts val="3100"/>
              <a:buNone/>
              <a:defRPr/>
            </a:lvl8pPr>
            <a:lvl9pPr lvl="8" algn="l">
              <a:lnSpc>
                <a:spcPct val="100000"/>
              </a:lnSpc>
              <a:spcBef>
                <a:spcPts val="0"/>
              </a:spcBef>
              <a:spcAft>
                <a:spcPts val="0"/>
              </a:spcAft>
              <a:buSzPts val="3100"/>
              <a:buNone/>
              <a:defRPr/>
            </a:lvl9pPr>
          </a:lstStyle>
          <a:p/>
        </p:txBody>
      </p:sp>
      <p:sp>
        <p:nvSpPr>
          <p:cNvPr id="64" name="Google Shape;64;p97"/>
          <p:cNvSpPr txBox="1"/>
          <p:nvPr>
            <p:ph idx="1" type="body"/>
          </p:nvPr>
        </p:nvSpPr>
        <p:spPr>
          <a:xfrm>
            <a:off x="343628" y="1270568"/>
            <a:ext cx="4409400" cy="3766500"/>
          </a:xfrm>
          <a:prstGeom prst="rect">
            <a:avLst/>
          </a:prstGeom>
          <a:noFill/>
          <a:ln>
            <a:noFill/>
          </a:ln>
        </p:spPr>
        <p:txBody>
          <a:bodyPr anchorCtr="0" anchor="t" bIns="100800" lIns="100800" spcFirstLastPara="1" rIns="100800" wrap="square" tIns="100800">
            <a:normAutofit/>
          </a:bodyPr>
          <a:lstStyle>
            <a:lvl1pPr indent="-330200" lvl="0" marL="457200" algn="l">
              <a:lnSpc>
                <a:spcPct val="115000"/>
              </a:lnSpc>
              <a:spcBef>
                <a:spcPts val="0"/>
              </a:spcBef>
              <a:spcAft>
                <a:spcPts val="0"/>
              </a:spcAft>
              <a:buSzPts val="1600"/>
              <a:buChar char="●"/>
              <a:defRPr sz="1600"/>
            </a:lvl1pPr>
            <a:lvl2pPr indent="-311150" lvl="1" marL="914400" algn="l">
              <a:lnSpc>
                <a:spcPct val="115000"/>
              </a:lnSpc>
              <a:spcBef>
                <a:spcPts val="0"/>
              </a:spcBef>
              <a:spcAft>
                <a:spcPts val="0"/>
              </a:spcAft>
              <a:buSzPts val="1300"/>
              <a:buChar char="○"/>
              <a:defRPr sz="1300"/>
            </a:lvl2pPr>
            <a:lvl3pPr indent="-311150" lvl="2" marL="1371600" algn="l">
              <a:lnSpc>
                <a:spcPct val="115000"/>
              </a:lnSpc>
              <a:spcBef>
                <a:spcPts val="0"/>
              </a:spcBef>
              <a:spcAft>
                <a:spcPts val="0"/>
              </a:spcAft>
              <a:buSzPts val="1300"/>
              <a:buChar char="■"/>
              <a:defRPr sz="1300"/>
            </a:lvl3pPr>
            <a:lvl4pPr indent="-311150" lvl="3" marL="1828800" algn="l">
              <a:lnSpc>
                <a:spcPct val="115000"/>
              </a:lnSpc>
              <a:spcBef>
                <a:spcPts val="0"/>
              </a:spcBef>
              <a:spcAft>
                <a:spcPts val="0"/>
              </a:spcAft>
              <a:buSzPts val="1300"/>
              <a:buChar char="●"/>
              <a:defRPr sz="1300"/>
            </a:lvl4pPr>
            <a:lvl5pPr indent="-311150" lvl="4" marL="2286000" algn="l">
              <a:lnSpc>
                <a:spcPct val="115000"/>
              </a:lnSpc>
              <a:spcBef>
                <a:spcPts val="0"/>
              </a:spcBef>
              <a:spcAft>
                <a:spcPts val="0"/>
              </a:spcAft>
              <a:buSzPts val="1300"/>
              <a:buChar char="○"/>
              <a:defRPr sz="1300"/>
            </a:lvl5pPr>
            <a:lvl6pPr indent="-311150" lvl="5" marL="2743200" algn="l">
              <a:lnSpc>
                <a:spcPct val="115000"/>
              </a:lnSpc>
              <a:spcBef>
                <a:spcPts val="0"/>
              </a:spcBef>
              <a:spcAft>
                <a:spcPts val="0"/>
              </a:spcAft>
              <a:buSzPts val="1300"/>
              <a:buChar char="■"/>
              <a:defRPr sz="1300"/>
            </a:lvl6pPr>
            <a:lvl7pPr indent="-311150" lvl="6" marL="3200400" algn="l">
              <a:lnSpc>
                <a:spcPct val="115000"/>
              </a:lnSpc>
              <a:spcBef>
                <a:spcPts val="0"/>
              </a:spcBef>
              <a:spcAft>
                <a:spcPts val="0"/>
              </a:spcAft>
              <a:buSzPts val="1300"/>
              <a:buChar char="●"/>
              <a:defRPr sz="1300"/>
            </a:lvl7pPr>
            <a:lvl8pPr indent="-311150" lvl="7" marL="3657600" algn="l">
              <a:lnSpc>
                <a:spcPct val="115000"/>
              </a:lnSpc>
              <a:spcBef>
                <a:spcPts val="0"/>
              </a:spcBef>
              <a:spcAft>
                <a:spcPts val="0"/>
              </a:spcAft>
              <a:buSzPts val="1300"/>
              <a:buChar char="○"/>
              <a:defRPr sz="1300"/>
            </a:lvl8pPr>
            <a:lvl9pPr indent="-311150" lvl="8" marL="4114800" algn="l">
              <a:lnSpc>
                <a:spcPct val="115000"/>
              </a:lnSpc>
              <a:spcBef>
                <a:spcPts val="0"/>
              </a:spcBef>
              <a:spcAft>
                <a:spcPts val="0"/>
              </a:spcAft>
              <a:buSzPts val="1300"/>
              <a:buChar char="■"/>
              <a:defRPr sz="1300"/>
            </a:lvl9pPr>
          </a:lstStyle>
          <a:p/>
        </p:txBody>
      </p:sp>
      <p:sp>
        <p:nvSpPr>
          <p:cNvPr id="65" name="Google Shape;65;p97"/>
          <p:cNvSpPr txBox="1"/>
          <p:nvPr>
            <p:ph idx="2" type="body"/>
          </p:nvPr>
        </p:nvSpPr>
        <p:spPr>
          <a:xfrm>
            <a:off x="5327385" y="1270568"/>
            <a:ext cx="4409400" cy="3766500"/>
          </a:xfrm>
          <a:prstGeom prst="rect">
            <a:avLst/>
          </a:prstGeom>
          <a:noFill/>
          <a:ln>
            <a:noFill/>
          </a:ln>
        </p:spPr>
        <p:txBody>
          <a:bodyPr anchorCtr="0" anchor="t" bIns="100800" lIns="100800" spcFirstLastPara="1" rIns="100800" wrap="square" tIns="100800">
            <a:normAutofit/>
          </a:bodyPr>
          <a:lstStyle>
            <a:lvl1pPr indent="-330200" lvl="0" marL="457200" algn="l">
              <a:lnSpc>
                <a:spcPct val="115000"/>
              </a:lnSpc>
              <a:spcBef>
                <a:spcPts val="0"/>
              </a:spcBef>
              <a:spcAft>
                <a:spcPts val="0"/>
              </a:spcAft>
              <a:buSzPts val="1600"/>
              <a:buChar char="●"/>
              <a:defRPr sz="1600"/>
            </a:lvl1pPr>
            <a:lvl2pPr indent="-311150" lvl="1" marL="914400" algn="l">
              <a:lnSpc>
                <a:spcPct val="115000"/>
              </a:lnSpc>
              <a:spcBef>
                <a:spcPts val="0"/>
              </a:spcBef>
              <a:spcAft>
                <a:spcPts val="0"/>
              </a:spcAft>
              <a:buSzPts val="1300"/>
              <a:buChar char="○"/>
              <a:defRPr sz="1300"/>
            </a:lvl2pPr>
            <a:lvl3pPr indent="-311150" lvl="2" marL="1371600" algn="l">
              <a:lnSpc>
                <a:spcPct val="115000"/>
              </a:lnSpc>
              <a:spcBef>
                <a:spcPts val="0"/>
              </a:spcBef>
              <a:spcAft>
                <a:spcPts val="0"/>
              </a:spcAft>
              <a:buSzPts val="1300"/>
              <a:buChar char="■"/>
              <a:defRPr sz="1300"/>
            </a:lvl3pPr>
            <a:lvl4pPr indent="-311150" lvl="3" marL="1828800" algn="l">
              <a:lnSpc>
                <a:spcPct val="115000"/>
              </a:lnSpc>
              <a:spcBef>
                <a:spcPts val="0"/>
              </a:spcBef>
              <a:spcAft>
                <a:spcPts val="0"/>
              </a:spcAft>
              <a:buSzPts val="1300"/>
              <a:buChar char="●"/>
              <a:defRPr sz="1300"/>
            </a:lvl4pPr>
            <a:lvl5pPr indent="-311150" lvl="4" marL="2286000" algn="l">
              <a:lnSpc>
                <a:spcPct val="115000"/>
              </a:lnSpc>
              <a:spcBef>
                <a:spcPts val="0"/>
              </a:spcBef>
              <a:spcAft>
                <a:spcPts val="0"/>
              </a:spcAft>
              <a:buSzPts val="1300"/>
              <a:buChar char="○"/>
              <a:defRPr sz="1300"/>
            </a:lvl5pPr>
            <a:lvl6pPr indent="-311150" lvl="5" marL="2743200" algn="l">
              <a:lnSpc>
                <a:spcPct val="115000"/>
              </a:lnSpc>
              <a:spcBef>
                <a:spcPts val="0"/>
              </a:spcBef>
              <a:spcAft>
                <a:spcPts val="0"/>
              </a:spcAft>
              <a:buSzPts val="1300"/>
              <a:buChar char="■"/>
              <a:defRPr sz="1300"/>
            </a:lvl6pPr>
            <a:lvl7pPr indent="-311150" lvl="6" marL="3200400" algn="l">
              <a:lnSpc>
                <a:spcPct val="115000"/>
              </a:lnSpc>
              <a:spcBef>
                <a:spcPts val="0"/>
              </a:spcBef>
              <a:spcAft>
                <a:spcPts val="0"/>
              </a:spcAft>
              <a:buSzPts val="1300"/>
              <a:buChar char="●"/>
              <a:defRPr sz="1300"/>
            </a:lvl7pPr>
            <a:lvl8pPr indent="-311150" lvl="7" marL="3657600" algn="l">
              <a:lnSpc>
                <a:spcPct val="115000"/>
              </a:lnSpc>
              <a:spcBef>
                <a:spcPts val="0"/>
              </a:spcBef>
              <a:spcAft>
                <a:spcPts val="0"/>
              </a:spcAft>
              <a:buSzPts val="1300"/>
              <a:buChar char="○"/>
              <a:defRPr sz="1300"/>
            </a:lvl8pPr>
            <a:lvl9pPr indent="-311150" lvl="8" marL="4114800" algn="l">
              <a:lnSpc>
                <a:spcPct val="115000"/>
              </a:lnSpc>
              <a:spcBef>
                <a:spcPts val="0"/>
              </a:spcBef>
              <a:spcAft>
                <a:spcPts val="0"/>
              </a:spcAft>
              <a:buSzPts val="1300"/>
              <a:buChar char="■"/>
              <a:defRPr sz="1300"/>
            </a:lvl9pPr>
          </a:lstStyle>
          <a:p/>
        </p:txBody>
      </p:sp>
      <p:sp>
        <p:nvSpPr>
          <p:cNvPr id="66" name="Google Shape;66;p97"/>
          <p:cNvSpPr txBox="1"/>
          <p:nvPr>
            <p:ph idx="12" type="sldNum"/>
          </p:nvPr>
        </p:nvSpPr>
        <p:spPr>
          <a:xfrm>
            <a:off x="9340296" y="5141053"/>
            <a:ext cx="605100" cy="433800"/>
          </a:xfrm>
          <a:prstGeom prst="rect">
            <a:avLst/>
          </a:prstGeom>
          <a:noFill/>
          <a:ln>
            <a:noFill/>
          </a:ln>
        </p:spPr>
        <p:txBody>
          <a:bodyPr anchorCtr="0" anchor="ctr" bIns="100800" lIns="100800" spcFirstLastPara="1" rIns="100800" wrap="square" tIns="1008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7" name="Shape 67"/>
        <p:cNvGrpSpPr/>
        <p:nvPr/>
      </p:nvGrpSpPr>
      <p:grpSpPr>
        <a:xfrm>
          <a:off x="0" y="0"/>
          <a:ext cx="0" cy="0"/>
          <a:chOff x="0" y="0"/>
          <a:chExt cx="0" cy="0"/>
        </a:xfrm>
      </p:grpSpPr>
      <p:sp>
        <p:nvSpPr>
          <p:cNvPr id="68" name="Google Shape;68;p98"/>
          <p:cNvSpPr txBox="1"/>
          <p:nvPr>
            <p:ph type="title"/>
          </p:nvPr>
        </p:nvSpPr>
        <p:spPr>
          <a:xfrm>
            <a:off x="343628" y="490626"/>
            <a:ext cx="9393300" cy="631200"/>
          </a:xfrm>
          <a:prstGeom prst="rect">
            <a:avLst/>
          </a:prstGeom>
          <a:noFill/>
          <a:ln>
            <a:noFill/>
          </a:ln>
        </p:spPr>
        <p:txBody>
          <a:bodyPr anchorCtr="0" anchor="t" bIns="100800" lIns="100800" spcFirstLastPara="1" rIns="100800" wrap="square" tIns="100800">
            <a:normAutofit/>
          </a:bodyPr>
          <a:lstStyle>
            <a:lvl1pPr lvl="0" algn="l">
              <a:lnSpc>
                <a:spcPct val="100000"/>
              </a:lnSpc>
              <a:spcBef>
                <a:spcPts val="0"/>
              </a:spcBef>
              <a:spcAft>
                <a:spcPts val="0"/>
              </a:spcAft>
              <a:buSzPts val="3100"/>
              <a:buNone/>
              <a:defRPr/>
            </a:lvl1pPr>
            <a:lvl2pPr lvl="1" algn="l">
              <a:lnSpc>
                <a:spcPct val="100000"/>
              </a:lnSpc>
              <a:spcBef>
                <a:spcPts val="0"/>
              </a:spcBef>
              <a:spcAft>
                <a:spcPts val="0"/>
              </a:spcAft>
              <a:buSzPts val="3100"/>
              <a:buNone/>
              <a:defRPr/>
            </a:lvl2pPr>
            <a:lvl3pPr lvl="2" algn="l">
              <a:lnSpc>
                <a:spcPct val="100000"/>
              </a:lnSpc>
              <a:spcBef>
                <a:spcPts val="0"/>
              </a:spcBef>
              <a:spcAft>
                <a:spcPts val="0"/>
              </a:spcAft>
              <a:buSzPts val="3100"/>
              <a:buNone/>
              <a:defRPr/>
            </a:lvl3pPr>
            <a:lvl4pPr lvl="3" algn="l">
              <a:lnSpc>
                <a:spcPct val="100000"/>
              </a:lnSpc>
              <a:spcBef>
                <a:spcPts val="0"/>
              </a:spcBef>
              <a:spcAft>
                <a:spcPts val="0"/>
              </a:spcAft>
              <a:buSzPts val="3100"/>
              <a:buNone/>
              <a:defRPr/>
            </a:lvl4pPr>
            <a:lvl5pPr lvl="4" algn="l">
              <a:lnSpc>
                <a:spcPct val="100000"/>
              </a:lnSpc>
              <a:spcBef>
                <a:spcPts val="0"/>
              </a:spcBef>
              <a:spcAft>
                <a:spcPts val="0"/>
              </a:spcAft>
              <a:buSzPts val="3100"/>
              <a:buNone/>
              <a:defRPr/>
            </a:lvl5pPr>
            <a:lvl6pPr lvl="5" algn="l">
              <a:lnSpc>
                <a:spcPct val="100000"/>
              </a:lnSpc>
              <a:spcBef>
                <a:spcPts val="0"/>
              </a:spcBef>
              <a:spcAft>
                <a:spcPts val="0"/>
              </a:spcAft>
              <a:buSzPts val="3100"/>
              <a:buNone/>
              <a:defRPr/>
            </a:lvl6pPr>
            <a:lvl7pPr lvl="6" algn="l">
              <a:lnSpc>
                <a:spcPct val="100000"/>
              </a:lnSpc>
              <a:spcBef>
                <a:spcPts val="0"/>
              </a:spcBef>
              <a:spcAft>
                <a:spcPts val="0"/>
              </a:spcAft>
              <a:buSzPts val="3100"/>
              <a:buNone/>
              <a:defRPr/>
            </a:lvl7pPr>
            <a:lvl8pPr lvl="7" algn="l">
              <a:lnSpc>
                <a:spcPct val="100000"/>
              </a:lnSpc>
              <a:spcBef>
                <a:spcPts val="0"/>
              </a:spcBef>
              <a:spcAft>
                <a:spcPts val="0"/>
              </a:spcAft>
              <a:buSzPts val="3100"/>
              <a:buNone/>
              <a:defRPr/>
            </a:lvl8pPr>
            <a:lvl9pPr lvl="8" algn="l">
              <a:lnSpc>
                <a:spcPct val="100000"/>
              </a:lnSpc>
              <a:spcBef>
                <a:spcPts val="0"/>
              </a:spcBef>
              <a:spcAft>
                <a:spcPts val="0"/>
              </a:spcAft>
              <a:buSzPts val="3100"/>
              <a:buNone/>
              <a:defRPr/>
            </a:lvl9pPr>
          </a:lstStyle>
          <a:p/>
        </p:txBody>
      </p:sp>
      <p:sp>
        <p:nvSpPr>
          <p:cNvPr id="69" name="Google Shape;69;p98"/>
          <p:cNvSpPr txBox="1"/>
          <p:nvPr>
            <p:ph idx="12" type="sldNum"/>
          </p:nvPr>
        </p:nvSpPr>
        <p:spPr>
          <a:xfrm>
            <a:off x="9340296" y="5141053"/>
            <a:ext cx="605100" cy="433800"/>
          </a:xfrm>
          <a:prstGeom prst="rect">
            <a:avLst/>
          </a:prstGeom>
          <a:noFill/>
          <a:ln>
            <a:noFill/>
          </a:ln>
        </p:spPr>
        <p:txBody>
          <a:bodyPr anchorCtr="0" anchor="ctr" bIns="100800" lIns="100800" spcFirstLastPara="1" rIns="100800" wrap="square" tIns="1008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0" name="Shape 70"/>
        <p:cNvGrpSpPr/>
        <p:nvPr/>
      </p:nvGrpSpPr>
      <p:grpSpPr>
        <a:xfrm>
          <a:off x="0" y="0"/>
          <a:ext cx="0" cy="0"/>
          <a:chOff x="0" y="0"/>
          <a:chExt cx="0" cy="0"/>
        </a:xfrm>
      </p:grpSpPr>
      <p:sp>
        <p:nvSpPr>
          <p:cNvPr id="71" name="Google Shape;71;p99"/>
          <p:cNvSpPr txBox="1"/>
          <p:nvPr>
            <p:ph type="title"/>
          </p:nvPr>
        </p:nvSpPr>
        <p:spPr>
          <a:xfrm>
            <a:off x="343628" y="612532"/>
            <a:ext cx="3095700" cy="833100"/>
          </a:xfrm>
          <a:prstGeom prst="rect">
            <a:avLst/>
          </a:prstGeom>
          <a:noFill/>
          <a:ln>
            <a:noFill/>
          </a:ln>
        </p:spPr>
        <p:txBody>
          <a:bodyPr anchorCtr="0" anchor="b" bIns="100800" lIns="100800" spcFirstLastPara="1" rIns="100800" wrap="square" tIns="10080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72" name="Google Shape;72;p99"/>
          <p:cNvSpPr txBox="1"/>
          <p:nvPr>
            <p:ph idx="1" type="body"/>
          </p:nvPr>
        </p:nvSpPr>
        <p:spPr>
          <a:xfrm>
            <a:off x="343628" y="1531991"/>
            <a:ext cx="3095700" cy="3505200"/>
          </a:xfrm>
          <a:prstGeom prst="rect">
            <a:avLst/>
          </a:prstGeom>
          <a:noFill/>
          <a:ln>
            <a:noFill/>
          </a:ln>
        </p:spPr>
        <p:txBody>
          <a:bodyPr anchorCtr="0" anchor="t" bIns="100800" lIns="100800" spcFirstLastPara="1" rIns="100800" wrap="square" tIns="100800">
            <a:normAutofit/>
          </a:bodyPr>
          <a:lstStyle>
            <a:lvl1pPr indent="-311150" lvl="0" marL="457200" algn="l">
              <a:lnSpc>
                <a:spcPct val="115000"/>
              </a:lnSpc>
              <a:spcBef>
                <a:spcPts val="0"/>
              </a:spcBef>
              <a:spcAft>
                <a:spcPts val="0"/>
              </a:spcAft>
              <a:buSzPts val="1300"/>
              <a:buChar char="●"/>
              <a:defRPr sz="1300"/>
            </a:lvl1pPr>
            <a:lvl2pPr indent="-311150" lvl="1" marL="914400" algn="l">
              <a:lnSpc>
                <a:spcPct val="115000"/>
              </a:lnSpc>
              <a:spcBef>
                <a:spcPts val="0"/>
              </a:spcBef>
              <a:spcAft>
                <a:spcPts val="0"/>
              </a:spcAft>
              <a:buSzPts val="1300"/>
              <a:buChar char="○"/>
              <a:defRPr sz="1300"/>
            </a:lvl2pPr>
            <a:lvl3pPr indent="-311150" lvl="2" marL="1371600" algn="l">
              <a:lnSpc>
                <a:spcPct val="115000"/>
              </a:lnSpc>
              <a:spcBef>
                <a:spcPts val="0"/>
              </a:spcBef>
              <a:spcAft>
                <a:spcPts val="0"/>
              </a:spcAft>
              <a:buSzPts val="1300"/>
              <a:buChar char="■"/>
              <a:defRPr sz="1300"/>
            </a:lvl3pPr>
            <a:lvl4pPr indent="-311150" lvl="3" marL="1828800" algn="l">
              <a:lnSpc>
                <a:spcPct val="115000"/>
              </a:lnSpc>
              <a:spcBef>
                <a:spcPts val="0"/>
              </a:spcBef>
              <a:spcAft>
                <a:spcPts val="0"/>
              </a:spcAft>
              <a:buSzPts val="1300"/>
              <a:buChar char="●"/>
              <a:defRPr sz="1300"/>
            </a:lvl4pPr>
            <a:lvl5pPr indent="-311150" lvl="4" marL="2286000" algn="l">
              <a:lnSpc>
                <a:spcPct val="115000"/>
              </a:lnSpc>
              <a:spcBef>
                <a:spcPts val="0"/>
              </a:spcBef>
              <a:spcAft>
                <a:spcPts val="0"/>
              </a:spcAft>
              <a:buSzPts val="1300"/>
              <a:buChar char="○"/>
              <a:defRPr sz="1300"/>
            </a:lvl5pPr>
            <a:lvl6pPr indent="-311150" lvl="5" marL="2743200" algn="l">
              <a:lnSpc>
                <a:spcPct val="115000"/>
              </a:lnSpc>
              <a:spcBef>
                <a:spcPts val="0"/>
              </a:spcBef>
              <a:spcAft>
                <a:spcPts val="0"/>
              </a:spcAft>
              <a:buSzPts val="1300"/>
              <a:buChar char="■"/>
              <a:defRPr sz="1300"/>
            </a:lvl6pPr>
            <a:lvl7pPr indent="-311150" lvl="6" marL="3200400" algn="l">
              <a:lnSpc>
                <a:spcPct val="115000"/>
              </a:lnSpc>
              <a:spcBef>
                <a:spcPts val="0"/>
              </a:spcBef>
              <a:spcAft>
                <a:spcPts val="0"/>
              </a:spcAft>
              <a:buSzPts val="1300"/>
              <a:buChar char="●"/>
              <a:defRPr sz="1300"/>
            </a:lvl7pPr>
            <a:lvl8pPr indent="-311150" lvl="7" marL="3657600" algn="l">
              <a:lnSpc>
                <a:spcPct val="115000"/>
              </a:lnSpc>
              <a:spcBef>
                <a:spcPts val="0"/>
              </a:spcBef>
              <a:spcAft>
                <a:spcPts val="0"/>
              </a:spcAft>
              <a:buSzPts val="1300"/>
              <a:buChar char="○"/>
              <a:defRPr sz="1300"/>
            </a:lvl8pPr>
            <a:lvl9pPr indent="-311150" lvl="8" marL="4114800" algn="l">
              <a:lnSpc>
                <a:spcPct val="115000"/>
              </a:lnSpc>
              <a:spcBef>
                <a:spcPts val="0"/>
              </a:spcBef>
              <a:spcAft>
                <a:spcPts val="0"/>
              </a:spcAft>
              <a:buSzPts val="1300"/>
              <a:buChar char="■"/>
              <a:defRPr sz="1300"/>
            </a:lvl9pPr>
          </a:lstStyle>
          <a:p/>
        </p:txBody>
      </p:sp>
      <p:sp>
        <p:nvSpPr>
          <p:cNvPr id="73" name="Google Shape;73;p99"/>
          <p:cNvSpPr txBox="1"/>
          <p:nvPr>
            <p:ph idx="12" type="sldNum"/>
          </p:nvPr>
        </p:nvSpPr>
        <p:spPr>
          <a:xfrm>
            <a:off x="9340296" y="5141053"/>
            <a:ext cx="605100" cy="433800"/>
          </a:xfrm>
          <a:prstGeom prst="rect">
            <a:avLst/>
          </a:prstGeom>
          <a:noFill/>
          <a:ln>
            <a:noFill/>
          </a:ln>
        </p:spPr>
        <p:txBody>
          <a:bodyPr anchorCtr="0" anchor="ctr" bIns="100800" lIns="100800" spcFirstLastPara="1" rIns="100800" wrap="square" tIns="1008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4" name="Shape 74"/>
        <p:cNvGrpSpPr/>
        <p:nvPr/>
      </p:nvGrpSpPr>
      <p:grpSpPr>
        <a:xfrm>
          <a:off x="0" y="0"/>
          <a:ext cx="0" cy="0"/>
          <a:chOff x="0" y="0"/>
          <a:chExt cx="0" cy="0"/>
        </a:xfrm>
      </p:grpSpPr>
      <p:sp>
        <p:nvSpPr>
          <p:cNvPr id="75" name="Google Shape;75;p100"/>
          <p:cNvSpPr txBox="1"/>
          <p:nvPr>
            <p:ph type="title"/>
          </p:nvPr>
        </p:nvSpPr>
        <p:spPr>
          <a:xfrm>
            <a:off x="540467" y="496276"/>
            <a:ext cx="7020000" cy="4509900"/>
          </a:xfrm>
          <a:prstGeom prst="rect">
            <a:avLst/>
          </a:prstGeom>
          <a:noFill/>
          <a:ln>
            <a:noFill/>
          </a:ln>
        </p:spPr>
        <p:txBody>
          <a:bodyPr anchorCtr="0" anchor="ctr" bIns="100800" lIns="100800" spcFirstLastPara="1" rIns="100800" wrap="square" tIns="100800">
            <a:normAutofit/>
          </a:bodyPr>
          <a:lstStyle>
            <a:lvl1pPr lvl="0" algn="l">
              <a:lnSpc>
                <a:spcPct val="100000"/>
              </a:lnSpc>
              <a:spcBef>
                <a:spcPts val="0"/>
              </a:spcBef>
              <a:spcAft>
                <a:spcPts val="0"/>
              </a:spcAft>
              <a:buSzPts val="5300"/>
              <a:buNone/>
              <a:defRPr sz="5300"/>
            </a:lvl1pPr>
            <a:lvl2pPr lvl="1" algn="l">
              <a:lnSpc>
                <a:spcPct val="100000"/>
              </a:lnSpc>
              <a:spcBef>
                <a:spcPts val="0"/>
              </a:spcBef>
              <a:spcAft>
                <a:spcPts val="0"/>
              </a:spcAft>
              <a:buSzPts val="5300"/>
              <a:buNone/>
              <a:defRPr sz="5300"/>
            </a:lvl2pPr>
            <a:lvl3pPr lvl="2" algn="l">
              <a:lnSpc>
                <a:spcPct val="100000"/>
              </a:lnSpc>
              <a:spcBef>
                <a:spcPts val="0"/>
              </a:spcBef>
              <a:spcAft>
                <a:spcPts val="0"/>
              </a:spcAft>
              <a:buSzPts val="5300"/>
              <a:buNone/>
              <a:defRPr sz="5300"/>
            </a:lvl3pPr>
            <a:lvl4pPr lvl="3" algn="l">
              <a:lnSpc>
                <a:spcPct val="100000"/>
              </a:lnSpc>
              <a:spcBef>
                <a:spcPts val="0"/>
              </a:spcBef>
              <a:spcAft>
                <a:spcPts val="0"/>
              </a:spcAft>
              <a:buSzPts val="5300"/>
              <a:buNone/>
              <a:defRPr sz="5300"/>
            </a:lvl4pPr>
            <a:lvl5pPr lvl="4" algn="l">
              <a:lnSpc>
                <a:spcPct val="100000"/>
              </a:lnSpc>
              <a:spcBef>
                <a:spcPts val="0"/>
              </a:spcBef>
              <a:spcAft>
                <a:spcPts val="0"/>
              </a:spcAft>
              <a:buSzPts val="5300"/>
              <a:buNone/>
              <a:defRPr sz="5300"/>
            </a:lvl5pPr>
            <a:lvl6pPr lvl="5" algn="l">
              <a:lnSpc>
                <a:spcPct val="100000"/>
              </a:lnSpc>
              <a:spcBef>
                <a:spcPts val="0"/>
              </a:spcBef>
              <a:spcAft>
                <a:spcPts val="0"/>
              </a:spcAft>
              <a:buSzPts val="5300"/>
              <a:buNone/>
              <a:defRPr sz="5300"/>
            </a:lvl6pPr>
            <a:lvl7pPr lvl="6" algn="l">
              <a:lnSpc>
                <a:spcPct val="100000"/>
              </a:lnSpc>
              <a:spcBef>
                <a:spcPts val="0"/>
              </a:spcBef>
              <a:spcAft>
                <a:spcPts val="0"/>
              </a:spcAft>
              <a:buSzPts val="5300"/>
              <a:buNone/>
              <a:defRPr sz="5300"/>
            </a:lvl7pPr>
            <a:lvl8pPr lvl="7" algn="l">
              <a:lnSpc>
                <a:spcPct val="100000"/>
              </a:lnSpc>
              <a:spcBef>
                <a:spcPts val="0"/>
              </a:spcBef>
              <a:spcAft>
                <a:spcPts val="0"/>
              </a:spcAft>
              <a:buSzPts val="5300"/>
              <a:buNone/>
              <a:defRPr sz="5300"/>
            </a:lvl8pPr>
            <a:lvl9pPr lvl="8" algn="l">
              <a:lnSpc>
                <a:spcPct val="100000"/>
              </a:lnSpc>
              <a:spcBef>
                <a:spcPts val="0"/>
              </a:spcBef>
              <a:spcAft>
                <a:spcPts val="0"/>
              </a:spcAft>
              <a:buSzPts val="5300"/>
              <a:buNone/>
              <a:defRPr sz="5300"/>
            </a:lvl9pPr>
          </a:lstStyle>
          <a:p/>
        </p:txBody>
      </p:sp>
      <p:sp>
        <p:nvSpPr>
          <p:cNvPr id="76" name="Google Shape;76;p100"/>
          <p:cNvSpPr txBox="1"/>
          <p:nvPr>
            <p:ph idx="12" type="sldNum"/>
          </p:nvPr>
        </p:nvSpPr>
        <p:spPr>
          <a:xfrm>
            <a:off x="9340296" y="5141053"/>
            <a:ext cx="605100" cy="433800"/>
          </a:xfrm>
          <a:prstGeom prst="rect">
            <a:avLst/>
          </a:prstGeom>
          <a:noFill/>
          <a:ln>
            <a:noFill/>
          </a:ln>
        </p:spPr>
        <p:txBody>
          <a:bodyPr anchorCtr="0" anchor="ctr" bIns="100800" lIns="100800" spcFirstLastPara="1" rIns="100800" wrap="square" tIns="1008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7" name="Shape 77"/>
        <p:cNvGrpSpPr/>
        <p:nvPr/>
      </p:nvGrpSpPr>
      <p:grpSpPr>
        <a:xfrm>
          <a:off x="0" y="0"/>
          <a:ext cx="0" cy="0"/>
          <a:chOff x="0" y="0"/>
          <a:chExt cx="0" cy="0"/>
        </a:xfrm>
      </p:grpSpPr>
      <p:sp>
        <p:nvSpPr>
          <p:cNvPr id="78" name="Google Shape;78;p101"/>
          <p:cNvSpPr/>
          <p:nvPr/>
        </p:nvSpPr>
        <p:spPr>
          <a:xfrm>
            <a:off x="5040313" y="-138"/>
            <a:ext cx="5040300" cy="5670600"/>
          </a:xfrm>
          <a:prstGeom prst="rect">
            <a:avLst/>
          </a:prstGeom>
          <a:solidFill>
            <a:schemeClr val="lt2"/>
          </a:solidFill>
          <a:ln>
            <a:noFill/>
          </a:ln>
        </p:spPr>
        <p:txBody>
          <a:bodyPr anchorCtr="0" anchor="ctr" bIns="100800" lIns="100800" spcFirstLastPara="1" rIns="100800" wrap="square" tIns="1008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101"/>
          <p:cNvSpPr txBox="1"/>
          <p:nvPr>
            <p:ph type="title"/>
          </p:nvPr>
        </p:nvSpPr>
        <p:spPr>
          <a:xfrm>
            <a:off x="292695" y="1359537"/>
            <a:ext cx="4459500" cy="1634100"/>
          </a:xfrm>
          <a:prstGeom prst="rect">
            <a:avLst/>
          </a:prstGeom>
          <a:noFill/>
          <a:ln>
            <a:noFill/>
          </a:ln>
        </p:spPr>
        <p:txBody>
          <a:bodyPr anchorCtr="0" anchor="b" bIns="100800" lIns="100800" spcFirstLastPara="1" rIns="100800" wrap="square" tIns="100800">
            <a:normAutofit/>
          </a:bodyPr>
          <a:lstStyle>
            <a:lvl1pPr lvl="0" algn="ctr">
              <a:lnSpc>
                <a:spcPct val="100000"/>
              </a:lnSpc>
              <a:spcBef>
                <a:spcPts val="0"/>
              </a:spcBef>
              <a:spcAft>
                <a:spcPts val="0"/>
              </a:spcAft>
              <a:buSzPts val="4600"/>
              <a:buNone/>
              <a:defRPr sz="4600"/>
            </a:lvl1pPr>
            <a:lvl2pPr lvl="1" algn="ctr">
              <a:lnSpc>
                <a:spcPct val="100000"/>
              </a:lnSpc>
              <a:spcBef>
                <a:spcPts val="0"/>
              </a:spcBef>
              <a:spcAft>
                <a:spcPts val="0"/>
              </a:spcAft>
              <a:buSzPts val="4600"/>
              <a:buNone/>
              <a:defRPr sz="4600"/>
            </a:lvl2pPr>
            <a:lvl3pPr lvl="2" algn="ctr">
              <a:lnSpc>
                <a:spcPct val="100000"/>
              </a:lnSpc>
              <a:spcBef>
                <a:spcPts val="0"/>
              </a:spcBef>
              <a:spcAft>
                <a:spcPts val="0"/>
              </a:spcAft>
              <a:buSzPts val="4600"/>
              <a:buNone/>
              <a:defRPr sz="4600"/>
            </a:lvl3pPr>
            <a:lvl4pPr lvl="3" algn="ctr">
              <a:lnSpc>
                <a:spcPct val="100000"/>
              </a:lnSpc>
              <a:spcBef>
                <a:spcPts val="0"/>
              </a:spcBef>
              <a:spcAft>
                <a:spcPts val="0"/>
              </a:spcAft>
              <a:buSzPts val="4600"/>
              <a:buNone/>
              <a:defRPr sz="4600"/>
            </a:lvl4pPr>
            <a:lvl5pPr lvl="4" algn="ctr">
              <a:lnSpc>
                <a:spcPct val="100000"/>
              </a:lnSpc>
              <a:spcBef>
                <a:spcPts val="0"/>
              </a:spcBef>
              <a:spcAft>
                <a:spcPts val="0"/>
              </a:spcAft>
              <a:buSzPts val="4600"/>
              <a:buNone/>
              <a:defRPr sz="4600"/>
            </a:lvl5pPr>
            <a:lvl6pPr lvl="5" algn="ctr">
              <a:lnSpc>
                <a:spcPct val="100000"/>
              </a:lnSpc>
              <a:spcBef>
                <a:spcPts val="0"/>
              </a:spcBef>
              <a:spcAft>
                <a:spcPts val="0"/>
              </a:spcAft>
              <a:buSzPts val="4600"/>
              <a:buNone/>
              <a:defRPr sz="4600"/>
            </a:lvl6pPr>
            <a:lvl7pPr lvl="6" algn="ctr">
              <a:lnSpc>
                <a:spcPct val="100000"/>
              </a:lnSpc>
              <a:spcBef>
                <a:spcPts val="0"/>
              </a:spcBef>
              <a:spcAft>
                <a:spcPts val="0"/>
              </a:spcAft>
              <a:buSzPts val="4600"/>
              <a:buNone/>
              <a:defRPr sz="4600"/>
            </a:lvl7pPr>
            <a:lvl8pPr lvl="7" algn="ctr">
              <a:lnSpc>
                <a:spcPct val="100000"/>
              </a:lnSpc>
              <a:spcBef>
                <a:spcPts val="0"/>
              </a:spcBef>
              <a:spcAft>
                <a:spcPts val="0"/>
              </a:spcAft>
              <a:buSzPts val="4600"/>
              <a:buNone/>
              <a:defRPr sz="4600"/>
            </a:lvl8pPr>
            <a:lvl9pPr lvl="8" algn="ctr">
              <a:lnSpc>
                <a:spcPct val="100000"/>
              </a:lnSpc>
              <a:spcBef>
                <a:spcPts val="0"/>
              </a:spcBef>
              <a:spcAft>
                <a:spcPts val="0"/>
              </a:spcAft>
              <a:buSzPts val="4600"/>
              <a:buNone/>
              <a:defRPr sz="4600"/>
            </a:lvl9pPr>
          </a:lstStyle>
          <a:p/>
        </p:txBody>
      </p:sp>
      <p:sp>
        <p:nvSpPr>
          <p:cNvPr id="80" name="Google Shape;80;p101"/>
          <p:cNvSpPr txBox="1"/>
          <p:nvPr>
            <p:ph idx="1" type="subTitle"/>
          </p:nvPr>
        </p:nvSpPr>
        <p:spPr>
          <a:xfrm>
            <a:off x="292695" y="3090304"/>
            <a:ext cx="4459500" cy="1361700"/>
          </a:xfrm>
          <a:prstGeom prst="rect">
            <a:avLst/>
          </a:prstGeom>
          <a:noFill/>
          <a:ln>
            <a:noFill/>
          </a:ln>
        </p:spPr>
        <p:txBody>
          <a:bodyPr anchorCtr="0" anchor="t" bIns="100800" lIns="100800" spcFirstLastPara="1" rIns="100800" wrap="square" tIns="100800">
            <a:normAutofit/>
          </a:bodyPr>
          <a:lstStyle>
            <a:lvl1pPr lvl="0" algn="ctr">
              <a:lnSpc>
                <a:spcPct val="100000"/>
              </a:lnSpc>
              <a:spcBef>
                <a:spcPts val="0"/>
              </a:spcBef>
              <a:spcAft>
                <a:spcPts val="0"/>
              </a:spcAft>
              <a:buSzPts val="2300"/>
              <a:buNone/>
              <a:defRPr sz="2300"/>
            </a:lvl1pPr>
            <a:lvl2pPr lvl="1" algn="ctr">
              <a:lnSpc>
                <a:spcPct val="100000"/>
              </a:lnSpc>
              <a:spcBef>
                <a:spcPts val="0"/>
              </a:spcBef>
              <a:spcAft>
                <a:spcPts val="0"/>
              </a:spcAft>
              <a:buSzPts val="2300"/>
              <a:buNone/>
              <a:defRPr sz="2300"/>
            </a:lvl2pPr>
            <a:lvl3pPr lvl="2" algn="ctr">
              <a:lnSpc>
                <a:spcPct val="100000"/>
              </a:lnSpc>
              <a:spcBef>
                <a:spcPts val="0"/>
              </a:spcBef>
              <a:spcAft>
                <a:spcPts val="0"/>
              </a:spcAft>
              <a:buSzPts val="2300"/>
              <a:buNone/>
              <a:defRPr sz="2300"/>
            </a:lvl3pPr>
            <a:lvl4pPr lvl="3" algn="ctr">
              <a:lnSpc>
                <a:spcPct val="100000"/>
              </a:lnSpc>
              <a:spcBef>
                <a:spcPts val="0"/>
              </a:spcBef>
              <a:spcAft>
                <a:spcPts val="0"/>
              </a:spcAft>
              <a:buSzPts val="2300"/>
              <a:buNone/>
              <a:defRPr sz="2300"/>
            </a:lvl4pPr>
            <a:lvl5pPr lvl="4" algn="ctr">
              <a:lnSpc>
                <a:spcPct val="100000"/>
              </a:lnSpc>
              <a:spcBef>
                <a:spcPts val="0"/>
              </a:spcBef>
              <a:spcAft>
                <a:spcPts val="0"/>
              </a:spcAft>
              <a:buSzPts val="2300"/>
              <a:buNone/>
              <a:defRPr sz="2300"/>
            </a:lvl5pPr>
            <a:lvl6pPr lvl="5" algn="ctr">
              <a:lnSpc>
                <a:spcPct val="100000"/>
              </a:lnSpc>
              <a:spcBef>
                <a:spcPts val="0"/>
              </a:spcBef>
              <a:spcAft>
                <a:spcPts val="0"/>
              </a:spcAft>
              <a:buSzPts val="2300"/>
              <a:buNone/>
              <a:defRPr sz="2300"/>
            </a:lvl6pPr>
            <a:lvl7pPr lvl="6" algn="ctr">
              <a:lnSpc>
                <a:spcPct val="100000"/>
              </a:lnSpc>
              <a:spcBef>
                <a:spcPts val="0"/>
              </a:spcBef>
              <a:spcAft>
                <a:spcPts val="0"/>
              </a:spcAft>
              <a:buSzPts val="2300"/>
              <a:buNone/>
              <a:defRPr sz="2300"/>
            </a:lvl7pPr>
            <a:lvl8pPr lvl="7" algn="ctr">
              <a:lnSpc>
                <a:spcPct val="100000"/>
              </a:lnSpc>
              <a:spcBef>
                <a:spcPts val="0"/>
              </a:spcBef>
              <a:spcAft>
                <a:spcPts val="0"/>
              </a:spcAft>
              <a:buSzPts val="2300"/>
              <a:buNone/>
              <a:defRPr sz="2300"/>
            </a:lvl8pPr>
            <a:lvl9pPr lvl="8" algn="ctr">
              <a:lnSpc>
                <a:spcPct val="100000"/>
              </a:lnSpc>
              <a:spcBef>
                <a:spcPts val="0"/>
              </a:spcBef>
              <a:spcAft>
                <a:spcPts val="0"/>
              </a:spcAft>
              <a:buSzPts val="2300"/>
              <a:buNone/>
              <a:defRPr sz="2300"/>
            </a:lvl9pPr>
          </a:lstStyle>
          <a:p/>
        </p:txBody>
      </p:sp>
      <p:sp>
        <p:nvSpPr>
          <p:cNvPr id="81" name="Google Shape;81;p101"/>
          <p:cNvSpPr txBox="1"/>
          <p:nvPr>
            <p:ph idx="2" type="body"/>
          </p:nvPr>
        </p:nvSpPr>
        <p:spPr>
          <a:xfrm>
            <a:off x="5445456" y="798270"/>
            <a:ext cx="4230000" cy="4073700"/>
          </a:xfrm>
          <a:prstGeom prst="rect">
            <a:avLst/>
          </a:prstGeom>
          <a:noFill/>
          <a:ln>
            <a:noFill/>
          </a:ln>
        </p:spPr>
        <p:txBody>
          <a:bodyPr anchorCtr="0" anchor="ctr" bIns="100800" lIns="100800" spcFirstLastPara="1" rIns="100800" wrap="square" tIns="100800">
            <a:normAutofit/>
          </a:bodyPr>
          <a:lstStyle>
            <a:lvl1pPr indent="-355600" lvl="0" marL="457200" algn="l">
              <a:lnSpc>
                <a:spcPct val="115000"/>
              </a:lnSpc>
              <a:spcBef>
                <a:spcPts val="0"/>
              </a:spcBef>
              <a:spcAft>
                <a:spcPts val="0"/>
              </a:spcAft>
              <a:buSzPts val="2000"/>
              <a:buChar char="●"/>
              <a:defRPr/>
            </a:lvl1pPr>
            <a:lvl2pPr indent="-330200" lvl="1" marL="914400" algn="l">
              <a:lnSpc>
                <a:spcPct val="115000"/>
              </a:lnSpc>
              <a:spcBef>
                <a:spcPts val="0"/>
              </a:spcBef>
              <a:spcAft>
                <a:spcPts val="0"/>
              </a:spcAft>
              <a:buSzPts val="1600"/>
              <a:buChar char="○"/>
              <a:defRPr/>
            </a:lvl2pPr>
            <a:lvl3pPr indent="-330200" lvl="2" marL="1371600" algn="l">
              <a:lnSpc>
                <a:spcPct val="115000"/>
              </a:lnSpc>
              <a:spcBef>
                <a:spcPts val="0"/>
              </a:spcBef>
              <a:spcAft>
                <a:spcPts val="0"/>
              </a:spcAft>
              <a:buSzPts val="1600"/>
              <a:buChar char="■"/>
              <a:defRPr/>
            </a:lvl3pPr>
            <a:lvl4pPr indent="-330200" lvl="3" marL="1828800" algn="l">
              <a:lnSpc>
                <a:spcPct val="115000"/>
              </a:lnSpc>
              <a:spcBef>
                <a:spcPts val="0"/>
              </a:spcBef>
              <a:spcAft>
                <a:spcPts val="0"/>
              </a:spcAft>
              <a:buSzPts val="1600"/>
              <a:buChar char="●"/>
              <a:defRPr/>
            </a:lvl4pPr>
            <a:lvl5pPr indent="-330200" lvl="4" marL="2286000" algn="l">
              <a:lnSpc>
                <a:spcPct val="115000"/>
              </a:lnSpc>
              <a:spcBef>
                <a:spcPts val="0"/>
              </a:spcBef>
              <a:spcAft>
                <a:spcPts val="0"/>
              </a:spcAft>
              <a:buSzPts val="1600"/>
              <a:buChar char="○"/>
              <a:defRPr/>
            </a:lvl5pPr>
            <a:lvl6pPr indent="-330200" lvl="5" marL="2743200" algn="l">
              <a:lnSpc>
                <a:spcPct val="115000"/>
              </a:lnSpc>
              <a:spcBef>
                <a:spcPts val="0"/>
              </a:spcBef>
              <a:spcAft>
                <a:spcPts val="0"/>
              </a:spcAft>
              <a:buSzPts val="1600"/>
              <a:buChar char="■"/>
              <a:defRPr/>
            </a:lvl6pPr>
            <a:lvl7pPr indent="-330200" lvl="6" marL="3200400" algn="l">
              <a:lnSpc>
                <a:spcPct val="115000"/>
              </a:lnSpc>
              <a:spcBef>
                <a:spcPts val="0"/>
              </a:spcBef>
              <a:spcAft>
                <a:spcPts val="0"/>
              </a:spcAft>
              <a:buSzPts val="1600"/>
              <a:buChar char="●"/>
              <a:defRPr/>
            </a:lvl7pPr>
            <a:lvl8pPr indent="-330200" lvl="7" marL="3657600" algn="l">
              <a:lnSpc>
                <a:spcPct val="115000"/>
              </a:lnSpc>
              <a:spcBef>
                <a:spcPts val="0"/>
              </a:spcBef>
              <a:spcAft>
                <a:spcPts val="0"/>
              </a:spcAft>
              <a:buSzPts val="1600"/>
              <a:buChar char="○"/>
              <a:defRPr/>
            </a:lvl8pPr>
            <a:lvl9pPr indent="-330200" lvl="8" marL="4114800" algn="l">
              <a:lnSpc>
                <a:spcPct val="115000"/>
              </a:lnSpc>
              <a:spcBef>
                <a:spcPts val="0"/>
              </a:spcBef>
              <a:spcAft>
                <a:spcPts val="0"/>
              </a:spcAft>
              <a:buSzPts val="1600"/>
              <a:buChar char="■"/>
              <a:defRPr/>
            </a:lvl9pPr>
          </a:lstStyle>
          <a:p/>
        </p:txBody>
      </p:sp>
      <p:sp>
        <p:nvSpPr>
          <p:cNvPr id="82" name="Google Shape;82;p101"/>
          <p:cNvSpPr txBox="1"/>
          <p:nvPr>
            <p:ph idx="12" type="sldNum"/>
          </p:nvPr>
        </p:nvSpPr>
        <p:spPr>
          <a:xfrm>
            <a:off x="9340296" y="5141053"/>
            <a:ext cx="605100" cy="433800"/>
          </a:xfrm>
          <a:prstGeom prst="rect">
            <a:avLst/>
          </a:prstGeom>
          <a:noFill/>
          <a:ln>
            <a:noFill/>
          </a:ln>
        </p:spPr>
        <p:txBody>
          <a:bodyPr anchorCtr="0" anchor="ctr" bIns="100800" lIns="100800" spcFirstLastPara="1" rIns="100800" wrap="square" tIns="1008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3" name="Shape 83"/>
        <p:cNvGrpSpPr/>
        <p:nvPr/>
      </p:nvGrpSpPr>
      <p:grpSpPr>
        <a:xfrm>
          <a:off x="0" y="0"/>
          <a:ext cx="0" cy="0"/>
          <a:chOff x="0" y="0"/>
          <a:chExt cx="0" cy="0"/>
        </a:xfrm>
      </p:grpSpPr>
      <p:sp>
        <p:nvSpPr>
          <p:cNvPr id="84" name="Google Shape;84;p102"/>
          <p:cNvSpPr txBox="1"/>
          <p:nvPr>
            <p:ph idx="1" type="body"/>
          </p:nvPr>
        </p:nvSpPr>
        <p:spPr>
          <a:xfrm>
            <a:off x="343628" y="4664078"/>
            <a:ext cx="6613200" cy="666900"/>
          </a:xfrm>
          <a:prstGeom prst="rect">
            <a:avLst/>
          </a:prstGeom>
          <a:noFill/>
          <a:ln>
            <a:noFill/>
          </a:ln>
        </p:spPr>
        <p:txBody>
          <a:bodyPr anchorCtr="0" anchor="ctr" bIns="100800" lIns="100800" spcFirstLastPara="1" rIns="100800" wrap="square" tIns="100800">
            <a:normAutofit/>
          </a:bodyPr>
          <a:lstStyle>
            <a:lvl1pPr indent="-228600" lvl="0" marL="457200" algn="l">
              <a:lnSpc>
                <a:spcPct val="100000"/>
              </a:lnSpc>
              <a:spcBef>
                <a:spcPts val="0"/>
              </a:spcBef>
              <a:spcAft>
                <a:spcPts val="0"/>
              </a:spcAft>
              <a:buSzPts val="2000"/>
              <a:buNone/>
              <a:defRPr/>
            </a:lvl1pPr>
          </a:lstStyle>
          <a:p/>
        </p:txBody>
      </p:sp>
      <p:sp>
        <p:nvSpPr>
          <p:cNvPr id="85" name="Google Shape;85;p102"/>
          <p:cNvSpPr txBox="1"/>
          <p:nvPr>
            <p:ph idx="12" type="sldNum"/>
          </p:nvPr>
        </p:nvSpPr>
        <p:spPr>
          <a:xfrm>
            <a:off x="9340296" y="5141053"/>
            <a:ext cx="605100" cy="433800"/>
          </a:xfrm>
          <a:prstGeom prst="rect">
            <a:avLst/>
          </a:prstGeom>
          <a:noFill/>
          <a:ln>
            <a:noFill/>
          </a:ln>
        </p:spPr>
        <p:txBody>
          <a:bodyPr anchorCtr="0" anchor="ctr" bIns="100800" lIns="100800" spcFirstLastPara="1" rIns="100800" wrap="square" tIns="1008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6" name="Shape 86"/>
        <p:cNvGrpSpPr/>
        <p:nvPr/>
      </p:nvGrpSpPr>
      <p:grpSpPr>
        <a:xfrm>
          <a:off x="0" y="0"/>
          <a:ext cx="0" cy="0"/>
          <a:chOff x="0" y="0"/>
          <a:chExt cx="0" cy="0"/>
        </a:xfrm>
      </p:grpSpPr>
      <p:sp>
        <p:nvSpPr>
          <p:cNvPr id="87" name="Google Shape;87;p103"/>
          <p:cNvSpPr txBox="1"/>
          <p:nvPr>
            <p:ph hasCustomPrompt="1" type="title"/>
          </p:nvPr>
        </p:nvSpPr>
        <p:spPr>
          <a:xfrm>
            <a:off x="343628" y="1219469"/>
            <a:ext cx="9393300" cy="2164800"/>
          </a:xfrm>
          <a:prstGeom prst="rect">
            <a:avLst/>
          </a:prstGeom>
          <a:noFill/>
          <a:ln>
            <a:noFill/>
          </a:ln>
        </p:spPr>
        <p:txBody>
          <a:bodyPr anchorCtr="0" anchor="b" bIns="100800" lIns="100800" spcFirstLastPara="1" rIns="100800" wrap="square" tIns="100800">
            <a:normAutofit/>
          </a:bodyPr>
          <a:lstStyle>
            <a:lvl1pPr lvl="0" algn="ctr">
              <a:lnSpc>
                <a:spcPct val="100000"/>
              </a:lnSpc>
              <a:spcBef>
                <a:spcPts val="0"/>
              </a:spcBef>
              <a:spcAft>
                <a:spcPts val="0"/>
              </a:spcAft>
              <a:buSzPts val="13200"/>
              <a:buNone/>
              <a:defRPr sz="13200"/>
            </a:lvl1pPr>
            <a:lvl2pPr lvl="1" algn="ctr">
              <a:lnSpc>
                <a:spcPct val="100000"/>
              </a:lnSpc>
              <a:spcBef>
                <a:spcPts val="0"/>
              </a:spcBef>
              <a:spcAft>
                <a:spcPts val="0"/>
              </a:spcAft>
              <a:buSzPts val="13200"/>
              <a:buNone/>
              <a:defRPr sz="13200"/>
            </a:lvl2pPr>
            <a:lvl3pPr lvl="2" algn="ctr">
              <a:lnSpc>
                <a:spcPct val="100000"/>
              </a:lnSpc>
              <a:spcBef>
                <a:spcPts val="0"/>
              </a:spcBef>
              <a:spcAft>
                <a:spcPts val="0"/>
              </a:spcAft>
              <a:buSzPts val="13200"/>
              <a:buNone/>
              <a:defRPr sz="13200"/>
            </a:lvl3pPr>
            <a:lvl4pPr lvl="3" algn="ctr">
              <a:lnSpc>
                <a:spcPct val="100000"/>
              </a:lnSpc>
              <a:spcBef>
                <a:spcPts val="0"/>
              </a:spcBef>
              <a:spcAft>
                <a:spcPts val="0"/>
              </a:spcAft>
              <a:buSzPts val="13200"/>
              <a:buNone/>
              <a:defRPr sz="13200"/>
            </a:lvl4pPr>
            <a:lvl5pPr lvl="4" algn="ctr">
              <a:lnSpc>
                <a:spcPct val="100000"/>
              </a:lnSpc>
              <a:spcBef>
                <a:spcPts val="0"/>
              </a:spcBef>
              <a:spcAft>
                <a:spcPts val="0"/>
              </a:spcAft>
              <a:buSzPts val="13200"/>
              <a:buNone/>
              <a:defRPr sz="13200"/>
            </a:lvl5pPr>
            <a:lvl6pPr lvl="5" algn="ctr">
              <a:lnSpc>
                <a:spcPct val="100000"/>
              </a:lnSpc>
              <a:spcBef>
                <a:spcPts val="0"/>
              </a:spcBef>
              <a:spcAft>
                <a:spcPts val="0"/>
              </a:spcAft>
              <a:buSzPts val="13200"/>
              <a:buNone/>
              <a:defRPr sz="13200"/>
            </a:lvl6pPr>
            <a:lvl7pPr lvl="6" algn="ctr">
              <a:lnSpc>
                <a:spcPct val="100000"/>
              </a:lnSpc>
              <a:spcBef>
                <a:spcPts val="0"/>
              </a:spcBef>
              <a:spcAft>
                <a:spcPts val="0"/>
              </a:spcAft>
              <a:buSzPts val="13200"/>
              <a:buNone/>
              <a:defRPr sz="13200"/>
            </a:lvl7pPr>
            <a:lvl8pPr lvl="7" algn="ctr">
              <a:lnSpc>
                <a:spcPct val="100000"/>
              </a:lnSpc>
              <a:spcBef>
                <a:spcPts val="0"/>
              </a:spcBef>
              <a:spcAft>
                <a:spcPts val="0"/>
              </a:spcAft>
              <a:buSzPts val="13200"/>
              <a:buNone/>
              <a:defRPr sz="13200"/>
            </a:lvl8pPr>
            <a:lvl9pPr lvl="8" algn="ctr">
              <a:lnSpc>
                <a:spcPct val="100000"/>
              </a:lnSpc>
              <a:spcBef>
                <a:spcPts val="0"/>
              </a:spcBef>
              <a:spcAft>
                <a:spcPts val="0"/>
              </a:spcAft>
              <a:buSzPts val="13200"/>
              <a:buNone/>
              <a:defRPr sz="13200"/>
            </a:lvl9pPr>
          </a:lstStyle>
          <a:p>
            <a:r>
              <a:t>xx%</a:t>
            </a:r>
          </a:p>
        </p:txBody>
      </p:sp>
      <p:sp>
        <p:nvSpPr>
          <p:cNvPr id="88" name="Google Shape;88;p103"/>
          <p:cNvSpPr txBox="1"/>
          <p:nvPr>
            <p:ph idx="1" type="body"/>
          </p:nvPr>
        </p:nvSpPr>
        <p:spPr>
          <a:xfrm>
            <a:off x="343628" y="3475231"/>
            <a:ext cx="9393300" cy="1434000"/>
          </a:xfrm>
          <a:prstGeom prst="rect">
            <a:avLst/>
          </a:prstGeom>
          <a:noFill/>
          <a:ln>
            <a:noFill/>
          </a:ln>
        </p:spPr>
        <p:txBody>
          <a:bodyPr anchorCtr="0" anchor="t" bIns="100800" lIns="100800" spcFirstLastPara="1" rIns="100800" wrap="square" tIns="100800">
            <a:normAutofit/>
          </a:bodyPr>
          <a:lstStyle>
            <a:lvl1pPr indent="-355600" lvl="0" marL="457200" algn="ctr">
              <a:lnSpc>
                <a:spcPct val="115000"/>
              </a:lnSpc>
              <a:spcBef>
                <a:spcPts val="0"/>
              </a:spcBef>
              <a:spcAft>
                <a:spcPts val="0"/>
              </a:spcAft>
              <a:buSzPts val="2000"/>
              <a:buChar char="●"/>
              <a:defRPr/>
            </a:lvl1pPr>
            <a:lvl2pPr indent="-330200" lvl="1" marL="914400" algn="ctr">
              <a:lnSpc>
                <a:spcPct val="115000"/>
              </a:lnSpc>
              <a:spcBef>
                <a:spcPts val="0"/>
              </a:spcBef>
              <a:spcAft>
                <a:spcPts val="0"/>
              </a:spcAft>
              <a:buSzPts val="1600"/>
              <a:buChar char="○"/>
              <a:defRPr/>
            </a:lvl2pPr>
            <a:lvl3pPr indent="-330200" lvl="2" marL="1371600" algn="ctr">
              <a:lnSpc>
                <a:spcPct val="115000"/>
              </a:lnSpc>
              <a:spcBef>
                <a:spcPts val="0"/>
              </a:spcBef>
              <a:spcAft>
                <a:spcPts val="0"/>
              </a:spcAft>
              <a:buSzPts val="1600"/>
              <a:buChar char="■"/>
              <a:defRPr/>
            </a:lvl3pPr>
            <a:lvl4pPr indent="-330200" lvl="3" marL="1828800" algn="ctr">
              <a:lnSpc>
                <a:spcPct val="115000"/>
              </a:lnSpc>
              <a:spcBef>
                <a:spcPts val="0"/>
              </a:spcBef>
              <a:spcAft>
                <a:spcPts val="0"/>
              </a:spcAft>
              <a:buSzPts val="1600"/>
              <a:buChar char="●"/>
              <a:defRPr/>
            </a:lvl4pPr>
            <a:lvl5pPr indent="-330200" lvl="4" marL="2286000" algn="ctr">
              <a:lnSpc>
                <a:spcPct val="115000"/>
              </a:lnSpc>
              <a:spcBef>
                <a:spcPts val="0"/>
              </a:spcBef>
              <a:spcAft>
                <a:spcPts val="0"/>
              </a:spcAft>
              <a:buSzPts val="1600"/>
              <a:buChar char="○"/>
              <a:defRPr/>
            </a:lvl5pPr>
            <a:lvl6pPr indent="-330200" lvl="5" marL="2743200" algn="ctr">
              <a:lnSpc>
                <a:spcPct val="115000"/>
              </a:lnSpc>
              <a:spcBef>
                <a:spcPts val="0"/>
              </a:spcBef>
              <a:spcAft>
                <a:spcPts val="0"/>
              </a:spcAft>
              <a:buSzPts val="1600"/>
              <a:buChar char="■"/>
              <a:defRPr/>
            </a:lvl6pPr>
            <a:lvl7pPr indent="-330200" lvl="6" marL="3200400" algn="ctr">
              <a:lnSpc>
                <a:spcPct val="115000"/>
              </a:lnSpc>
              <a:spcBef>
                <a:spcPts val="0"/>
              </a:spcBef>
              <a:spcAft>
                <a:spcPts val="0"/>
              </a:spcAft>
              <a:buSzPts val="1600"/>
              <a:buChar char="●"/>
              <a:defRPr/>
            </a:lvl7pPr>
            <a:lvl8pPr indent="-330200" lvl="7" marL="3657600" algn="ctr">
              <a:lnSpc>
                <a:spcPct val="115000"/>
              </a:lnSpc>
              <a:spcBef>
                <a:spcPts val="0"/>
              </a:spcBef>
              <a:spcAft>
                <a:spcPts val="0"/>
              </a:spcAft>
              <a:buSzPts val="1600"/>
              <a:buChar char="○"/>
              <a:defRPr/>
            </a:lvl8pPr>
            <a:lvl9pPr indent="-330200" lvl="8" marL="4114800" algn="ctr">
              <a:lnSpc>
                <a:spcPct val="115000"/>
              </a:lnSpc>
              <a:spcBef>
                <a:spcPts val="0"/>
              </a:spcBef>
              <a:spcAft>
                <a:spcPts val="0"/>
              </a:spcAft>
              <a:buSzPts val="1600"/>
              <a:buChar char="■"/>
              <a:defRPr/>
            </a:lvl9pPr>
          </a:lstStyle>
          <a:p/>
        </p:txBody>
      </p:sp>
      <p:sp>
        <p:nvSpPr>
          <p:cNvPr id="89" name="Google Shape;89;p103"/>
          <p:cNvSpPr txBox="1"/>
          <p:nvPr>
            <p:ph idx="12" type="sldNum"/>
          </p:nvPr>
        </p:nvSpPr>
        <p:spPr>
          <a:xfrm>
            <a:off x="9340296" y="5141053"/>
            <a:ext cx="605100" cy="433800"/>
          </a:xfrm>
          <a:prstGeom prst="rect">
            <a:avLst/>
          </a:prstGeom>
          <a:noFill/>
          <a:ln>
            <a:noFill/>
          </a:ln>
        </p:spPr>
        <p:txBody>
          <a:bodyPr anchorCtr="0" anchor="ctr" bIns="100800" lIns="100800" spcFirstLastPara="1" rIns="100800" wrap="square" tIns="1008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0" name="Shape 90"/>
        <p:cNvGrpSpPr/>
        <p:nvPr/>
      </p:nvGrpSpPr>
      <p:grpSpPr>
        <a:xfrm>
          <a:off x="0" y="0"/>
          <a:ext cx="0" cy="0"/>
          <a:chOff x="0" y="0"/>
          <a:chExt cx="0" cy="0"/>
        </a:xfrm>
      </p:grpSpPr>
      <p:sp>
        <p:nvSpPr>
          <p:cNvPr id="91" name="Google Shape;91;p104"/>
          <p:cNvSpPr txBox="1"/>
          <p:nvPr>
            <p:ph idx="12" type="sldNum"/>
          </p:nvPr>
        </p:nvSpPr>
        <p:spPr>
          <a:xfrm>
            <a:off x="9340296" y="5141053"/>
            <a:ext cx="605100" cy="433800"/>
          </a:xfrm>
          <a:prstGeom prst="rect">
            <a:avLst/>
          </a:prstGeom>
          <a:noFill/>
          <a:ln>
            <a:noFill/>
          </a:ln>
        </p:spPr>
        <p:txBody>
          <a:bodyPr anchorCtr="0" anchor="ctr" bIns="100800" lIns="100800" spcFirstLastPara="1" rIns="100800" wrap="square" tIns="1008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6">
  <p:cSld name="TITLE_7">
    <p:spTree>
      <p:nvGrpSpPr>
        <p:cNvPr id="92" name="Shape 92"/>
        <p:cNvGrpSpPr/>
        <p:nvPr/>
      </p:nvGrpSpPr>
      <p:grpSpPr>
        <a:xfrm>
          <a:off x="0" y="0"/>
          <a:ext cx="0" cy="0"/>
          <a:chOff x="0" y="0"/>
          <a:chExt cx="0" cy="0"/>
        </a:xfrm>
      </p:grpSpPr>
      <p:sp>
        <p:nvSpPr>
          <p:cNvPr id="93" name="Google Shape;93;g3e734c4ec35_0_52"/>
          <p:cNvSpPr txBox="1"/>
          <p:nvPr>
            <p:ph type="ctrTitle"/>
          </p:nvPr>
        </p:nvSpPr>
        <p:spPr>
          <a:xfrm>
            <a:off x="343637" y="820871"/>
            <a:ext cx="9393300" cy="22629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SzPts val="5700"/>
              <a:buNone/>
              <a:defRPr sz="5700"/>
            </a:lvl1pPr>
            <a:lvl2pPr lvl="1" algn="ctr">
              <a:lnSpc>
                <a:spcPct val="100000"/>
              </a:lnSpc>
              <a:spcBef>
                <a:spcPts val="0"/>
              </a:spcBef>
              <a:spcAft>
                <a:spcPts val="0"/>
              </a:spcAft>
              <a:buSzPts val="5700"/>
              <a:buNone/>
              <a:defRPr sz="5700"/>
            </a:lvl2pPr>
            <a:lvl3pPr lvl="2" algn="ctr">
              <a:lnSpc>
                <a:spcPct val="100000"/>
              </a:lnSpc>
              <a:spcBef>
                <a:spcPts val="0"/>
              </a:spcBef>
              <a:spcAft>
                <a:spcPts val="0"/>
              </a:spcAft>
              <a:buSzPts val="5700"/>
              <a:buNone/>
              <a:defRPr sz="5700"/>
            </a:lvl3pPr>
            <a:lvl4pPr lvl="3" algn="ctr">
              <a:lnSpc>
                <a:spcPct val="100000"/>
              </a:lnSpc>
              <a:spcBef>
                <a:spcPts val="0"/>
              </a:spcBef>
              <a:spcAft>
                <a:spcPts val="0"/>
              </a:spcAft>
              <a:buSzPts val="5700"/>
              <a:buNone/>
              <a:defRPr sz="5700"/>
            </a:lvl4pPr>
            <a:lvl5pPr lvl="4" algn="ctr">
              <a:lnSpc>
                <a:spcPct val="100000"/>
              </a:lnSpc>
              <a:spcBef>
                <a:spcPts val="0"/>
              </a:spcBef>
              <a:spcAft>
                <a:spcPts val="0"/>
              </a:spcAft>
              <a:buSzPts val="5700"/>
              <a:buNone/>
              <a:defRPr sz="5700"/>
            </a:lvl5pPr>
            <a:lvl6pPr lvl="5" algn="ctr">
              <a:lnSpc>
                <a:spcPct val="100000"/>
              </a:lnSpc>
              <a:spcBef>
                <a:spcPts val="0"/>
              </a:spcBef>
              <a:spcAft>
                <a:spcPts val="0"/>
              </a:spcAft>
              <a:buSzPts val="5700"/>
              <a:buNone/>
              <a:defRPr sz="5700"/>
            </a:lvl6pPr>
            <a:lvl7pPr lvl="6" algn="ctr">
              <a:lnSpc>
                <a:spcPct val="100000"/>
              </a:lnSpc>
              <a:spcBef>
                <a:spcPts val="0"/>
              </a:spcBef>
              <a:spcAft>
                <a:spcPts val="0"/>
              </a:spcAft>
              <a:buSzPts val="5700"/>
              <a:buNone/>
              <a:defRPr sz="5700"/>
            </a:lvl7pPr>
            <a:lvl8pPr lvl="7" algn="ctr">
              <a:lnSpc>
                <a:spcPct val="100000"/>
              </a:lnSpc>
              <a:spcBef>
                <a:spcPts val="0"/>
              </a:spcBef>
              <a:spcAft>
                <a:spcPts val="0"/>
              </a:spcAft>
              <a:buSzPts val="5700"/>
              <a:buNone/>
              <a:defRPr sz="5700"/>
            </a:lvl8pPr>
            <a:lvl9pPr lvl="8" algn="ctr">
              <a:lnSpc>
                <a:spcPct val="100000"/>
              </a:lnSpc>
              <a:spcBef>
                <a:spcPts val="0"/>
              </a:spcBef>
              <a:spcAft>
                <a:spcPts val="0"/>
              </a:spcAft>
              <a:buSzPts val="5700"/>
              <a:buNone/>
              <a:defRPr sz="5700"/>
            </a:lvl9pPr>
          </a:lstStyle>
          <a:p/>
        </p:txBody>
      </p:sp>
      <p:sp>
        <p:nvSpPr>
          <p:cNvPr id="94" name="Google Shape;94;g3e734c4ec35_0_52"/>
          <p:cNvSpPr txBox="1"/>
          <p:nvPr>
            <p:ph idx="1" type="subTitle"/>
          </p:nvPr>
        </p:nvSpPr>
        <p:spPr>
          <a:xfrm>
            <a:off x="343628" y="3124535"/>
            <a:ext cx="9393300" cy="873900"/>
          </a:xfrm>
          <a:prstGeom prst="rect">
            <a:avLst/>
          </a:prstGeom>
          <a:noFill/>
          <a:ln>
            <a:noFill/>
          </a:ln>
        </p:spPr>
        <p:txBody>
          <a:bodyPr anchorCtr="0" anchor="t" bIns="0" lIns="0" spcFirstLastPara="1" rIns="0" wrap="square" tIns="0">
            <a:normAutofit/>
          </a:bodyPr>
          <a:lstStyle>
            <a:lvl1pPr lvl="0" algn="ctr">
              <a:lnSpc>
                <a:spcPct val="100000"/>
              </a:lnSpc>
              <a:spcBef>
                <a:spcPts val="0"/>
              </a:spcBef>
              <a:spcAft>
                <a:spcPts val="0"/>
              </a:spcAft>
              <a:buSzPts val="3100"/>
              <a:buNone/>
              <a:defRPr sz="3100"/>
            </a:lvl1pPr>
            <a:lvl2pPr lvl="1" algn="ctr">
              <a:lnSpc>
                <a:spcPct val="100000"/>
              </a:lnSpc>
              <a:spcBef>
                <a:spcPts val="0"/>
              </a:spcBef>
              <a:spcAft>
                <a:spcPts val="0"/>
              </a:spcAft>
              <a:buSzPts val="3100"/>
              <a:buNone/>
              <a:defRPr sz="3100"/>
            </a:lvl2pPr>
            <a:lvl3pPr lvl="2" algn="ctr">
              <a:lnSpc>
                <a:spcPct val="100000"/>
              </a:lnSpc>
              <a:spcBef>
                <a:spcPts val="0"/>
              </a:spcBef>
              <a:spcAft>
                <a:spcPts val="0"/>
              </a:spcAft>
              <a:buSzPts val="3100"/>
              <a:buNone/>
              <a:defRPr sz="3100"/>
            </a:lvl3pPr>
            <a:lvl4pPr lvl="3" algn="ctr">
              <a:lnSpc>
                <a:spcPct val="100000"/>
              </a:lnSpc>
              <a:spcBef>
                <a:spcPts val="0"/>
              </a:spcBef>
              <a:spcAft>
                <a:spcPts val="0"/>
              </a:spcAft>
              <a:buSzPts val="3100"/>
              <a:buNone/>
              <a:defRPr sz="3100"/>
            </a:lvl4pPr>
            <a:lvl5pPr lvl="4" algn="ctr">
              <a:lnSpc>
                <a:spcPct val="100000"/>
              </a:lnSpc>
              <a:spcBef>
                <a:spcPts val="0"/>
              </a:spcBef>
              <a:spcAft>
                <a:spcPts val="0"/>
              </a:spcAft>
              <a:buSzPts val="3100"/>
              <a:buNone/>
              <a:defRPr sz="3100"/>
            </a:lvl5pPr>
            <a:lvl6pPr lvl="5" algn="ctr">
              <a:lnSpc>
                <a:spcPct val="100000"/>
              </a:lnSpc>
              <a:spcBef>
                <a:spcPts val="0"/>
              </a:spcBef>
              <a:spcAft>
                <a:spcPts val="0"/>
              </a:spcAft>
              <a:buSzPts val="3100"/>
              <a:buNone/>
              <a:defRPr sz="3100"/>
            </a:lvl6pPr>
            <a:lvl7pPr lvl="6" algn="ctr">
              <a:lnSpc>
                <a:spcPct val="100000"/>
              </a:lnSpc>
              <a:spcBef>
                <a:spcPts val="0"/>
              </a:spcBef>
              <a:spcAft>
                <a:spcPts val="0"/>
              </a:spcAft>
              <a:buSzPts val="3100"/>
              <a:buNone/>
              <a:defRPr sz="3100"/>
            </a:lvl7pPr>
            <a:lvl8pPr lvl="7" algn="ctr">
              <a:lnSpc>
                <a:spcPct val="100000"/>
              </a:lnSpc>
              <a:spcBef>
                <a:spcPts val="0"/>
              </a:spcBef>
              <a:spcAft>
                <a:spcPts val="0"/>
              </a:spcAft>
              <a:buSzPts val="3100"/>
              <a:buNone/>
              <a:defRPr sz="3100"/>
            </a:lvl8pPr>
            <a:lvl9pPr lvl="8" algn="ctr">
              <a:lnSpc>
                <a:spcPct val="100000"/>
              </a:lnSpc>
              <a:spcBef>
                <a:spcPts val="0"/>
              </a:spcBef>
              <a:spcAft>
                <a:spcPts val="0"/>
              </a:spcAft>
              <a:buSzPts val="3100"/>
              <a:buNone/>
              <a:defRPr sz="3100"/>
            </a:lvl9pPr>
          </a:lstStyle>
          <a:p/>
        </p:txBody>
      </p:sp>
      <p:sp>
        <p:nvSpPr>
          <p:cNvPr id="95" name="Google Shape;95;g3e734c4ec35_0_52"/>
          <p:cNvSpPr txBox="1"/>
          <p:nvPr>
            <p:ph idx="12" type="sldNum"/>
          </p:nvPr>
        </p:nvSpPr>
        <p:spPr>
          <a:xfrm>
            <a:off x="9340296" y="5141053"/>
            <a:ext cx="604800" cy="4338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0" name="Shape 100"/>
        <p:cNvGrpSpPr/>
        <p:nvPr/>
      </p:nvGrpSpPr>
      <p:grpSpPr>
        <a:xfrm>
          <a:off x="0" y="0"/>
          <a:ext cx="0" cy="0"/>
          <a:chOff x="0" y="0"/>
          <a:chExt cx="0" cy="0"/>
        </a:xfrm>
      </p:grpSpPr>
      <p:sp>
        <p:nvSpPr>
          <p:cNvPr id="101" name="Google Shape;101;g3e52ebd8282_0_71"/>
          <p:cNvSpPr txBox="1"/>
          <p:nvPr>
            <p:ph type="ctrTitle"/>
          </p:nvPr>
        </p:nvSpPr>
        <p:spPr>
          <a:xfrm>
            <a:off x="343637" y="820871"/>
            <a:ext cx="9393300" cy="2262900"/>
          </a:xfrm>
          <a:prstGeom prst="rect">
            <a:avLst/>
          </a:prstGeom>
          <a:noFill/>
          <a:ln>
            <a:noFill/>
          </a:ln>
        </p:spPr>
        <p:txBody>
          <a:bodyPr anchorCtr="0" anchor="b" bIns="100800" lIns="100800" spcFirstLastPara="1" rIns="100800" wrap="square" tIns="100800">
            <a:normAutofit/>
          </a:bodyPr>
          <a:lstStyle>
            <a:lvl1pPr lvl="0" algn="ctr">
              <a:lnSpc>
                <a:spcPct val="100000"/>
              </a:lnSpc>
              <a:spcBef>
                <a:spcPts val="0"/>
              </a:spcBef>
              <a:spcAft>
                <a:spcPts val="0"/>
              </a:spcAft>
              <a:buSzPts val="5700"/>
              <a:buNone/>
              <a:defRPr sz="5700"/>
            </a:lvl1pPr>
            <a:lvl2pPr lvl="1" algn="ctr">
              <a:lnSpc>
                <a:spcPct val="100000"/>
              </a:lnSpc>
              <a:spcBef>
                <a:spcPts val="0"/>
              </a:spcBef>
              <a:spcAft>
                <a:spcPts val="0"/>
              </a:spcAft>
              <a:buSzPts val="5700"/>
              <a:buNone/>
              <a:defRPr sz="5700"/>
            </a:lvl2pPr>
            <a:lvl3pPr lvl="2" algn="ctr">
              <a:lnSpc>
                <a:spcPct val="100000"/>
              </a:lnSpc>
              <a:spcBef>
                <a:spcPts val="0"/>
              </a:spcBef>
              <a:spcAft>
                <a:spcPts val="0"/>
              </a:spcAft>
              <a:buSzPts val="5700"/>
              <a:buNone/>
              <a:defRPr sz="5700"/>
            </a:lvl3pPr>
            <a:lvl4pPr lvl="3" algn="ctr">
              <a:lnSpc>
                <a:spcPct val="100000"/>
              </a:lnSpc>
              <a:spcBef>
                <a:spcPts val="0"/>
              </a:spcBef>
              <a:spcAft>
                <a:spcPts val="0"/>
              </a:spcAft>
              <a:buSzPts val="5700"/>
              <a:buNone/>
              <a:defRPr sz="5700"/>
            </a:lvl4pPr>
            <a:lvl5pPr lvl="4" algn="ctr">
              <a:lnSpc>
                <a:spcPct val="100000"/>
              </a:lnSpc>
              <a:spcBef>
                <a:spcPts val="0"/>
              </a:spcBef>
              <a:spcAft>
                <a:spcPts val="0"/>
              </a:spcAft>
              <a:buSzPts val="5700"/>
              <a:buNone/>
              <a:defRPr sz="5700"/>
            </a:lvl5pPr>
            <a:lvl6pPr lvl="5" algn="ctr">
              <a:lnSpc>
                <a:spcPct val="100000"/>
              </a:lnSpc>
              <a:spcBef>
                <a:spcPts val="0"/>
              </a:spcBef>
              <a:spcAft>
                <a:spcPts val="0"/>
              </a:spcAft>
              <a:buSzPts val="5700"/>
              <a:buNone/>
              <a:defRPr sz="5700"/>
            </a:lvl6pPr>
            <a:lvl7pPr lvl="6" algn="ctr">
              <a:lnSpc>
                <a:spcPct val="100000"/>
              </a:lnSpc>
              <a:spcBef>
                <a:spcPts val="0"/>
              </a:spcBef>
              <a:spcAft>
                <a:spcPts val="0"/>
              </a:spcAft>
              <a:buSzPts val="5700"/>
              <a:buNone/>
              <a:defRPr sz="5700"/>
            </a:lvl7pPr>
            <a:lvl8pPr lvl="7" algn="ctr">
              <a:lnSpc>
                <a:spcPct val="100000"/>
              </a:lnSpc>
              <a:spcBef>
                <a:spcPts val="0"/>
              </a:spcBef>
              <a:spcAft>
                <a:spcPts val="0"/>
              </a:spcAft>
              <a:buSzPts val="5700"/>
              <a:buNone/>
              <a:defRPr sz="5700"/>
            </a:lvl8pPr>
            <a:lvl9pPr lvl="8" algn="ctr">
              <a:lnSpc>
                <a:spcPct val="100000"/>
              </a:lnSpc>
              <a:spcBef>
                <a:spcPts val="0"/>
              </a:spcBef>
              <a:spcAft>
                <a:spcPts val="0"/>
              </a:spcAft>
              <a:buSzPts val="5700"/>
              <a:buNone/>
              <a:defRPr sz="5700"/>
            </a:lvl9pPr>
          </a:lstStyle>
          <a:p/>
        </p:txBody>
      </p:sp>
      <p:sp>
        <p:nvSpPr>
          <p:cNvPr id="102" name="Google Shape;102;g3e52ebd8282_0_71"/>
          <p:cNvSpPr txBox="1"/>
          <p:nvPr>
            <p:ph idx="1" type="subTitle"/>
          </p:nvPr>
        </p:nvSpPr>
        <p:spPr>
          <a:xfrm>
            <a:off x="343628" y="3124535"/>
            <a:ext cx="9393300" cy="873900"/>
          </a:xfrm>
          <a:prstGeom prst="rect">
            <a:avLst/>
          </a:prstGeom>
          <a:noFill/>
          <a:ln>
            <a:noFill/>
          </a:ln>
        </p:spPr>
        <p:txBody>
          <a:bodyPr anchorCtr="0" anchor="t" bIns="100800" lIns="100800" spcFirstLastPara="1" rIns="100800" wrap="square" tIns="100800">
            <a:normAutofit/>
          </a:bodyPr>
          <a:lstStyle>
            <a:lvl1pPr lvl="0" algn="ctr">
              <a:lnSpc>
                <a:spcPct val="100000"/>
              </a:lnSpc>
              <a:spcBef>
                <a:spcPts val="0"/>
              </a:spcBef>
              <a:spcAft>
                <a:spcPts val="0"/>
              </a:spcAft>
              <a:buSzPts val="3100"/>
              <a:buNone/>
              <a:defRPr sz="3100"/>
            </a:lvl1pPr>
            <a:lvl2pPr lvl="1" algn="ctr">
              <a:lnSpc>
                <a:spcPct val="100000"/>
              </a:lnSpc>
              <a:spcBef>
                <a:spcPts val="0"/>
              </a:spcBef>
              <a:spcAft>
                <a:spcPts val="0"/>
              </a:spcAft>
              <a:buSzPts val="3100"/>
              <a:buNone/>
              <a:defRPr sz="3100"/>
            </a:lvl2pPr>
            <a:lvl3pPr lvl="2" algn="ctr">
              <a:lnSpc>
                <a:spcPct val="100000"/>
              </a:lnSpc>
              <a:spcBef>
                <a:spcPts val="0"/>
              </a:spcBef>
              <a:spcAft>
                <a:spcPts val="0"/>
              </a:spcAft>
              <a:buSzPts val="3100"/>
              <a:buNone/>
              <a:defRPr sz="3100"/>
            </a:lvl3pPr>
            <a:lvl4pPr lvl="3" algn="ctr">
              <a:lnSpc>
                <a:spcPct val="100000"/>
              </a:lnSpc>
              <a:spcBef>
                <a:spcPts val="0"/>
              </a:spcBef>
              <a:spcAft>
                <a:spcPts val="0"/>
              </a:spcAft>
              <a:buSzPts val="3100"/>
              <a:buNone/>
              <a:defRPr sz="3100"/>
            </a:lvl4pPr>
            <a:lvl5pPr lvl="4" algn="ctr">
              <a:lnSpc>
                <a:spcPct val="100000"/>
              </a:lnSpc>
              <a:spcBef>
                <a:spcPts val="0"/>
              </a:spcBef>
              <a:spcAft>
                <a:spcPts val="0"/>
              </a:spcAft>
              <a:buSzPts val="3100"/>
              <a:buNone/>
              <a:defRPr sz="3100"/>
            </a:lvl5pPr>
            <a:lvl6pPr lvl="5" algn="ctr">
              <a:lnSpc>
                <a:spcPct val="100000"/>
              </a:lnSpc>
              <a:spcBef>
                <a:spcPts val="0"/>
              </a:spcBef>
              <a:spcAft>
                <a:spcPts val="0"/>
              </a:spcAft>
              <a:buSzPts val="3100"/>
              <a:buNone/>
              <a:defRPr sz="3100"/>
            </a:lvl6pPr>
            <a:lvl7pPr lvl="6" algn="ctr">
              <a:lnSpc>
                <a:spcPct val="100000"/>
              </a:lnSpc>
              <a:spcBef>
                <a:spcPts val="0"/>
              </a:spcBef>
              <a:spcAft>
                <a:spcPts val="0"/>
              </a:spcAft>
              <a:buSzPts val="3100"/>
              <a:buNone/>
              <a:defRPr sz="3100"/>
            </a:lvl7pPr>
            <a:lvl8pPr lvl="7" algn="ctr">
              <a:lnSpc>
                <a:spcPct val="100000"/>
              </a:lnSpc>
              <a:spcBef>
                <a:spcPts val="0"/>
              </a:spcBef>
              <a:spcAft>
                <a:spcPts val="0"/>
              </a:spcAft>
              <a:buSzPts val="3100"/>
              <a:buNone/>
              <a:defRPr sz="3100"/>
            </a:lvl8pPr>
            <a:lvl9pPr lvl="8" algn="ctr">
              <a:lnSpc>
                <a:spcPct val="100000"/>
              </a:lnSpc>
              <a:spcBef>
                <a:spcPts val="0"/>
              </a:spcBef>
              <a:spcAft>
                <a:spcPts val="0"/>
              </a:spcAft>
              <a:buSzPts val="3100"/>
              <a:buNone/>
              <a:defRPr sz="3100"/>
            </a:lvl9pPr>
          </a:lstStyle>
          <a:p/>
        </p:txBody>
      </p:sp>
      <p:sp>
        <p:nvSpPr>
          <p:cNvPr id="103" name="Google Shape;103;g3e52ebd8282_0_71"/>
          <p:cNvSpPr txBox="1"/>
          <p:nvPr>
            <p:ph idx="12" type="sldNum"/>
          </p:nvPr>
        </p:nvSpPr>
        <p:spPr>
          <a:xfrm>
            <a:off x="9340296" y="5141053"/>
            <a:ext cx="604800" cy="433800"/>
          </a:xfrm>
          <a:prstGeom prst="rect">
            <a:avLst/>
          </a:prstGeom>
          <a:noFill/>
          <a:ln>
            <a:noFill/>
          </a:ln>
        </p:spPr>
        <p:txBody>
          <a:bodyPr anchorCtr="0" anchor="ctr" bIns="100800" lIns="100800" spcFirstLastPara="1" rIns="100800" wrap="square" tIns="1008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4" name="Shape 104"/>
        <p:cNvGrpSpPr/>
        <p:nvPr/>
      </p:nvGrpSpPr>
      <p:grpSpPr>
        <a:xfrm>
          <a:off x="0" y="0"/>
          <a:ext cx="0" cy="0"/>
          <a:chOff x="0" y="0"/>
          <a:chExt cx="0" cy="0"/>
        </a:xfrm>
      </p:grpSpPr>
      <p:sp>
        <p:nvSpPr>
          <p:cNvPr id="105" name="Google Shape;105;g3e52ebd8282_0_75"/>
          <p:cNvSpPr txBox="1"/>
          <p:nvPr>
            <p:ph type="title"/>
          </p:nvPr>
        </p:nvSpPr>
        <p:spPr>
          <a:xfrm>
            <a:off x="343628" y="2371246"/>
            <a:ext cx="9393300" cy="928200"/>
          </a:xfrm>
          <a:prstGeom prst="rect">
            <a:avLst/>
          </a:prstGeom>
          <a:noFill/>
          <a:ln>
            <a:noFill/>
          </a:ln>
        </p:spPr>
        <p:txBody>
          <a:bodyPr anchorCtr="0" anchor="ctr" bIns="100800" lIns="100800" spcFirstLastPara="1" rIns="100800" wrap="square" tIns="100800">
            <a:normAutofit/>
          </a:bodyPr>
          <a:lstStyle>
            <a:lvl1pPr lvl="0" algn="ctr">
              <a:lnSpc>
                <a:spcPct val="100000"/>
              </a:lnSpc>
              <a:spcBef>
                <a:spcPts val="0"/>
              </a:spcBef>
              <a:spcAft>
                <a:spcPts val="0"/>
              </a:spcAft>
              <a:buSzPts val="4000"/>
              <a:buNone/>
              <a:defRPr sz="4000"/>
            </a:lvl1pPr>
            <a:lvl2pPr lvl="1" algn="ctr">
              <a:lnSpc>
                <a:spcPct val="100000"/>
              </a:lnSpc>
              <a:spcBef>
                <a:spcPts val="0"/>
              </a:spcBef>
              <a:spcAft>
                <a:spcPts val="0"/>
              </a:spcAft>
              <a:buSzPts val="4000"/>
              <a:buNone/>
              <a:defRPr sz="4000"/>
            </a:lvl2pPr>
            <a:lvl3pPr lvl="2" algn="ctr">
              <a:lnSpc>
                <a:spcPct val="100000"/>
              </a:lnSpc>
              <a:spcBef>
                <a:spcPts val="0"/>
              </a:spcBef>
              <a:spcAft>
                <a:spcPts val="0"/>
              </a:spcAft>
              <a:buSzPts val="4000"/>
              <a:buNone/>
              <a:defRPr sz="4000"/>
            </a:lvl3pPr>
            <a:lvl4pPr lvl="3" algn="ctr">
              <a:lnSpc>
                <a:spcPct val="100000"/>
              </a:lnSpc>
              <a:spcBef>
                <a:spcPts val="0"/>
              </a:spcBef>
              <a:spcAft>
                <a:spcPts val="0"/>
              </a:spcAft>
              <a:buSzPts val="4000"/>
              <a:buNone/>
              <a:defRPr sz="4000"/>
            </a:lvl4pPr>
            <a:lvl5pPr lvl="4" algn="ctr">
              <a:lnSpc>
                <a:spcPct val="100000"/>
              </a:lnSpc>
              <a:spcBef>
                <a:spcPts val="0"/>
              </a:spcBef>
              <a:spcAft>
                <a:spcPts val="0"/>
              </a:spcAft>
              <a:buSzPts val="4000"/>
              <a:buNone/>
              <a:defRPr sz="4000"/>
            </a:lvl5pPr>
            <a:lvl6pPr lvl="5" algn="ctr">
              <a:lnSpc>
                <a:spcPct val="100000"/>
              </a:lnSpc>
              <a:spcBef>
                <a:spcPts val="0"/>
              </a:spcBef>
              <a:spcAft>
                <a:spcPts val="0"/>
              </a:spcAft>
              <a:buSzPts val="4000"/>
              <a:buNone/>
              <a:defRPr sz="4000"/>
            </a:lvl6pPr>
            <a:lvl7pPr lvl="6" algn="ctr">
              <a:lnSpc>
                <a:spcPct val="100000"/>
              </a:lnSpc>
              <a:spcBef>
                <a:spcPts val="0"/>
              </a:spcBef>
              <a:spcAft>
                <a:spcPts val="0"/>
              </a:spcAft>
              <a:buSzPts val="4000"/>
              <a:buNone/>
              <a:defRPr sz="4000"/>
            </a:lvl7pPr>
            <a:lvl8pPr lvl="7" algn="ctr">
              <a:lnSpc>
                <a:spcPct val="100000"/>
              </a:lnSpc>
              <a:spcBef>
                <a:spcPts val="0"/>
              </a:spcBef>
              <a:spcAft>
                <a:spcPts val="0"/>
              </a:spcAft>
              <a:buSzPts val="4000"/>
              <a:buNone/>
              <a:defRPr sz="4000"/>
            </a:lvl8pPr>
            <a:lvl9pPr lvl="8" algn="ctr">
              <a:lnSpc>
                <a:spcPct val="100000"/>
              </a:lnSpc>
              <a:spcBef>
                <a:spcPts val="0"/>
              </a:spcBef>
              <a:spcAft>
                <a:spcPts val="0"/>
              </a:spcAft>
              <a:buSzPts val="4000"/>
              <a:buNone/>
              <a:defRPr sz="4000"/>
            </a:lvl9pPr>
          </a:lstStyle>
          <a:p/>
        </p:txBody>
      </p:sp>
      <p:sp>
        <p:nvSpPr>
          <p:cNvPr id="106" name="Google Shape;106;g3e52ebd8282_0_75"/>
          <p:cNvSpPr txBox="1"/>
          <p:nvPr>
            <p:ph idx="12" type="sldNum"/>
          </p:nvPr>
        </p:nvSpPr>
        <p:spPr>
          <a:xfrm>
            <a:off x="9340296" y="5141053"/>
            <a:ext cx="604800" cy="433800"/>
          </a:xfrm>
          <a:prstGeom prst="rect">
            <a:avLst/>
          </a:prstGeom>
          <a:noFill/>
          <a:ln>
            <a:noFill/>
          </a:ln>
        </p:spPr>
        <p:txBody>
          <a:bodyPr anchorCtr="0" anchor="ctr" bIns="100800" lIns="100800" spcFirstLastPara="1" rIns="100800" wrap="square" tIns="1008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7" name="Shape 107"/>
        <p:cNvGrpSpPr/>
        <p:nvPr/>
      </p:nvGrpSpPr>
      <p:grpSpPr>
        <a:xfrm>
          <a:off x="0" y="0"/>
          <a:ext cx="0" cy="0"/>
          <a:chOff x="0" y="0"/>
          <a:chExt cx="0" cy="0"/>
        </a:xfrm>
      </p:grpSpPr>
      <p:sp>
        <p:nvSpPr>
          <p:cNvPr id="108" name="Google Shape;108;g3e52ebd8282_0_78"/>
          <p:cNvSpPr txBox="1"/>
          <p:nvPr>
            <p:ph type="title"/>
          </p:nvPr>
        </p:nvSpPr>
        <p:spPr>
          <a:xfrm>
            <a:off x="343628" y="490626"/>
            <a:ext cx="9393300" cy="631500"/>
          </a:xfrm>
          <a:prstGeom prst="rect">
            <a:avLst/>
          </a:prstGeom>
          <a:noFill/>
          <a:ln>
            <a:noFill/>
          </a:ln>
        </p:spPr>
        <p:txBody>
          <a:bodyPr anchorCtr="0" anchor="t" bIns="100800" lIns="100800" spcFirstLastPara="1" rIns="100800" wrap="square" tIns="100800">
            <a:normAutofit/>
          </a:bodyPr>
          <a:lstStyle>
            <a:lvl1pPr lvl="0" algn="l">
              <a:lnSpc>
                <a:spcPct val="100000"/>
              </a:lnSpc>
              <a:spcBef>
                <a:spcPts val="0"/>
              </a:spcBef>
              <a:spcAft>
                <a:spcPts val="0"/>
              </a:spcAft>
              <a:buSzPts val="3100"/>
              <a:buNone/>
              <a:defRPr/>
            </a:lvl1pPr>
            <a:lvl2pPr lvl="1" algn="l">
              <a:lnSpc>
                <a:spcPct val="100000"/>
              </a:lnSpc>
              <a:spcBef>
                <a:spcPts val="0"/>
              </a:spcBef>
              <a:spcAft>
                <a:spcPts val="0"/>
              </a:spcAft>
              <a:buSzPts val="3100"/>
              <a:buNone/>
              <a:defRPr/>
            </a:lvl2pPr>
            <a:lvl3pPr lvl="2" algn="l">
              <a:lnSpc>
                <a:spcPct val="100000"/>
              </a:lnSpc>
              <a:spcBef>
                <a:spcPts val="0"/>
              </a:spcBef>
              <a:spcAft>
                <a:spcPts val="0"/>
              </a:spcAft>
              <a:buSzPts val="3100"/>
              <a:buNone/>
              <a:defRPr/>
            </a:lvl3pPr>
            <a:lvl4pPr lvl="3" algn="l">
              <a:lnSpc>
                <a:spcPct val="100000"/>
              </a:lnSpc>
              <a:spcBef>
                <a:spcPts val="0"/>
              </a:spcBef>
              <a:spcAft>
                <a:spcPts val="0"/>
              </a:spcAft>
              <a:buSzPts val="3100"/>
              <a:buNone/>
              <a:defRPr/>
            </a:lvl4pPr>
            <a:lvl5pPr lvl="4" algn="l">
              <a:lnSpc>
                <a:spcPct val="100000"/>
              </a:lnSpc>
              <a:spcBef>
                <a:spcPts val="0"/>
              </a:spcBef>
              <a:spcAft>
                <a:spcPts val="0"/>
              </a:spcAft>
              <a:buSzPts val="3100"/>
              <a:buNone/>
              <a:defRPr/>
            </a:lvl5pPr>
            <a:lvl6pPr lvl="5" algn="l">
              <a:lnSpc>
                <a:spcPct val="100000"/>
              </a:lnSpc>
              <a:spcBef>
                <a:spcPts val="0"/>
              </a:spcBef>
              <a:spcAft>
                <a:spcPts val="0"/>
              </a:spcAft>
              <a:buSzPts val="3100"/>
              <a:buNone/>
              <a:defRPr/>
            </a:lvl6pPr>
            <a:lvl7pPr lvl="6" algn="l">
              <a:lnSpc>
                <a:spcPct val="100000"/>
              </a:lnSpc>
              <a:spcBef>
                <a:spcPts val="0"/>
              </a:spcBef>
              <a:spcAft>
                <a:spcPts val="0"/>
              </a:spcAft>
              <a:buSzPts val="3100"/>
              <a:buNone/>
              <a:defRPr/>
            </a:lvl7pPr>
            <a:lvl8pPr lvl="7" algn="l">
              <a:lnSpc>
                <a:spcPct val="100000"/>
              </a:lnSpc>
              <a:spcBef>
                <a:spcPts val="0"/>
              </a:spcBef>
              <a:spcAft>
                <a:spcPts val="0"/>
              </a:spcAft>
              <a:buSzPts val="3100"/>
              <a:buNone/>
              <a:defRPr/>
            </a:lvl8pPr>
            <a:lvl9pPr lvl="8" algn="l">
              <a:lnSpc>
                <a:spcPct val="100000"/>
              </a:lnSpc>
              <a:spcBef>
                <a:spcPts val="0"/>
              </a:spcBef>
              <a:spcAft>
                <a:spcPts val="0"/>
              </a:spcAft>
              <a:buSzPts val="3100"/>
              <a:buNone/>
              <a:defRPr/>
            </a:lvl9pPr>
          </a:lstStyle>
          <a:p/>
        </p:txBody>
      </p:sp>
      <p:sp>
        <p:nvSpPr>
          <p:cNvPr id="109" name="Google Shape;109;g3e52ebd8282_0_78"/>
          <p:cNvSpPr txBox="1"/>
          <p:nvPr>
            <p:ph idx="1" type="body"/>
          </p:nvPr>
        </p:nvSpPr>
        <p:spPr>
          <a:xfrm>
            <a:off x="343628" y="1270568"/>
            <a:ext cx="9393300" cy="3766500"/>
          </a:xfrm>
          <a:prstGeom prst="rect">
            <a:avLst/>
          </a:prstGeom>
          <a:noFill/>
          <a:ln>
            <a:noFill/>
          </a:ln>
        </p:spPr>
        <p:txBody>
          <a:bodyPr anchorCtr="0" anchor="t" bIns="100800" lIns="100800" spcFirstLastPara="1" rIns="100800" wrap="square" tIns="100800">
            <a:normAutofit/>
          </a:bodyPr>
          <a:lstStyle>
            <a:lvl1pPr indent="-355600" lvl="0" marL="457200" algn="l">
              <a:lnSpc>
                <a:spcPct val="115000"/>
              </a:lnSpc>
              <a:spcBef>
                <a:spcPts val="0"/>
              </a:spcBef>
              <a:spcAft>
                <a:spcPts val="0"/>
              </a:spcAft>
              <a:buSzPts val="2000"/>
              <a:buChar char="●"/>
              <a:defRPr/>
            </a:lvl1pPr>
            <a:lvl2pPr indent="-323850" lvl="1" marL="914400" algn="l">
              <a:lnSpc>
                <a:spcPct val="115000"/>
              </a:lnSpc>
              <a:spcBef>
                <a:spcPts val="0"/>
              </a:spcBef>
              <a:spcAft>
                <a:spcPts val="0"/>
              </a:spcAft>
              <a:buSzPts val="1500"/>
              <a:buChar char="○"/>
              <a:defRPr/>
            </a:lvl2pPr>
            <a:lvl3pPr indent="-323850" lvl="2" marL="1371600" algn="l">
              <a:lnSpc>
                <a:spcPct val="115000"/>
              </a:lnSpc>
              <a:spcBef>
                <a:spcPts val="0"/>
              </a:spcBef>
              <a:spcAft>
                <a:spcPts val="0"/>
              </a:spcAft>
              <a:buSzPts val="1500"/>
              <a:buChar char="■"/>
              <a:defRPr/>
            </a:lvl3pPr>
            <a:lvl4pPr indent="-323850" lvl="3" marL="1828800" algn="l">
              <a:lnSpc>
                <a:spcPct val="115000"/>
              </a:lnSpc>
              <a:spcBef>
                <a:spcPts val="0"/>
              </a:spcBef>
              <a:spcAft>
                <a:spcPts val="0"/>
              </a:spcAft>
              <a:buSzPts val="1500"/>
              <a:buChar char="●"/>
              <a:defRPr/>
            </a:lvl4pPr>
            <a:lvl5pPr indent="-323850" lvl="4" marL="2286000" algn="l">
              <a:lnSpc>
                <a:spcPct val="115000"/>
              </a:lnSpc>
              <a:spcBef>
                <a:spcPts val="0"/>
              </a:spcBef>
              <a:spcAft>
                <a:spcPts val="0"/>
              </a:spcAft>
              <a:buSzPts val="1500"/>
              <a:buChar char="○"/>
              <a:defRPr/>
            </a:lvl5pPr>
            <a:lvl6pPr indent="-323850" lvl="5" marL="2743200" algn="l">
              <a:lnSpc>
                <a:spcPct val="115000"/>
              </a:lnSpc>
              <a:spcBef>
                <a:spcPts val="0"/>
              </a:spcBef>
              <a:spcAft>
                <a:spcPts val="0"/>
              </a:spcAft>
              <a:buSzPts val="1500"/>
              <a:buChar char="■"/>
              <a:defRPr/>
            </a:lvl6pPr>
            <a:lvl7pPr indent="-323850" lvl="6" marL="3200400" algn="l">
              <a:lnSpc>
                <a:spcPct val="115000"/>
              </a:lnSpc>
              <a:spcBef>
                <a:spcPts val="0"/>
              </a:spcBef>
              <a:spcAft>
                <a:spcPts val="0"/>
              </a:spcAft>
              <a:buSzPts val="1500"/>
              <a:buChar char="●"/>
              <a:defRPr/>
            </a:lvl7pPr>
            <a:lvl8pPr indent="-323850" lvl="7" marL="3657600" algn="l">
              <a:lnSpc>
                <a:spcPct val="115000"/>
              </a:lnSpc>
              <a:spcBef>
                <a:spcPts val="0"/>
              </a:spcBef>
              <a:spcAft>
                <a:spcPts val="0"/>
              </a:spcAft>
              <a:buSzPts val="1500"/>
              <a:buChar char="○"/>
              <a:defRPr/>
            </a:lvl8pPr>
            <a:lvl9pPr indent="-323850" lvl="8" marL="4114800" algn="l">
              <a:lnSpc>
                <a:spcPct val="115000"/>
              </a:lnSpc>
              <a:spcBef>
                <a:spcPts val="0"/>
              </a:spcBef>
              <a:spcAft>
                <a:spcPts val="0"/>
              </a:spcAft>
              <a:buSzPts val="1500"/>
              <a:buChar char="■"/>
              <a:defRPr/>
            </a:lvl9pPr>
          </a:lstStyle>
          <a:p/>
        </p:txBody>
      </p:sp>
      <p:sp>
        <p:nvSpPr>
          <p:cNvPr id="110" name="Google Shape;110;g3e52ebd8282_0_78"/>
          <p:cNvSpPr txBox="1"/>
          <p:nvPr>
            <p:ph idx="12" type="sldNum"/>
          </p:nvPr>
        </p:nvSpPr>
        <p:spPr>
          <a:xfrm>
            <a:off x="9340296" y="5141053"/>
            <a:ext cx="604800" cy="433800"/>
          </a:xfrm>
          <a:prstGeom prst="rect">
            <a:avLst/>
          </a:prstGeom>
          <a:noFill/>
          <a:ln>
            <a:noFill/>
          </a:ln>
        </p:spPr>
        <p:txBody>
          <a:bodyPr anchorCtr="0" anchor="ctr" bIns="100800" lIns="100800" spcFirstLastPara="1" rIns="100800" wrap="square" tIns="1008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1" name="Shape 111"/>
        <p:cNvGrpSpPr/>
        <p:nvPr/>
      </p:nvGrpSpPr>
      <p:grpSpPr>
        <a:xfrm>
          <a:off x="0" y="0"/>
          <a:ext cx="0" cy="0"/>
          <a:chOff x="0" y="0"/>
          <a:chExt cx="0" cy="0"/>
        </a:xfrm>
      </p:grpSpPr>
      <p:sp>
        <p:nvSpPr>
          <p:cNvPr id="112" name="Google Shape;112;g3e52ebd8282_0_82"/>
          <p:cNvSpPr txBox="1"/>
          <p:nvPr>
            <p:ph type="title"/>
          </p:nvPr>
        </p:nvSpPr>
        <p:spPr>
          <a:xfrm>
            <a:off x="343628" y="490626"/>
            <a:ext cx="9393300" cy="631500"/>
          </a:xfrm>
          <a:prstGeom prst="rect">
            <a:avLst/>
          </a:prstGeom>
          <a:noFill/>
          <a:ln>
            <a:noFill/>
          </a:ln>
        </p:spPr>
        <p:txBody>
          <a:bodyPr anchorCtr="0" anchor="t" bIns="100800" lIns="100800" spcFirstLastPara="1" rIns="100800" wrap="square" tIns="100800">
            <a:normAutofit/>
          </a:bodyPr>
          <a:lstStyle>
            <a:lvl1pPr lvl="0" algn="l">
              <a:lnSpc>
                <a:spcPct val="100000"/>
              </a:lnSpc>
              <a:spcBef>
                <a:spcPts val="0"/>
              </a:spcBef>
              <a:spcAft>
                <a:spcPts val="0"/>
              </a:spcAft>
              <a:buSzPts val="3100"/>
              <a:buNone/>
              <a:defRPr/>
            </a:lvl1pPr>
            <a:lvl2pPr lvl="1" algn="l">
              <a:lnSpc>
                <a:spcPct val="100000"/>
              </a:lnSpc>
              <a:spcBef>
                <a:spcPts val="0"/>
              </a:spcBef>
              <a:spcAft>
                <a:spcPts val="0"/>
              </a:spcAft>
              <a:buSzPts val="3100"/>
              <a:buNone/>
              <a:defRPr/>
            </a:lvl2pPr>
            <a:lvl3pPr lvl="2" algn="l">
              <a:lnSpc>
                <a:spcPct val="100000"/>
              </a:lnSpc>
              <a:spcBef>
                <a:spcPts val="0"/>
              </a:spcBef>
              <a:spcAft>
                <a:spcPts val="0"/>
              </a:spcAft>
              <a:buSzPts val="3100"/>
              <a:buNone/>
              <a:defRPr/>
            </a:lvl3pPr>
            <a:lvl4pPr lvl="3" algn="l">
              <a:lnSpc>
                <a:spcPct val="100000"/>
              </a:lnSpc>
              <a:spcBef>
                <a:spcPts val="0"/>
              </a:spcBef>
              <a:spcAft>
                <a:spcPts val="0"/>
              </a:spcAft>
              <a:buSzPts val="3100"/>
              <a:buNone/>
              <a:defRPr/>
            </a:lvl4pPr>
            <a:lvl5pPr lvl="4" algn="l">
              <a:lnSpc>
                <a:spcPct val="100000"/>
              </a:lnSpc>
              <a:spcBef>
                <a:spcPts val="0"/>
              </a:spcBef>
              <a:spcAft>
                <a:spcPts val="0"/>
              </a:spcAft>
              <a:buSzPts val="3100"/>
              <a:buNone/>
              <a:defRPr/>
            </a:lvl5pPr>
            <a:lvl6pPr lvl="5" algn="l">
              <a:lnSpc>
                <a:spcPct val="100000"/>
              </a:lnSpc>
              <a:spcBef>
                <a:spcPts val="0"/>
              </a:spcBef>
              <a:spcAft>
                <a:spcPts val="0"/>
              </a:spcAft>
              <a:buSzPts val="3100"/>
              <a:buNone/>
              <a:defRPr/>
            </a:lvl6pPr>
            <a:lvl7pPr lvl="6" algn="l">
              <a:lnSpc>
                <a:spcPct val="100000"/>
              </a:lnSpc>
              <a:spcBef>
                <a:spcPts val="0"/>
              </a:spcBef>
              <a:spcAft>
                <a:spcPts val="0"/>
              </a:spcAft>
              <a:buSzPts val="3100"/>
              <a:buNone/>
              <a:defRPr/>
            </a:lvl7pPr>
            <a:lvl8pPr lvl="7" algn="l">
              <a:lnSpc>
                <a:spcPct val="100000"/>
              </a:lnSpc>
              <a:spcBef>
                <a:spcPts val="0"/>
              </a:spcBef>
              <a:spcAft>
                <a:spcPts val="0"/>
              </a:spcAft>
              <a:buSzPts val="3100"/>
              <a:buNone/>
              <a:defRPr/>
            </a:lvl8pPr>
            <a:lvl9pPr lvl="8" algn="l">
              <a:lnSpc>
                <a:spcPct val="100000"/>
              </a:lnSpc>
              <a:spcBef>
                <a:spcPts val="0"/>
              </a:spcBef>
              <a:spcAft>
                <a:spcPts val="0"/>
              </a:spcAft>
              <a:buSzPts val="3100"/>
              <a:buNone/>
              <a:defRPr/>
            </a:lvl9pPr>
          </a:lstStyle>
          <a:p/>
        </p:txBody>
      </p:sp>
      <p:sp>
        <p:nvSpPr>
          <p:cNvPr id="113" name="Google Shape;113;g3e52ebd8282_0_82"/>
          <p:cNvSpPr txBox="1"/>
          <p:nvPr>
            <p:ph idx="1" type="body"/>
          </p:nvPr>
        </p:nvSpPr>
        <p:spPr>
          <a:xfrm>
            <a:off x="343628" y="1270568"/>
            <a:ext cx="4409700" cy="3766500"/>
          </a:xfrm>
          <a:prstGeom prst="rect">
            <a:avLst/>
          </a:prstGeom>
          <a:noFill/>
          <a:ln>
            <a:noFill/>
          </a:ln>
        </p:spPr>
        <p:txBody>
          <a:bodyPr anchorCtr="0" anchor="t" bIns="100800" lIns="100800" spcFirstLastPara="1" rIns="100800" wrap="square" tIns="100800">
            <a:normAutofit/>
          </a:bodyPr>
          <a:lstStyle>
            <a:lvl1pPr indent="-323850" lvl="0" marL="457200" algn="l">
              <a:lnSpc>
                <a:spcPct val="115000"/>
              </a:lnSpc>
              <a:spcBef>
                <a:spcPts val="0"/>
              </a:spcBef>
              <a:spcAft>
                <a:spcPts val="0"/>
              </a:spcAft>
              <a:buSzPts val="1500"/>
              <a:buChar char="●"/>
              <a:defRPr sz="1500"/>
            </a:lvl1pPr>
            <a:lvl2pPr indent="-311150" lvl="1" marL="914400" algn="l">
              <a:lnSpc>
                <a:spcPct val="115000"/>
              </a:lnSpc>
              <a:spcBef>
                <a:spcPts val="0"/>
              </a:spcBef>
              <a:spcAft>
                <a:spcPts val="0"/>
              </a:spcAft>
              <a:buSzPts val="1300"/>
              <a:buChar char="○"/>
              <a:defRPr sz="1300"/>
            </a:lvl2pPr>
            <a:lvl3pPr indent="-311150" lvl="2" marL="1371600" algn="l">
              <a:lnSpc>
                <a:spcPct val="115000"/>
              </a:lnSpc>
              <a:spcBef>
                <a:spcPts val="0"/>
              </a:spcBef>
              <a:spcAft>
                <a:spcPts val="0"/>
              </a:spcAft>
              <a:buSzPts val="1300"/>
              <a:buChar char="■"/>
              <a:defRPr sz="1300"/>
            </a:lvl3pPr>
            <a:lvl4pPr indent="-311150" lvl="3" marL="1828800" algn="l">
              <a:lnSpc>
                <a:spcPct val="115000"/>
              </a:lnSpc>
              <a:spcBef>
                <a:spcPts val="0"/>
              </a:spcBef>
              <a:spcAft>
                <a:spcPts val="0"/>
              </a:spcAft>
              <a:buSzPts val="1300"/>
              <a:buChar char="●"/>
              <a:defRPr sz="1300"/>
            </a:lvl4pPr>
            <a:lvl5pPr indent="-311150" lvl="4" marL="2286000" algn="l">
              <a:lnSpc>
                <a:spcPct val="115000"/>
              </a:lnSpc>
              <a:spcBef>
                <a:spcPts val="0"/>
              </a:spcBef>
              <a:spcAft>
                <a:spcPts val="0"/>
              </a:spcAft>
              <a:buSzPts val="1300"/>
              <a:buChar char="○"/>
              <a:defRPr sz="1300"/>
            </a:lvl5pPr>
            <a:lvl6pPr indent="-311150" lvl="5" marL="2743200" algn="l">
              <a:lnSpc>
                <a:spcPct val="115000"/>
              </a:lnSpc>
              <a:spcBef>
                <a:spcPts val="0"/>
              </a:spcBef>
              <a:spcAft>
                <a:spcPts val="0"/>
              </a:spcAft>
              <a:buSzPts val="1300"/>
              <a:buChar char="■"/>
              <a:defRPr sz="1300"/>
            </a:lvl6pPr>
            <a:lvl7pPr indent="-311150" lvl="6" marL="3200400" algn="l">
              <a:lnSpc>
                <a:spcPct val="115000"/>
              </a:lnSpc>
              <a:spcBef>
                <a:spcPts val="0"/>
              </a:spcBef>
              <a:spcAft>
                <a:spcPts val="0"/>
              </a:spcAft>
              <a:buSzPts val="1300"/>
              <a:buChar char="●"/>
              <a:defRPr sz="1300"/>
            </a:lvl7pPr>
            <a:lvl8pPr indent="-311150" lvl="7" marL="3657600" algn="l">
              <a:lnSpc>
                <a:spcPct val="115000"/>
              </a:lnSpc>
              <a:spcBef>
                <a:spcPts val="0"/>
              </a:spcBef>
              <a:spcAft>
                <a:spcPts val="0"/>
              </a:spcAft>
              <a:buSzPts val="1300"/>
              <a:buChar char="○"/>
              <a:defRPr sz="1300"/>
            </a:lvl8pPr>
            <a:lvl9pPr indent="-311150" lvl="8" marL="4114800" algn="l">
              <a:lnSpc>
                <a:spcPct val="115000"/>
              </a:lnSpc>
              <a:spcBef>
                <a:spcPts val="0"/>
              </a:spcBef>
              <a:spcAft>
                <a:spcPts val="0"/>
              </a:spcAft>
              <a:buSzPts val="1300"/>
              <a:buChar char="■"/>
              <a:defRPr sz="1300"/>
            </a:lvl9pPr>
          </a:lstStyle>
          <a:p/>
        </p:txBody>
      </p:sp>
      <p:sp>
        <p:nvSpPr>
          <p:cNvPr id="114" name="Google Shape;114;g3e52ebd8282_0_82"/>
          <p:cNvSpPr txBox="1"/>
          <p:nvPr>
            <p:ph idx="2" type="body"/>
          </p:nvPr>
        </p:nvSpPr>
        <p:spPr>
          <a:xfrm>
            <a:off x="5327385" y="1270568"/>
            <a:ext cx="4409700" cy="3766500"/>
          </a:xfrm>
          <a:prstGeom prst="rect">
            <a:avLst/>
          </a:prstGeom>
          <a:noFill/>
          <a:ln>
            <a:noFill/>
          </a:ln>
        </p:spPr>
        <p:txBody>
          <a:bodyPr anchorCtr="0" anchor="t" bIns="100800" lIns="100800" spcFirstLastPara="1" rIns="100800" wrap="square" tIns="100800">
            <a:normAutofit/>
          </a:bodyPr>
          <a:lstStyle>
            <a:lvl1pPr indent="-323850" lvl="0" marL="457200" algn="l">
              <a:lnSpc>
                <a:spcPct val="115000"/>
              </a:lnSpc>
              <a:spcBef>
                <a:spcPts val="0"/>
              </a:spcBef>
              <a:spcAft>
                <a:spcPts val="0"/>
              </a:spcAft>
              <a:buSzPts val="1500"/>
              <a:buChar char="●"/>
              <a:defRPr sz="1500"/>
            </a:lvl1pPr>
            <a:lvl2pPr indent="-311150" lvl="1" marL="914400" algn="l">
              <a:lnSpc>
                <a:spcPct val="115000"/>
              </a:lnSpc>
              <a:spcBef>
                <a:spcPts val="0"/>
              </a:spcBef>
              <a:spcAft>
                <a:spcPts val="0"/>
              </a:spcAft>
              <a:buSzPts val="1300"/>
              <a:buChar char="○"/>
              <a:defRPr sz="1300"/>
            </a:lvl2pPr>
            <a:lvl3pPr indent="-311150" lvl="2" marL="1371600" algn="l">
              <a:lnSpc>
                <a:spcPct val="115000"/>
              </a:lnSpc>
              <a:spcBef>
                <a:spcPts val="0"/>
              </a:spcBef>
              <a:spcAft>
                <a:spcPts val="0"/>
              </a:spcAft>
              <a:buSzPts val="1300"/>
              <a:buChar char="■"/>
              <a:defRPr sz="1300"/>
            </a:lvl3pPr>
            <a:lvl4pPr indent="-311150" lvl="3" marL="1828800" algn="l">
              <a:lnSpc>
                <a:spcPct val="115000"/>
              </a:lnSpc>
              <a:spcBef>
                <a:spcPts val="0"/>
              </a:spcBef>
              <a:spcAft>
                <a:spcPts val="0"/>
              </a:spcAft>
              <a:buSzPts val="1300"/>
              <a:buChar char="●"/>
              <a:defRPr sz="1300"/>
            </a:lvl4pPr>
            <a:lvl5pPr indent="-311150" lvl="4" marL="2286000" algn="l">
              <a:lnSpc>
                <a:spcPct val="115000"/>
              </a:lnSpc>
              <a:spcBef>
                <a:spcPts val="0"/>
              </a:spcBef>
              <a:spcAft>
                <a:spcPts val="0"/>
              </a:spcAft>
              <a:buSzPts val="1300"/>
              <a:buChar char="○"/>
              <a:defRPr sz="1300"/>
            </a:lvl5pPr>
            <a:lvl6pPr indent="-311150" lvl="5" marL="2743200" algn="l">
              <a:lnSpc>
                <a:spcPct val="115000"/>
              </a:lnSpc>
              <a:spcBef>
                <a:spcPts val="0"/>
              </a:spcBef>
              <a:spcAft>
                <a:spcPts val="0"/>
              </a:spcAft>
              <a:buSzPts val="1300"/>
              <a:buChar char="■"/>
              <a:defRPr sz="1300"/>
            </a:lvl6pPr>
            <a:lvl7pPr indent="-311150" lvl="6" marL="3200400" algn="l">
              <a:lnSpc>
                <a:spcPct val="115000"/>
              </a:lnSpc>
              <a:spcBef>
                <a:spcPts val="0"/>
              </a:spcBef>
              <a:spcAft>
                <a:spcPts val="0"/>
              </a:spcAft>
              <a:buSzPts val="1300"/>
              <a:buChar char="●"/>
              <a:defRPr sz="1300"/>
            </a:lvl7pPr>
            <a:lvl8pPr indent="-311150" lvl="7" marL="3657600" algn="l">
              <a:lnSpc>
                <a:spcPct val="115000"/>
              </a:lnSpc>
              <a:spcBef>
                <a:spcPts val="0"/>
              </a:spcBef>
              <a:spcAft>
                <a:spcPts val="0"/>
              </a:spcAft>
              <a:buSzPts val="1300"/>
              <a:buChar char="○"/>
              <a:defRPr sz="1300"/>
            </a:lvl8pPr>
            <a:lvl9pPr indent="-311150" lvl="8" marL="4114800" algn="l">
              <a:lnSpc>
                <a:spcPct val="115000"/>
              </a:lnSpc>
              <a:spcBef>
                <a:spcPts val="0"/>
              </a:spcBef>
              <a:spcAft>
                <a:spcPts val="0"/>
              </a:spcAft>
              <a:buSzPts val="1300"/>
              <a:buChar char="■"/>
              <a:defRPr sz="1300"/>
            </a:lvl9pPr>
          </a:lstStyle>
          <a:p/>
        </p:txBody>
      </p:sp>
      <p:sp>
        <p:nvSpPr>
          <p:cNvPr id="115" name="Google Shape;115;g3e52ebd8282_0_82"/>
          <p:cNvSpPr txBox="1"/>
          <p:nvPr>
            <p:ph idx="12" type="sldNum"/>
          </p:nvPr>
        </p:nvSpPr>
        <p:spPr>
          <a:xfrm>
            <a:off x="9340296" y="5141053"/>
            <a:ext cx="604800" cy="433800"/>
          </a:xfrm>
          <a:prstGeom prst="rect">
            <a:avLst/>
          </a:prstGeom>
          <a:noFill/>
          <a:ln>
            <a:noFill/>
          </a:ln>
        </p:spPr>
        <p:txBody>
          <a:bodyPr anchorCtr="0" anchor="ctr" bIns="100800" lIns="100800" spcFirstLastPara="1" rIns="100800" wrap="square" tIns="1008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6" name="Shape 116"/>
        <p:cNvGrpSpPr/>
        <p:nvPr/>
      </p:nvGrpSpPr>
      <p:grpSpPr>
        <a:xfrm>
          <a:off x="0" y="0"/>
          <a:ext cx="0" cy="0"/>
          <a:chOff x="0" y="0"/>
          <a:chExt cx="0" cy="0"/>
        </a:xfrm>
      </p:grpSpPr>
      <p:sp>
        <p:nvSpPr>
          <p:cNvPr id="117" name="Google Shape;117;g3e52ebd8282_0_87"/>
          <p:cNvSpPr txBox="1"/>
          <p:nvPr>
            <p:ph type="title"/>
          </p:nvPr>
        </p:nvSpPr>
        <p:spPr>
          <a:xfrm>
            <a:off x="343628" y="490626"/>
            <a:ext cx="9393300" cy="631500"/>
          </a:xfrm>
          <a:prstGeom prst="rect">
            <a:avLst/>
          </a:prstGeom>
          <a:noFill/>
          <a:ln>
            <a:noFill/>
          </a:ln>
        </p:spPr>
        <p:txBody>
          <a:bodyPr anchorCtr="0" anchor="t" bIns="100800" lIns="100800" spcFirstLastPara="1" rIns="100800" wrap="square" tIns="100800">
            <a:normAutofit/>
          </a:bodyPr>
          <a:lstStyle>
            <a:lvl1pPr lvl="0" algn="l">
              <a:lnSpc>
                <a:spcPct val="100000"/>
              </a:lnSpc>
              <a:spcBef>
                <a:spcPts val="0"/>
              </a:spcBef>
              <a:spcAft>
                <a:spcPts val="0"/>
              </a:spcAft>
              <a:buSzPts val="3100"/>
              <a:buNone/>
              <a:defRPr/>
            </a:lvl1pPr>
            <a:lvl2pPr lvl="1" algn="l">
              <a:lnSpc>
                <a:spcPct val="100000"/>
              </a:lnSpc>
              <a:spcBef>
                <a:spcPts val="0"/>
              </a:spcBef>
              <a:spcAft>
                <a:spcPts val="0"/>
              </a:spcAft>
              <a:buSzPts val="3100"/>
              <a:buNone/>
              <a:defRPr/>
            </a:lvl2pPr>
            <a:lvl3pPr lvl="2" algn="l">
              <a:lnSpc>
                <a:spcPct val="100000"/>
              </a:lnSpc>
              <a:spcBef>
                <a:spcPts val="0"/>
              </a:spcBef>
              <a:spcAft>
                <a:spcPts val="0"/>
              </a:spcAft>
              <a:buSzPts val="3100"/>
              <a:buNone/>
              <a:defRPr/>
            </a:lvl3pPr>
            <a:lvl4pPr lvl="3" algn="l">
              <a:lnSpc>
                <a:spcPct val="100000"/>
              </a:lnSpc>
              <a:spcBef>
                <a:spcPts val="0"/>
              </a:spcBef>
              <a:spcAft>
                <a:spcPts val="0"/>
              </a:spcAft>
              <a:buSzPts val="3100"/>
              <a:buNone/>
              <a:defRPr/>
            </a:lvl4pPr>
            <a:lvl5pPr lvl="4" algn="l">
              <a:lnSpc>
                <a:spcPct val="100000"/>
              </a:lnSpc>
              <a:spcBef>
                <a:spcPts val="0"/>
              </a:spcBef>
              <a:spcAft>
                <a:spcPts val="0"/>
              </a:spcAft>
              <a:buSzPts val="3100"/>
              <a:buNone/>
              <a:defRPr/>
            </a:lvl5pPr>
            <a:lvl6pPr lvl="5" algn="l">
              <a:lnSpc>
                <a:spcPct val="100000"/>
              </a:lnSpc>
              <a:spcBef>
                <a:spcPts val="0"/>
              </a:spcBef>
              <a:spcAft>
                <a:spcPts val="0"/>
              </a:spcAft>
              <a:buSzPts val="3100"/>
              <a:buNone/>
              <a:defRPr/>
            </a:lvl6pPr>
            <a:lvl7pPr lvl="6" algn="l">
              <a:lnSpc>
                <a:spcPct val="100000"/>
              </a:lnSpc>
              <a:spcBef>
                <a:spcPts val="0"/>
              </a:spcBef>
              <a:spcAft>
                <a:spcPts val="0"/>
              </a:spcAft>
              <a:buSzPts val="3100"/>
              <a:buNone/>
              <a:defRPr/>
            </a:lvl7pPr>
            <a:lvl8pPr lvl="7" algn="l">
              <a:lnSpc>
                <a:spcPct val="100000"/>
              </a:lnSpc>
              <a:spcBef>
                <a:spcPts val="0"/>
              </a:spcBef>
              <a:spcAft>
                <a:spcPts val="0"/>
              </a:spcAft>
              <a:buSzPts val="3100"/>
              <a:buNone/>
              <a:defRPr/>
            </a:lvl8pPr>
            <a:lvl9pPr lvl="8" algn="l">
              <a:lnSpc>
                <a:spcPct val="100000"/>
              </a:lnSpc>
              <a:spcBef>
                <a:spcPts val="0"/>
              </a:spcBef>
              <a:spcAft>
                <a:spcPts val="0"/>
              </a:spcAft>
              <a:buSzPts val="3100"/>
              <a:buNone/>
              <a:defRPr/>
            </a:lvl9pPr>
          </a:lstStyle>
          <a:p/>
        </p:txBody>
      </p:sp>
      <p:sp>
        <p:nvSpPr>
          <p:cNvPr id="118" name="Google Shape;118;g3e52ebd8282_0_87"/>
          <p:cNvSpPr txBox="1"/>
          <p:nvPr>
            <p:ph idx="12" type="sldNum"/>
          </p:nvPr>
        </p:nvSpPr>
        <p:spPr>
          <a:xfrm>
            <a:off x="9340296" y="5141053"/>
            <a:ext cx="604800" cy="433800"/>
          </a:xfrm>
          <a:prstGeom prst="rect">
            <a:avLst/>
          </a:prstGeom>
          <a:noFill/>
          <a:ln>
            <a:noFill/>
          </a:ln>
        </p:spPr>
        <p:txBody>
          <a:bodyPr anchorCtr="0" anchor="ctr" bIns="100800" lIns="100800" spcFirstLastPara="1" rIns="100800" wrap="square" tIns="1008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9" name="Shape 119"/>
        <p:cNvGrpSpPr/>
        <p:nvPr/>
      </p:nvGrpSpPr>
      <p:grpSpPr>
        <a:xfrm>
          <a:off x="0" y="0"/>
          <a:ext cx="0" cy="0"/>
          <a:chOff x="0" y="0"/>
          <a:chExt cx="0" cy="0"/>
        </a:xfrm>
      </p:grpSpPr>
      <p:sp>
        <p:nvSpPr>
          <p:cNvPr id="120" name="Google Shape;120;g3e52ebd8282_0_90"/>
          <p:cNvSpPr txBox="1"/>
          <p:nvPr>
            <p:ph type="title"/>
          </p:nvPr>
        </p:nvSpPr>
        <p:spPr>
          <a:xfrm>
            <a:off x="343628" y="612532"/>
            <a:ext cx="3095700" cy="833100"/>
          </a:xfrm>
          <a:prstGeom prst="rect">
            <a:avLst/>
          </a:prstGeom>
          <a:noFill/>
          <a:ln>
            <a:noFill/>
          </a:ln>
        </p:spPr>
        <p:txBody>
          <a:bodyPr anchorCtr="0" anchor="b" bIns="100800" lIns="100800" spcFirstLastPara="1" rIns="100800" wrap="square" tIns="10080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121" name="Google Shape;121;g3e52ebd8282_0_90"/>
          <p:cNvSpPr txBox="1"/>
          <p:nvPr>
            <p:ph idx="1" type="body"/>
          </p:nvPr>
        </p:nvSpPr>
        <p:spPr>
          <a:xfrm>
            <a:off x="343628" y="1531991"/>
            <a:ext cx="3095700" cy="3505200"/>
          </a:xfrm>
          <a:prstGeom prst="rect">
            <a:avLst/>
          </a:prstGeom>
          <a:noFill/>
          <a:ln>
            <a:noFill/>
          </a:ln>
        </p:spPr>
        <p:txBody>
          <a:bodyPr anchorCtr="0" anchor="t" bIns="100800" lIns="100800" spcFirstLastPara="1" rIns="100800" wrap="square" tIns="100800">
            <a:normAutofit/>
          </a:bodyPr>
          <a:lstStyle>
            <a:lvl1pPr indent="-311150" lvl="0" marL="457200" algn="l">
              <a:lnSpc>
                <a:spcPct val="115000"/>
              </a:lnSpc>
              <a:spcBef>
                <a:spcPts val="0"/>
              </a:spcBef>
              <a:spcAft>
                <a:spcPts val="0"/>
              </a:spcAft>
              <a:buSzPts val="1300"/>
              <a:buChar char="●"/>
              <a:defRPr sz="1300"/>
            </a:lvl1pPr>
            <a:lvl2pPr indent="-311150" lvl="1" marL="914400" algn="l">
              <a:lnSpc>
                <a:spcPct val="115000"/>
              </a:lnSpc>
              <a:spcBef>
                <a:spcPts val="0"/>
              </a:spcBef>
              <a:spcAft>
                <a:spcPts val="0"/>
              </a:spcAft>
              <a:buSzPts val="1300"/>
              <a:buChar char="○"/>
              <a:defRPr sz="1300"/>
            </a:lvl2pPr>
            <a:lvl3pPr indent="-311150" lvl="2" marL="1371600" algn="l">
              <a:lnSpc>
                <a:spcPct val="115000"/>
              </a:lnSpc>
              <a:spcBef>
                <a:spcPts val="0"/>
              </a:spcBef>
              <a:spcAft>
                <a:spcPts val="0"/>
              </a:spcAft>
              <a:buSzPts val="1300"/>
              <a:buChar char="■"/>
              <a:defRPr sz="1300"/>
            </a:lvl3pPr>
            <a:lvl4pPr indent="-311150" lvl="3" marL="1828800" algn="l">
              <a:lnSpc>
                <a:spcPct val="115000"/>
              </a:lnSpc>
              <a:spcBef>
                <a:spcPts val="0"/>
              </a:spcBef>
              <a:spcAft>
                <a:spcPts val="0"/>
              </a:spcAft>
              <a:buSzPts val="1300"/>
              <a:buChar char="●"/>
              <a:defRPr sz="1300"/>
            </a:lvl4pPr>
            <a:lvl5pPr indent="-311150" lvl="4" marL="2286000" algn="l">
              <a:lnSpc>
                <a:spcPct val="115000"/>
              </a:lnSpc>
              <a:spcBef>
                <a:spcPts val="0"/>
              </a:spcBef>
              <a:spcAft>
                <a:spcPts val="0"/>
              </a:spcAft>
              <a:buSzPts val="1300"/>
              <a:buChar char="○"/>
              <a:defRPr sz="1300"/>
            </a:lvl5pPr>
            <a:lvl6pPr indent="-311150" lvl="5" marL="2743200" algn="l">
              <a:lnSpc>
                <a:spcPct val="115000"/>
              </a:lnSpc>
              <a:spcBef>
                <a:spcPts val="0"/>
              </a:spcBef>
              <a:spcAft>
                <a:spcPts val="0"/>
              </a:spcAft>
              <a:buSzPts val="1300"/>
              <a:buChar char="■"/>
              <a:defRPr sz="1300"/>
            </a:lvl6pPr>
            <a:lvl7pPr indent="-311150" lvl="6" marL="3200400" algn="l">
              <a:lnSpc>
                <a:spcPct val="115000"/>
              </a:lnSpc>
              <a:spcBef>
                <a:spcPts val="0"/>
              </a:spcBef>
              <a:spcAft>
                <a:spcPts val="0"/>
              </a:spcAft>
              <a:buSzPts val="1300"/>
              <a:buChar char="●"/>
              <a:defRPr sz="1300"/>
            </a:lvl7pPr>
            <a:lvl8pPr indent="-311150" lvl="7" marL="3657600" algn="l">
              <a:lnSpc>
                <a:spcPct val="115000"/>
              </a:lnSpc>
              <a:spcBef>
                <a:spcPts val="0"/>
              </a:spcBef>
              <a:spcAft>
                <a:spcPts val="0"/>
              </a:spcAft>
              <a:buSzPts val="1300"/>
              <a:buChar char="○"/>
              <a:defRPr sz="1300"/>
            </a:lvl8pPr>
            <a:lvl9pPr indent="-311150" lvl="8" marL="4114800" algn="l">
              <a:lnSpc>
                <a:spcPct val="115000"/>
              </a:lnSpc>
              <a:spcBef>
                <a:spcPts val="0"/>
              </a:spcBef>
              <a:spcAft>
                <a:spcPts val="0"/>
              </a:spcAft>
              <a:buSzPts val="1300"/>
              <a:buChar char="■"/>
              <a:defRPr sz="1300"/>
            </a:lvl9pPr>
          </a:lstStyle>
          <a:p/>
        </p:txBody>
      </p:sp>
      <p:sp>
        <p:nvSpPr>
          <p:cNvPr id="122" name="Google Shape;122;g3e52ebd8282_0_90"/>
          <p:cNvSpPr txBox="1"/>
          <p:nvPr>
            <p:ph idx="12" type="sldNum"/>
          </p:nvPr>
        </p:nvSpPr>
        <p:spPr>
          <a:xfrm>
            <a:off x="9340296" y="5141053"/>
            <a:ext cx="604800" cy="433800"/>
          </a:xfrm>
          <a:prstGeom prst="rect">
            <a:avLst/>
          </a:prstGeom>
          <a:noFill/>
          <a:ln>
            <a:noFill/>
          </a:ln>
        </p:spPr>
        <p:txBody>
          <a:bodyPr anchorCtr="0" anchor="ctr" bIns="100800" lIns="100800" spcFirstLastPara="1" rIns="100800" wrap="square" tIns="1008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3" name="Shape 123"/>
        <p:cNvGrpSpPr/>
        <p:nvPr/>
      </p:nvGrpSpPr>
      <p:grpSpPr>
        <a:xfrm>
          <a:off x="0" y="0"/>
          <a:ext cx="0" cy="0"/>
          <a:chOff x="0" y="0"/>
          <a:chExt cx="0" cy="0"/>
        </a:xfrm>
      </p:grpSpPr>
      <p:sp>
        <p:nvSpPr>
          <p:cNvPr id="124" name="Google Shape;124;g3e52ebd8282_0_94"/>
          <p:cNvSpPr txBox="1"/>
          <p:nvPr>
            <p:ph type="title"/>
          </p:nvPr>
        </p:nvSpPr>
        <p:spPr>
          <a:xfrm>
            <a:off x="540467" y="496276"/>
            <a:ext cx="7020000" cy="4509900"/>
          </a:xfrm>
          <a:prstGeom prst="rect">
            <a:avLst/>
          </a:prstGeom>
          <a:noFill/>
          <a:ln>
            <a:noFill/>
          </a:ln>
        </p:spPr>
        <p:txBody>
          <a:bodyPr anchorCtr="0" anchor="ctr" bIns="100800" lIns="100800" spcFirstLastPara="1" rIns="100800" wrap="square" tIns="100800">
            <a:normAutofit/>
          </a:bodyPr>
          <a:lstStyle>
            <a:lvl1pPr lvl="0" algn="l">
              <a:lnSpc>
                <a:spcPct val="100000"/>
              </a:lnSpc>
              <a:spcBef>
                <a:spcPts val="0"/>
              </a:spcBef>
              <a:spcAft>
                <a:spcPts val="0"/>
              </a:spcAft>
              <a:buSzPts val="5300"/>
              <a:buNone/>
              <a:defRPr sz="5300"/>
            </a:lvl1pPr>
            <a:lvl2pPr lvl="1" algn="l">
              <a:lnSpc>
                <a:spcPct val="100000"/>
              </a:lnSpc>
              <a:spcBef>
                <a:spcPts val="0"/>
              </a:spcBef>
              <a:spcAft>
                <a:spcPts val="0"/>
              </a:spcAft>
              <a:buSzPts val="5300"/>
              <a:buNone/>
              <a:defRPr sz="5300"/>
            </a:lvl2pPr>
            <a:lvl3pPr lvl="2" algn="l">
              <a:lnSpc>
                <a:spcPct val="100000"/>
              </a:lnSpc>
              <a:spcBef>
                <a:spcPts val="0"/>
              </a:spcBef>
              <a:spcAft>
                <a:spcPts val="0"/>
              </a:spcAft>
              <a:buSzPts val="5300"/>
              <a:buNone/>
              <a:defRPr sz="5300"/>
            </a:lvl3pPr>
            <a:lvl4pPr lvl="3" algn="l">
              <a:lnSpc>
                <a:spcPct val="100000"/>
              </a:lnSpc>
              <a:spcBef>
                <a:spcPts val="0"/>
              </a:spcBef>
              <a:spcAft>
                <a:spcPts val="0"/>
              </a:spcAft>
              <a:buSzPts val="5300"/>
              <a:buNone/>
              <a:defRPr sz="5300"/>
            </a:lvl4pPr>
            <a:lvl5pPr lvl="4" algn="l">
              <a:lnSpc>
                <a:spcPct val="100000"/>
              </a:lnSpc>
              <a:spcBef>
                <a:spcPts val="0"/>
              </a:spcBef>
              <a:spcAft>
                <a:spcPts val="0"/>
              </a:spcAft>
              <a:buSzPts val="5300"/>
              <a:buNone/>
              <a:defRPr sz="5300"/>
            </a:lvl5pPr>
            <a:lvl6pPr lvl="5" algn="l">
              <a:lnSpc>
                <a:spcPct val="100000"/>
              </a:lnSpc>
              <a:spcBef>
                <a:spcPts val="0"/>
              </a:spcBef>
              <a:spcAft>
                <a:spcPts val="0"/>
              </a:spcAft>
              <a:buSzPts val="5300"/>
              <a:buNone/>
              <a:defRPr sz="5300"/>
            </a:lvl6pPr>
            <a:lvl7pPr lvl="6" algn="l">
              <a:lnSpc>
                <a:spcPct val="100000"/>
              </a:lnSpc>
              <a:spcBef>
                <a:spcPts val="0"/>
              </a:spcBef>
              <a:spcAft>
                <a:spcPts val="0"/>
              </a:spcAft>
              <a:buSzPts val="5300"/>
              <a:buNone/>
              <a:defRPr sz="5300"/>
            </a:lvl7pPr>
            <a:lvl8pPr lvl="7" algn="l">
              <a:lnSpc>
                <a:spcPct val="100000"/>
              </a:lnSpc>
              <a:spcBef>
                <a:spcPts val="0"/>
              </a:spcBef>
              <a:spcAft>
                <a:spcPts val="0"/>
              </a:spcAft>
              <a:buSzPts val="5300"/>
              <a:buNone/>
              <a:defRPr sz="5300"/>
            </a:lvl8pPr>
            <a:lvl9pPr lvl="8" algn="l">
              <a:lnSpc>
                <a:spcPct val="100000"/>
              </a:lnSpc>
              <a:spcBef>
                <a:spcPts val="0"/>
              </a:spcBef>
              <a:spcAft>
                <a:spcPts val="0"/>
              </a:spcAft>
              <a:buSzPts val="5300"/>
              <a:buNone/>
              <a:defRPr sz="5300"/>
            </a:lvl9pPr>
          </a:lstStyle>
          <a:p/>
        </p:txBody>
      </p:sp>
      <p:sp>
        <p:nvSpPr>
          <p:cNvPr id="125" name="Google Shape;125;g3e52ebd8282_0_94"/>
          <p:cNvSpPr txBox="1"/>
          <p:nvPr>
            <p:ph idx="12" type="sldNum"/>
          </p:nvPr>
        </p:nvSpPr>
        <p:spPr>
          <a:xfrm>
            <a:off x="9340296" y="5141053"/>
            <a:ext cx="604800" cy="433800"/>
          </a:xfrm>
          <a:prstGeom prst="rect">
            <a:avLst/>
          </a:prstGeom>
          <a:noFill/>
          <a:ln>
            <a:noFill/>
          </a:ln>
        </p:spPr>
        <p:txBody>
          <a:bodyPr anchorCtr="0" anchor="ctr" bIns="100800" lIns="100800" spcFirstLastPara="1" rIns="100800" wrap="square" tIns="1008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6" name="Shape 126"/>
        <p:cNvGrpSpPr/>
        <p:nvPr/>
      </p:nvGrpSpPr>
      <p:grpSpPr>
        <a:xfrm>
          <a:off x="0" y="0"/>
          <a:ext cx="0" cy="0"/>
          <a:chOff x="0" y="0"/>
          <a:chExt cx="0" cy="0"/>
        </a:xfrm>
      </p:grpSpPr>
      <p:sp>
        <p:nvSpPr>
          <p:cNvPr id="127" name="Google Shape;127;g3e52ebd8282_0_97"/>
          <p:cNvSpPr/>
          <p:nvPr/>
        </p:nvSpPr>
        <p:spPr>
          <a:xfrm>
            <a:off x="5040313" y="-138"/>
            <a:ext cx="5040300" cy="5670600"/>
          </a:xfrm>
          <a:prstGeom prst="rect">
            <a:avLst/>
          </a:prstGeom>
          <a:solidFill>
            <a:schemeClr val="lt2"/>
          </a:solidFill>
          <a:ln>
            <a:noFill/>
          </a:ln>
        </p:spPr>
        <p:txBody>
          <a:bodyPr anchorCtr="0" anchor="ctr" bIns="100800" lIns="100800" spcFirstLastPara="1" rIns="100800" wrap="square" tIns="1008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g3e52ebd8282_0_97"/>
          <p:cNvSpPr txBox="1"/>
          <p:nvPr>
            <p:ph type="title"/>
          </p:nvPr>
        </p:nvSpPr>
        <p:spPr>
          <a:xfrm>
            <a:off x="292695" y="1359537"/>
            <a:ext cx="4459500" cy="1634100"/>
          </a:xfrm>
          <a:prstGeom prst="rect">
            <a:avLst/>
          </a:prstGeom>
          <a:noFill/>
          <a:ln>
            <a:noFill/>
          </a:ln>
        </p:spPr>
        <p:txBody>
          <a:bodyPr anchorCtr="0" anchor="b" bIns="100800" lIns="100800" spcFirstLastPara="1" rIns="100800" wrap="square" tIns="100800">
            <a:normAutofit/>
          </a:bodyPr>
          <a:lstStyle>
            <a:lvl1pPr lvl="0" algn="ctr">
              <a:lnSpc>
                <a:spcPct val="100000"/>
              </a:lnSpc>
              <a:spcBef>
                <a:spcPts val="0"/>
              </a:spcBef>
              <a:spcAft>
                <a:spcPts val="0"/>
              </a:spcAft>
              <a:buSzPts val="4600"/>
              <a:buNone/>
              <a:defRPr sz="4600"/>
            </a:lvl1pPr>
            <a:lvl2pPr lvl="1" algn="ctr">
              <a:lnSpc>
                <a:spcPct val="100000"/>
              </a:lnSpc>
              <a:spcBef>
                <a:spcPts val="0"/>
              </a:spcBef>
              <a:spcAft>
                <a:spcPts val="0"/>
              </a:spcAft>
              <a:buSzPts val="4600"/>
              <a:buNone/>
              <a:defRPr sz="4600"/>
            </a:lvl2pPr>
            <a:lvl3pPr lvl="2" algn="ctr">
              <a:lnSpc>
                <a:spcPct val="100000"/>
              </a:lnSpc>
              <a:spcBef>
                <a:spcPts val="0"/>
              </a:spcBef>
              <a:spcAft>
                <a:spcPts val="0"/>
              </a:spcAft>
              <a:buSzPts val="4600"/>
              <a:buNone/>
              <a:defRPr sz="4600"/>
            </a:lvl3pPr>
            <a:lvl4pPr lvl="3" algn="ctr">
              <a:lnSpc>
                <a:spcPct val="100000"/>
              </a:lnSpc>
              <a:spcBef>
                <a:spcPts val="0"/>
              </a:spcBef>
              <a:spcAft>
                <a:spcPts val="0"/>
              </a:spcAft>
              <a:buSzPts val="4600"/>
              <a:buNone/>
              <a:defRPr sz="4600"/>
            </a:lvl4pPr>
            <a:lvl5pPr lvl="4" algn="ctr">
              <a:lnSpc>
                <a:spcPct val="100000"/>
              </a:lnSpc>
              <a:spcBef>
                <a:spcPts val="0"/>
              </a:spcBef>
              <a:spcAft>
                <a:spcPts val="0"/>
              </a:spcAft>
              <a:buSzPts val="4600"/>
              <a:buNone/>
              <a:defRPr sz="4600"/>
            </a:lvl5pPr>
            <a:lvl6pPr lvl="5" algn="ctr">
              <a:lnSpc>
                <a:spcPct val="100000"/>
              </a:lnSpc>
              <a:spcBef>
                <a:spcPts val="0"/>
              </a:spcBef>
              <a:spcAft>
                <a:spcPts val="0"/>
              </a:spcAft>
              <a:buSzPts val="4600"/>
              <a:buNone/>
              <a:defRPr sz="4600"/>
            </a:lvl6pPr>
            <a:lvl7pPr lvl="6" algn="ctr">
              <a:lnSpc>
                <a:spcPct val="100000"/>
              </a:lnSpc>
              <a:spcBef>
                <a:spcPts val="0"/>
              </a:spcBef>
              <a:spcAft>
                <a:spcPts val="0"/>
              </a:spcAft>
              <a:buSzPts val="4600"/>
              <a:buNone/>
              <a:defRPr sz="4600"/>
            </a:lvl7pPr>
            <a:lvl8pPr lvl="7" algn="ctr">
              <a:lnSpc>
                <a:spcPct val="100000"/>
              </a:lnSpc>
              <a:spcBef>
                <a:spcPts val="0"/>
              </a:spcBef>
              <a:spcAft>
                <a:spcPts val="0"/>
              </a:spcAft>
              <a:buSzPts val="4600"/>
              <a:buNone/>
              <a:defRPr sz="4600"/>
            </a:lvl8pPr>
            <a:lvl9pPr lvl="8" algn="ctr">
              <a:lnSpc>
                <a:spcPct val="100000"/>
              </a:lnSpc>
              <a:spcBef>
                <a:spcPts val="0"/>
              </a:spcBef>
              <a:spcAft>
                <a:spcPts val="0"/>
              </a:spcAft>
              <a:buSzPts val="4600"/>
              <a:buNone/>
              <a:defRPr sz="4600"/>
            </a:lvl9pPr>
          </a:lstStyle>
          <a:p/>
        </p:txBody>
      </p:sp>
      <p:sp>
        <p:nvSpPr>
          <p:cNvPr id="129" name="Google Shape;129;g3e52ebd8282_0_97"/>
          <p:cNvSpPr txBox="1"/>
          <p:nvPr>
            <p:ph idx="1" type="subTitle"/>
          </p:nvPr>
        </p:nvSpPr>
        <p:spPr>
          <a:xfrm>
            <a:off x="292695" y="3090304"/>
            <a:ext cx="4459500" cy="1361700"/>
          </a:xfrm>
          <a:prstGeom prst="rect">
            <a:avLst/>
          </a:prstGeom>
          <a:noFill/>
          <a:ln>
            <a:noFill/>
          </a:ln>
        </p:spPr>
        <p:txBody>
          <a:bodyPr anchorCtr="0" anchor="t" bIns="100800" lIns="100800" spcFirstLastPara="1" rIns="100800" wrap="square" tIns="100800">
            <a:normAutofit/>
          </a:bodyPr>
          <a:lstStyle>
            <a:lvl1pPr lvl="0" algn="ctr">
              <a:lnSpc>
                <a:spcPct val="100000"/>
              </a:lnSpc>
              <a:spcBef>
                <a:spcPts val="0"/>
              </a:spcBef>
              <a:spcAft>
                <a:spcPts val="0"/>
              </a:spcAft>
              <a:buSzPts val="2300"/>
              <a:buNone/>
              <a:defRPr sz="2300"/>
            </a:lvl1pPr>
            <a:lvl2pPr lvl="1" algn="ctr">
              <a:lnSpc>
                <a:spcPct val="100000"/>
              </a:lnSpc>
              <a:spcBef>
                <a:spcPts val="0"/>
              </a:spcBef>
              <a:spcAft>
                <a:spcPts val="0"/>
              </a:spcAft>
              <a:buSzPts val="2300"/>
              <a:buNone/>
              <a:defRPr sz="2300"/>
            </a:lvl2pPr>
            <a:lvl3pPr lvl="2" algn="ctr">
              <a:lnSpc>
                <a:spcPct val="100000"/>
              </a:lnSpc>
              <a:spcBef>
                <a:spcPts val="0"/>
              </a:spcBef>
              <a:spcAft>
                <a:spcPts val="0"/>
              </a:spcAft>
              <a:buSzPts val="2300"/>
              <a:buNone/>
              <a:defRPr sz="2300"/>
            </a:lvl3pPr>
            <a:lvl4pPr lvl="3" algn="ctr">
              <a:lnSpc>
                <a:spcPct val="100000"/>
              </a:lnSpc>
              <a:spcBef>
                <a:spcPts val="0"/>
              </a:spcBef>
              <a:spcAft>
                <a:spcPts val="0"/>
              </a:spcAft>
              <a:buSzPts val="2300"/>
              <a:buNone/>
              <a:defRPr sz="2300"/>
            </a:lvl4pPr>
            <a:lvl5pPr lvl="4" algn="ctr">
              <a:lnSpc>
                <a:spcPct val="100000"/>
              </a:lnSpc>
              <a:spcBef>
                <a:spcPts val="0"/>
              </a:spcBef>
              <a:spcAft>
                <a:spcPts val="0"/>
              </a:spcAft>
              <a:buSzPts val="2300"/>
              <a:buNone/>
              <a:defRPr sz="2300"/>
            </a:lvl5pPr>
            <a:lvl6pPr lvl="5" algn="ctr">
              <a:lnSpc>
                <a:spcPct val="100000"/>
              </a:lnSpc>
              <a:spcBef>
                <a:spcPts val="0"/>
              </a:spcBef>
              <a:spcAft>
                <a:spcPts val="0"/>
              </a:spcAft>
              <a:buSzPts val="2300"/>
              <a:buNone/>
              <a:defRPr sz="2300"/>
            </a:lvl6pPr>
            <a:lvl7pPr lvl="6" algn="ctr">
              <a:lnSpc>
                <a:spcPct val="100000"/>
              </a:lnSpc>
              <a:spcBef>
                <a:spcPts val="0"/>
              </a:spcBef>
              <a:spcAft>
                <a:spcPts val="0"/>
              </a:spcAft>
              <a:buSzPts val="2300"/>
              <a:buNone/>
              <a:defRPr sz="2300"/>
            </a:lvl7pPr>
            <a:lvl8pPr lvl="7" algn="ctr">
              <a:lnSpc>
                <a:spcPct val="100000"/>
              </a:lnSpc>
              <a:spcBef>
                <a:spcPts val="0"/>
              </a:spcBef>
              <a:spcAft>
                <a:spcPts val="0"/>
              </a:spcAft>
              <a:buSzPts val="2300"/>
              <a:buNone/>
              <a:defRPr sz="2300"/>
            </a:lvl8pPr>
            <a:lvl9pPr lvl="8" algn="ctr">
              <a:lnSpc>
                <a:spcPct val="100000"/>
              </a:lnSpc>
              <a:spcBef>
                <a:spcPts val="0"/>
              </a:spcBef>
              <a:spcAft>
                <a:spcPts val="0"/>
              </a:spcAft>
              <a:buSzPts val="2300"/>
              <a:buNone/>
              <a:defRPr sz="2300"/>
            </a:lvl9pPr>
          </a:lstStyle>
          <a:p/>
        </p:txBody>
      </p:sp>
      <p:sp>
        <p:nvSpPr>
          <p:cNvPr id="130" name="Google Shape;130;g3e52ebd8282_0_97"/>
          <p:cNvSpPr txBox="1"/>
          <p:nvPr>
            <p:ph idx="2" type="body"/>
          </p:nvPr>
        </p:nvSpPr>
        <p:spPr>
          <a:xfrm>
            <a:off x="5445456" y="798270"/>
            <a:ext cx="4230000" cy="4073700"/>
          </a:xfrm>
          <a:prstGeom prst="rect">
            <a:avLst/>
          </a:prstGeom>
          <a:noFill/>
          <a:ln>
            <a:noFill/>
          </a:ln>
        </p:spPr>
        <p:txBody>
          <a:bodyPr anchorCtr="0" anchor="ctr" bIns="100800" lIns="100800" spcFirstLastPara="1" rIns="100800" wrap="square" tIns="100800">
            <a:normAutofit/>
          </a:bodyPr>
          <a:lstStyle>
            <a:lvl1pPr indent="-355600" lvl="0" marL="457200" algn="l">
              <a:lnSpc>
                <a:spcPct val="115000"/>
              </a:lnSpc>
              <a:spcBef>
                <a:spcPts val="0"/>
              </a:spcBef>
              <a:spcAft>
                <a:spcPts val="0"/>
              </a:spcAft>
              <a:buSzPts val="2000"/>
              <a:buChar char="●"/>
              <a:defRPr/>
            </a:lvl1pPr>
            <a:lvl2pPr indent="-323850" lvl="1" marL="914400" algn="l">
              <a:lnSpc>
                <a:spcPct val="115000"/>
              </a:lnSpc>
              <a:spcBef>
                <a:spcPts val="0"/>
              </a:spcBef>
              <a:spcAft>
                <a:spcPts val="0"/>
              </a:spcAft>
              <a:buSzPts val="1500"/>
              <a:buChar char="○"/>
              <a:defRPr/>
            </a:lvl2pPr>
            <a:lvl3pPr indent="-323850" lvl="2" marL="1371600" algn="l">
              <a:lnSpc>
                <a:spcPct val="115000"/>
              </a:lnSpc>
              <a:spcBef>
                <a:spcPts val="0"/>
              </a:spcBef>
              <a:spcAft>
                <a:spcPts val="0"/>
              </a:spcAft>
              <a:buSzPts val="1500"/>
              <a:buChar char="■"/>
              <a:defRPr/>
            </a:lvl3pPr>
            <a:lvl4pPr indent="-323850" lvl="3" marL="1828800" algn="l">
              <a:lnSpc>
                <a:spcPct val="115000"/>
              </a:lnSpc>
              <a:spcBef>
                <a:spcPts val="0"/>
              </a:spcBef>
              <a:spcAft>
                <a:spcPts val="0"/>
              </a:spcAft>
              <a:buSzPts val="1500"/>
              <a:buChar char="●"/>
              <a:defRPr/>
            </a:lvl4pPr>
            <a:lvl5pPr indent="-323850" lvl="4" marL="2286000" algn="l">
              <a:lnSpc>
                <a:spcPct val="115000"/>
              </a:lnSpc>
              <a:spcBef>
                <a:spcPts val="0"/>
              </a:spcBef>
              <a:spcAft>
                <a:spcPts val="0"/>
              </a:spcAft>
              <a:buSzPts val="1500"/>
              <a:buChar char="○"/>
              <a:defRPr/>
            </a:lvl5pPr>
            <a:lvl6pPr indent="-323850" lvl="5" marL="2743200" algn="l">
              <a:lnSpc>
                <a:spcPct val="115000"/>
              </a:lnSpc>
              <a:spcBef>
                <a:spcPts val="0"/>
              </a:spcBef>
              <a:spcAft>
                <a:spcPts val="0"/>
              </a:spcAft>
              <a:buSzPts val="1500"/>
              <a:buChar char="■"/>
              <a:defRPr/>
            </a:lvl6pPr>
            <a:lvl7pPr indent="-323850" lvl="6" marL="3200400" algn="l">
              <a:lnSpc>
                <a:spcPct val="115000"/>
              </a:lnSpc>
              <a:spcBef>
                <a:spcPts val="0"/>
              </a:spcBef>
              <a:spcAft>
                <a:spcPts val="0"/>
              </a:spcAft>
              <a:buSzPts val="1500"/>
              <a:buChar char="●"/>
              <a:defRPr/>
            </a:lvl7pPr>
            <a:lvl8pPr indent="-323850" lvl="7" marL="3657600" algn="l">
              <a:lnSpc>
                <a:spcPct val="115000"/>
              </a:lnSpc>
              <a:spcBef>
                <a:spcPts val="0"/>
              </a:spcBef>
              <a:spcAft>
                <a:spcPts val="0"/>
              </a:spcAft>
              <a:buSzPts val="1500"/>
              <a:buChar char="○"/>
              <a:defRPr/>
            </a:lvl8pPr>
            <a:lvl9pPr indent="-323850" lvl="8" marL="4114800" algn="l">
              <a:lnSpc>
                <a:spcPct val="115000"/>
              </a:lnSpc>
              <a:spcBef>
                <a:spcPts val="0"/>
              </a:spcBef>
              <a:spcAft>
                <a:spcPts val="0"/>
              </a:spcAft>
              <a:buSzPts val="1500"/>
              <a:buChar char="■"/>
              <a:defRPr/>
            </a:lvl9pPr>
          </a:lstStyle>
          <a:p/>
        </p:txBody>
      </p:sp>
      <p:sp>
        <p:nvSpPr>
          <p:cNvPr id="131" name="Google Shape;131;g3e52ebd8282_0_97"/>
          <p:cNvSpPr txBox="1"/>
          <p:nvPr>
            <p:ph idx="12" type="sldNum"/>
          </p:nvPr>
        </p:nvSpPr>
        <p:spPr>
          <a:xfrm>
            <a:off x="9340296" y="5141053"/>
            <a:ext cx="604800" cy="433800"/>
          </a:xfrm>
          <a:prstGeom prst="rect">
            <a:avLst/>
          </a:prstGeom>
          <a:noFill/>
          <a:ln>
            <a:noFill/>
          </a:ln>
        </p:spPr>
        <p:txBody>
          <a:bodyPr anchorCtr="0" anchor="ctr" bIns="100800" lIns="100800" spcFirstLastPara="1" rIns="100800" wrap="square" tIns="1008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2" name="Shape 132"/>
        <p:cNvGrpSpPr/>
        <p:nvPr/>
      </p:nvGrpSpPr>
      <p:grpSpPr>
        <a:xfrm>
          <a:off x="0" y="0"/>
          <a:ext cx="0" cy="0"/>
          <a:chOff x="0" y="0"/>
          <a:chExt cx="0" cy="0"/>
        </a:xfrm>
      </p:grpSpPr>
      <p:sp>
        <p:nvSpPr>
          <p:cNvPr id="133" name="Google Shape;133;g3e52ebd8282_0_103"/>
          <p:cNvSpPr txBox="1"/>
          <p:nvPr>
            <p:ph idx="1" type="body"/>
          </p:nvPr>
        </p:nvSpPr>
        <p:spPr>
          <a:xfrm>
            <a:off x="343628" y="4664078"/>
            <a:ext cx="6613200" cy="667200"/>
          </a:xfrm>
          <a:prstGeom prst="rect">
            <a:avLst/>
          </a:prstGeom>
          <a:noFill/>
          <a:ln>
            <a:noFill/>
          </a:ln>
        </p:spPr>
        <p:txBody>
          <a:bodyPr anchorCtr="0" anchor="ctr" bIns="100800" lIns="100800" spcFirstLastPara="1" rIns="100800" wrap="square" tIns="100800">
            <a:normAutofit/>
          </a:bodyPr>
          <a:lstStyle>
            <a:lvl1pPr indent="-228600" lvl="0" marL="457200" algn="l">
              <a:lnSpc>
                <a:spcPct val="100000"/>
              </a:lnSpc>
              <a:spcBef>
                <a:spcPts val="0"/>
              </a:spcBef>
              <a:spcAft>
                <a:spcPts val="0"/>
              </a:spcAft>
              <a:buSzPts val="2000"/>
              <a:buNone/>
              <a:defRPr/>
            </a:lvl1pPr>
          </a:lstStyle>
          <a:p/>
        </p:txBody>
      </p:sp>
      <p:sp>
        <p:nvSpPr>
          <p:cNvPr id="134" name="Google Shape;134;g3e52ebd8282_0_103"/>
          <p:cNvSpPr txBox="1"/>
          <p:nvPr>
            <p:ph idx="12" type="sldNum"/>
          </p:nvPr>
        </p:nvSpPr>
        <p:spPr>
          <a:xfrm>
            <a:off x="9340296" y="5141053"/>
            <a:ext cx="604800" cy="433800"/>
          </a:xfrm>
          <a:prstGeom prst="rect">
            <a:avLst/>
          </a:prstGeom>
          <a:noFill/>
          <a:ln>
            <a:noFill/>
          </a:ln>
        </p:spPr>
        <p:txBody>
          <a:bodyPr anchorCtr="0" anchor="ctr" bIns="100800" lIns="100800" spcFirstLastPara="1" rIns="100800" wrap="square" tIns="1008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5" name="Shape 135"/>
        <p:cNvGrpSpPr/>
        <p:nvPr/>
      </p:nvGrpSpPr>
      <p:grpSpPr>
        <a:xfrm>
          <a:off x="0" y="0"/>
          <a:ext cx="0" cy="0"/>
          <a:chOff x="0" y="0"/>
          <a:chExt cx="0" cy="0"/>
        </a:xfrm>
      </p:grpSpPr>
      <p:sp>
        <p:nvSpPr>
          <p:cNvPr id="136" name="Google Shape;136;g3e52ebd8282_0_106"/>
          <p:cNvSpPr txBox="1"/>
          <p:nvPr>
            <p:ph hasCustomPrompt="1" type="title"/>
          </p:nvPr>
        </p:nvSpPr>
        <p:spPr>
          <a:xfrm>
            <a:off x="343628" y="1219469"/>
            <a:ext cx="9393300" cy="2164800"/>
          </a:xfrm>
          <a:prstGeom prst="rect">
            <a:avLst/>
          </a:prstGeom>
          <a:noFill/>
          <a:ln>
            <a:noFill/>
          </a:ln>
        </p:spPr>
        <p:txBody>
          <a:bodyPr anchorCtr="0" anchor="b" bIns="100800" lIns="100800" spcFirstLastPara="1" rIns="100800" wrap="square" tIns="100800">
            <a:normAutofit/>
          </a:bodyPr>
          <a:lstStyle>
            <a:lvl1pPr lvl="0" algn="ctr">
              <a:lnSpc>
                <a:spcPct val="100000"/>
              </a:lnSpc>
              <a:spcBef>
                <a:spcPts val="0"/>
              </a:spcBef>
              <a:spcAft>
                <a:spcPts val="0"/>
              </a:spcAft>
              <a:buSzPts val="13200"/>
              <a:buNone/>
              <a:defRPr sz="13200"/>
            </a:lvl1pPr>
            <a:lvl2pPr lvl="1" algn="ctr">
              <a:lnSpc>
                <a:spcPct val="100000"/>
              </a:lnSpc>
              <a:spcBef>
                <a:spcPts val="0"/>
              </a:spcBef>
              <a:spcAft>
                <a:spcPts val="0"/>
              </a:spcAft>
              <a:buSzPts val="13200"/>
              <a:buNone/>
              <a:defRPr sz="13200"/>
            </a:lvl2pPr>
            <a:lvl3pPr lvl="2" algn="ctr">
              <a:lnSpc>
                <a:spcPct val="100000"/>
              </a:lnSpc>
              <a:spcBef>
                <a:spcPts val="0"/>
              </a:spcBef>
              <a:spcAft>
                <a:spcPts val="0"/>
              </a:spcAft>
              <a:buSzPts val="13200"/>
              <a:buNone/>
              <a:defRPr sz="13200"/>
            </a:lvl3pPr>
            <a:lvl4pPr lvl="3" algn="ctr">
              <a:lnSpc>
                <a:spcPct val="100000"/>
              </a:lnSpc>
              <a:spcBef>
                <a:spcPts val="0"/>
              </a:spcBef>
              <a:spcAft>
                <a:spcPts val="0"/>
              </a:spcAft>
              <a:buSzPts val="13200"/>
              <a:buNone/>
              <a:defRPr sz="13200"/>
            </a:lvl4pPr>
            <a:lvl5pPr lvl="4" algn="ctr">
              <a:lnSpc>
                <a:spcPct val="100000"/>
              </a:lnSpc>
              <a:spcBef>
                <a:spcPts val="0"/>
              </a:spcBef>
              <a:spcAft>
                <a:spcPts val="0"/>
              </a:spcAft>
              <a:buSzPts val="13200"/>
              <a:buNone/>
              <a:defRPr sz="13200"/>
            </a:lvl5pPr>
            <a:lvl6pPr lvl="5" algn="ctr">
              <a:lnSpc>
                <a:spcPct val="100000"/>
              </a:lnSpc>
              <a:spcBef>
                <a:spcPts val="0"/>
              </a:spcBef>
              <a:spcAft>
                <a:spcPts val="0"/>
              </a:spcAft>
              <a:buSzPts val="13200"/>
              <a:buNone/>
              <a:defRPr sz="13200"/>
            </a:lvl6pPr>
            <a:lvl7pPr lvl="6" algn="ctr">
              <a:lnSpc>
                <a:spcPct val="100000"/>
              </a:lnSpc>
              <a:spcBef>
                <a:spcPts val="0"/>
              </a:spcBef>
              <a:spcAft>
                <a:spcPts val="0"/>
              </a:spcAft>
              <a:buSzPts val="13200"/>
              <a:buNone/>
              <a:defRPr sz="13200"/>
            </a:lvl7pPr>
            <a:lvl8pPr lvl="7" algn="ctr">
              <a:lnSpc>
                <a:spcPct val="100000"/>
              </a:lnSpc>
              <a:spcBef>
                <a:spcPts val="0"/>
              </a:spcBef>
              <a:spcAft>
                <a:spcPts val="0"/>
              </a:spcAft>
              <a:buSzPts val="13200"/>
              <a:buNone/>
              <a:defRPr sz="13200"/>
            </a:lvl8pPr>
            <a:lvl9pPr lvl="8" algn="ctr">
              <a:lnSpc>
                <a:spcPct val="100000"/>
              </a:lnSpc>
              <a:spcBef>
                <a:spcPts val="0"/>
              </a:spcBef>
              <a:spcAft>
                <a:spcPts val="0"/>
              </a:spcAft>
              <a:buSzPts val="13200"/>
              <a:buNone/>
              <a:defRPr sz="13200"/>
            </a:lvl9pPr>
          </a:lstStyle>
          <a:p>
            <a:r>
              <a:t>xx%</a:t>
            </a:r>
          </a:p>
        </p:txBody>
      </p:sp>
      <p:sp>
        <p:nvSpPr>
          <p:cNvPr id="137" name="Google Shape;137;g3e52ebd8282_0_106"/>
          <p:cNvSpPr txBox="1"/>
          <p:nvPr>
            <p:ph idx="1" type="body"/>
          </p:nvPr>
        </p:nvSpPr>
        <p:spPr>
          <a:xfrm>
            <a:off x="343628" y="3475231"/>
            <a:ext cx="9393300" cy="1434000"/>
          </a:xfrm>
          <a:prstGeom prst="rect">
            <a:avLst/>
          </a:prstGeom>
          <a:noFill/>
          <a:ln>
            <a:noFill/>
          </a:ln>
        </p:spPr>
        <p:txBody>
          <a:bodyPr anchorCtr="0" anchor="t" bIns="100800" lIns="100800" spcFirstLastPara="1" rIns="100800" wrap="square" tIns="100800">
            <a:normAutofit/>
          </a:bodyPr>
          <a:lstStyle>
            <a:lvl1pPr indent="-355600" lvl="0" marL="457200" algn="ctr">
              <a:lnSpc>
                <a:spcPct val="115000"/>
              </a:lnSpc>
              <a:spcBef>
                <a:spcPts val="0"/>
              </a:spcBef>
              <a:spcAft>
                <a:spcPts val="0"/>
              </a:spcAft>
              <a:buSzPts val="2000"/>
              <a:buChar char="●"/>
              <a:defRPr/>
            </a:lvl1pPr>
            <a:lvl2pPr indent="-323850" lvl="1" marL="914400" algn="ctr">
              <a:lnSpc>
                <a:spcPct val="115000"/>
              </a:lnSpc>
              <a:spcBef>
                <a:spcPts val="0"/>
              </a:spcBef>
              <a:spcAft>
                <a:spcPts val="0"/>
              </a:spcAft>
              <a:buSzPts val="1500"/>
              <a:buChar char="○"/>
              <a:defRPr/>
            </a:lvl2pPr>
            <a:lvl3pPr indent="-323850" lvl="2" marL="1371600" algn="ctr">
              <a:lnSpc>
                <a:spcPct val="115000"/>
              </a:lnSpc>
              <a:spcBef>
                <a:spcPts val="0"/>
              </a:spcBef>
              <a:spcAft>
                <a:spcPts val="0"/>
              </a:spcAft>
              <a:buSzPts val="1500"/>
              <a:buChar char="■"/>
              <a:defRPr/>
            </a:lvl3pPr>
            <a:lvl4pPr indent="-323850" lvl="3" marL="1828800" algn="ctr">
              <a:lnSpc>
                <a:spcPct val="115000"/>
              </a:lnSpc>
              <a:spcBef>
                <a:spcPts val="0"/>
              </a:spcBef>
              <a:spcAft>
                <a:spcPts val="0"/>
              </a:spcAft>
              <a:buSzPts val="1500"/>
              <a:buChar char="●"/>
              <a:defRPr/>
            </a:lvl4pPr>
            <a:lvl5pPr indent="-323850" lvl="4" marL="2286000" algn="ctr">
              <a:lnSpc>
                <a:spcPct val="115000"/>
              </a:lnSpc>
              <a:spcBef>
                <a:spcPts val="0"/>
              </a:spcBef>
              <a:spcAft>
                <a:spcPts val="0"/>
              </a:spcAft>
              <a:buSzPts val="1500"/>
              <a:buChar char="○"/>
              <a:defRPr/>
            </a:lvl5pPr>
            <a:lvl6pPr indent="-323850" lvl="5" marL="2743200" algn="ctr">
              <a:lnSpc>
                <a:spcPct val="115000"/>
              </a:lnSpc>
              <a:spcBef>
                <a:spcPts val="0"/>
              </a:spcBef>
              <a:spcAft>
                <a:spcPts val="0"/>
              </a:spcAft>
              <a:buSzPts val="1500"/>
              <a:buChar char="■"/>
              <a:defRPr/>
            </a:lvl6pPr>
            <a:lvl7pPr indent="-323850" lvl="6" marL="3200400" algn="ctr">
              <a:lnSpc>
                <a:spcPct val="115000"/>
              </a:lnSpc>
              <a:spcBef>
                <a:spcPts val="0"/>
              </a:spcBef>
              <a:spcAft>
                <a:spcPts val="0"/>
              </a:spcAft>
              <a:buSzPts val="1500"/>
              <a:buChar char="●"/>
              <a:defRPr/>
            </a:lvl7pPr>
            <a:lvl8pPr indent="-323850" lvl="7" marL="3657600" algn="ctr">
              <a:lnSpc>
                <a:spcPct val="115000"/>
              </a:lnSpc>
              <a:spcBef>
                <a:spcPts val="0"/>
              </a:spcBef>
              <a:spcAft>
                <a:spcPts val="0"/>
              </a:spcAft>
              <a:buSzPts val="1500"/>
              <a:buChar char="○"/>
              <a:defRPr/>
            </a:lvl8pPr>
            <a:lvl9pPr indent="-323850" lvl="8" marL="4114800" algn="ctr">
              <a:lnSpc>
                <a:spcPct val="115000"/>
              </a:lnSpc>
              <a:spcBef>
                <a:spcPts val="0"/>
              </a:spcBef>
              <a:spcAft>
                <a:spcPts val="0"/>
              </a:spcAft>
              <a:buSzPts val="1500"/>
              <a:buChar char="■"/>
              <a:defRPr/>
            </a:lvl9pPr>
          </a:lstStyle>
          <a:p/>
        </p:txBody>
      </p:sp>
      <p:sp>
        <p:nvSpPr>
          <p:cNvPr id="138" name="Google Shape;138;g3e52ebd8282_0_106"/>
          <p:cNvSpPr txBox="1"/>
          <p:nvPr>
            <p:ph idx="12" type="sldNum"/>
          </p:nvPr>
        </p:nvSpPr>
        <p:spPr>
          <a:xfrm>
            <a:off x="9340296" y="5141053"/>
            <a:ext cx="604800" cy="433800"/>
          </a:xfrm>
          <a:prstGeom prst="rect">
            <a:avLst/>
          </a:prstGeom>
          <a:noFill/>
          <a:ln>
            <a:noFill/>
          </a:ln>
        </p:spPr>
        <p:txBody>
          <a:bodyPr anchorCtr="0" anchor="ctr" bIns="100800" lIns="100800" spcFirstLastPara="1" rIns="100800" wrap="square" tIns="1008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9" name="Shape 139"/>
        <p:cNvGrpSpPr/>
        <p:nvPr/>
      </p:nvGrpSpPr>
      <p:grpSpPr>
        <a:xfrm>
          <a:off x="0" y="0"/>
          <a:ext cx="0" cy="0"/>
          <a:chOff x="0" y="0"/>
          <a:chExt cx="0" cy="0"/>
        </a:xfrm>
      </p:grpSpPr>
      <p:sp>
        <p:nvSpPr>
          <p:cNvPr id="140" name="Google Shape;140;g3e52ebd8282_0_110"/>
          <p:cNvSpPr txBox="1"/>
          <p:nvPr>
            <p:ph idx="12" type="sldNum"/>
          </p:nvPr>
        </p:nvSpPr>
        <p:spPr>
          <a:xfrm>
            <a:off x="9340296" y="5141053"/>
            <a:ext cx="604800" cy="433800"/>
          </a:xfrm>
          <a:prstGeom prst="rect">
            <a:avLst/>
          </a:prstGeom>
          <a:noFill/>
          <a:ln>
            <a:noFill/>
          </a:ln>
        </p:spPr>
        <p:txBody>
          <a:bodyPr anchorCtr="0" anchor="ctr" bIns="100800" lIns="100800" spcFirstLastPara="1" rIns="100800" wrap="square" tIns="1008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5" name="Shape 145"/>
        <p:cNvGrpSpPr/>
        <p:nvPr/>
      </p:nvGrpSpPr>
      <p:grpSpPr>
        <a:xfrm>
          <a:off x="0" y="0"/>
          <a:ext cx="0" cy="0"/>
          <a:chOff x="0" y="0"/>
          <a:chExt cx="0" cy="0"/>
        </a:xfrm>
      </p:grpSpPr>
      <p:sp>
        <p:nvSpPr>
          <p:cNvPr id="146" name="Google Shape;146;g3e534e5d2d5_0_101"/>
          <p:cNvSpPr txBox="1"/>
          <p:nvPr>
            <p:ph type="ctrTitle"/>
          </p:nvPr>
        </p:nvSpPr>
        <p:spPr>
          <a:xfrm>
            <a:off x="343637" y="820871"/>
            <a:ext cx="9393300" cy="2262900"/>
          </a:xfrm>
          <a:prstGeom prst="rect">
            <a:avLst/>
          </a:prstGeom>
        </p:spPr>
        <p:txBody>
          <a:bodyPr anchorCtr="0" anchor="b" bIns="100800" lIns="100800" spcFirstLastPara="1" rIns="100800" wrap="square" tIns="100800">
            <a:normAutofit/>
          </a:bodyPr>
          <a:lstStyle>
            <a:lvl1pPr lvl="0" algn="ctr">
              <a:spcBef>
                <a:spcPts val="0"/>
              </a:spcBef>
              <a:spcAft>
                <a:spcPts val="0"/>
              </a:spcAft>
              <a:buSzPts val="5700"/>
              <a:buNone/>
              <a:defRPr sz="5700"/>
            </a:lvl1pPr>
            <a:lvl2pPr lvl="1" algn="ctr">
              <a:spcBef>
                <a:spcPts val="0"/>
              </a:spcBef>
              <a:spcAft>
                <a:spcPts val="0"/>
              </a:spcAft>
              <a:buSzPts val="5700"/>
              <a:buNone/>
              <a:defRPr sz="5700"/>
            </a:lvl2pPr>
            <a:lvl3pPr lvl="2" algn="ctr">
              <a:spcBef>
                <a:spcPts val="0"/>
              </a:spcBef>
              <a:spcAft>
                <a:spcPts val="0"/>
              </a:spcAft>
              <a:buSzPts val="5700"/>
              <a:buNone/>
              <a:defRPr sz="5700"/>
            </a:lvl3pPr>
            <a:lvl4pPr lvl="3" algn="ctr">
              <a:spcBef>
                <a:spcPts val="0"/>
              </a:spcBef>
              <a:spcAft>
                <a:spcPts val="0"/>
              </a:spcAft>
              <a:buSzPts val="5700"/>
              <a:buNone/>
              <a:defRPr sz="5700"/>
            </a:lvl4pPr>
            <a:lvl5pPr lvl="4" algn="ctr">
              <a:spcBef>
                <a:spcPts val="0"/>
              </a:spcBef>
              <a:spcAft>
                <a:spcPts val="0"/>
              </a:spcAft>
              <a:buSzPts val="5700"/>
              <a:buNone/>
              <a:defRPr sz="5700"/>
            </a:lvl5pPr>
            <a:lvl6pPr lvl="5" algn="ctr">
              <a:spcBef>
                <a:spcPts val="0"/>
              </a:spcBef>
              <a:spcAft>
                <a:spcPts val="0"/>
              </a:spcAft>
              <a:buSzPts val="5700"/>
              <a:buNone/>
              <a:defRPr sz="5700"/>
            </a:lvl6pPr>
            <a:lvl7pPr lvl="6" algn="ctr">
              <a:spcBef>
                <a:spcPts val="0"/>
              </a:spcBef>
              <a:spcAft>
                <a:spcPts val="0"/>
              </a:spcAft>
              <a:buSzPts val="5700"/>
              <a:buNone/>
              <a:defRPr sz="5700"/>
            </a:lvl7pPr>
            <a:lvl8pPr lvl="7" algn="ctr">
              <a:spcBef>
                <a:spcPts val="0"/>
              </a:spcBef>
              <a:spcAft>
                <a:spcPts val="0"/>
              </a:spcAft>
              <a:buSzPts val="5700"/>
              <a:buNone/>
              <a:defRPr sz="5700"/>
            </a:lvl8pPr>
            <a:lvl9pPr lvl="8" algn="ctr">
              <a:spcBef>
                <a:spcPts val="0"/>
              </a:spcBef>
              <a:spcAft>
                <a:spcPts val="0"/>
              </a:spcAft>
              <a:buSzPts val="5700"/>
              <a:buNone/>
              <a:defRPr sz="5700"/>
            </a:lvl9pPr>
          </a:lstStyle>
          <a:p/>
        </p:txBody>
      </p:sp>
      <p:sp>
        <p:nvSpPr>
          <p:cNvPr id="147" name="Google Shape;147;g3e534e5d2d5_0_101"/>
          <p:cNvSpPr txBox="1"/>
          <p:nvPr>
            <p:ph idx="1" type="subTitle"/>
          </p:nvPr>
        </p:nvSpPr>
        <p:spPr>
          <a:xfrm>
            <a:off x="343628" y="3124535"/>
            <a:ext cx="9393300" cy="873900"/>
          </a:xfrm>
          <a:prstGeom prst="rect">
            <a:avLst/>
          </a:prstGeom>
        </p:spPr>
        <p:txBody>
          <a:bodyPr anchorCtr="0" anchor="t" bIns="100800" lIns="100800" spcFirstLastPara="1" rIns="100800" wrap="square" tIns="100800">
            <a:normAutofit/>
          </a:bodyPr>
          <a:lstStyle>
            <a:lvl1pPr lvl="0" algn="ctr">
              <a:lnSpc>
                <a:spcPct val="100000"/>
              </a:lnSpc>
              <a:spcBef>
                <a:spcPts val="0"/>
              </a:spcBef>
              <a:spcAft>
                <a:spcPts val="0"/>
              </a:spcAft>
              <a:buSzPts val="3100"/>
              <a:buNone/>
              <a:defRPr sz="3100"/>
            </a:lvl1pPr>
            <a:lvl2pPr lvl="1" algn="ctr">
              <a:lnSpc>
                <a:spcPct val="100000"/>
              </a:lnSpc>
              <a:spcBef>
                <a:spcPts val="0"/>
              </a:spcBef>
              <a:spcAft>
                <a:spcPts val="0"/>
              </a:spcAft>
              <a:buSzPts val="3100"/>
              <a:buNone/>
              <a:defRPr sz="3100"/>
            </a:lvl2pPr>
            <a:lvl3pPr lvl="2" algn="ctr">
              <a:lnSpc>
                <a:spcPct val="100000"/>
              </a:lnSpc>
              <a:spcBef>
                <a:spcPts val="0"/>
              </a:spcBef>
              <a:spcAft>
                <a:spcPts val="0"/>
              </a:spcAft>
              <a:buSzPts val="3100"/>
              <a:buNone/>
              <a:defRPr sz="3100"/>
            </a:lvl3pPr>
            <a:lvl4pPr lvl="3" algn="ctr">
              <a:lnSpc>
                <a:spcPct val="100000"/>
              </a:lnSpc>
              <a:spcBef>
                <a:spcPts val="0"/>
              </a:spcBef>
              <a:spcAft>
                <a:spcPts val="0"/>
              </a:spcAft>
              <a:buSzPts val="3100"/>
              <a:buNone/>
              <a:defRPr sz="3100"/>
            </a:lvl4pPr>
            <a:lvl5pPr lvl="4" algn="ctr">
              <a:lnSpc>
                <a:spcPct val="100000"/>
              </a:lnSpc>
              <a:spcBef>
                <a:spcPts val="0"/>
              </a:spcBef>
              <a:spcAft>
                <a:spcPts val="0"/>
              </a:spcAft>
              <a:buSzPts val="3100"/>
              <a:buNone/>
              <a:defRPr sz="3100"/>
            </a:lvl5pPr>
            <a:lvl6pPr lvl="5" algn="ctr">
              <a:lnSpc>
                <a:spcPct val="100000"/>
              </a:lnSpc>
              <a:spcBef>
                <a:spcPts val="0"/>
              </a:spcBef>
              <a:spcAft>
                <a:spcPts val="0"/>
              </a:spcAft>
              <a:buSzPts val="3100"/>
              <a:buNone/>
              <a:defRPr sz="3100"/>
            </a:lvl6pPr>
            <a:lvl7pPr lvl="6" algn="ctr">
              <a:lnSpc>
                <a:spcPct val="100000"/>
              </a:lnSpc>
              <a:spcBef>
                <a:spcPts val="0"/>
              </a:spcBef>
              <a:spcAft>
                <a:spcPts val="0"/>
              </a:spcAft>
              <a:buSzPts val="3100"/>
              <a:buNone/>
              <a:defRPr sz="3100"/>
            </a:lvl7pPr>
            <a:lvl8pPr lvl="7" algn="ctr">
              <a:lnSpc>
                <a:spcPct val="100000"/>
              </a:lnSpc>
              <a:spcBef>
                <a:spcPts val="0"/>
              </a:spcBef>
              <a:spcAft>
                <a:spcPts val="0"/>
              </a:spcAft>
              <a:buSzPts val="3100"/>
              <a:buNone/>
              <a:defRPr sz="3100"/>
            </a:lvl8pPr>
            <a:lvl9pPr lvl="8" algn="ctr">
              <a:lnSpc>
                <a:spcPct val="100000"/>
              </a:lnSpc>
              <a:spcBef>
                <a:spcPts val="0"/>
              </a:spcBef>
              <a:spcAft>
                <a:spcPts val="0"/>
              </a:spcAft>
              <a:buSzPts val="3100"/>
              <a:buNone/>
              <a:defRPr sz="3100"/>
            </a:lvl9pPr>
          </a:lstStyle>
          <a:p/>
        </p:txBody>
      </p:sp>
      <p:sp>
        <p:nvSpPr>
          <p:cNvPr id="148" name="Google Shape;148;g3e534e5d2d5_0_101"/>
          <p:cNvSpPr txBox="1"/>
          <p:nvPr>
            <p:ph idx="12" type="sldNum"/>
          </p:nvPr>
        </p:nvSpPr>
        <p:spPr>
          <a:xfrm>
            <a:off x="9340296" y="5141053"/>
            <a:ext cx="604800" cy="433800"/>
          </a:xfrm>
          <a:prstGeom prst="rect">
            <a:avLst/>
          </a:prstGeom>
        </p:spPr>
        <p:txBody>
          <a:bodyPr anchorCtr="0" anchor="ctr" bIns="100800" lIns="100800" spcFirstLastPara="1" rIns="100800" wrap="square" tIns="100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9" name="Shape 149"/>
        <p:cNvGrpSpPr/>
        <p:nvPr/>
      </p:nvGrpSpPr>
      <p:grpSpPr>
        <a:xfrm>
          <a:off x="0" y="0"/>
          <a:ext cx="0" cy="0"/>
          <a:chOff x="0" y="0"/>
          <a:chExt cx="0" cy="0"/>
        </a:xfrm>
      </p:grpSpPr>
      <p:sp>
        <p:nvSpPr>
          <p:cNvPr id="150" name="Google Shape;150;g3e534e5d2d5_0_105"/>
          <p:cNvSpPr txBox="1"/>
          <p:nvPr>
            <p:ph type="title"/>
          </p:nvPr>
        </p:nvSpPr>
        <p:spPr>
          <a:xfrm>
            <a:off x="343628" y="2371246"/>
            <a:ext cx="9393300" cy="928200"/>
          </a:xfrm>
          <a:prstGeom prst="rect">
            <a:avLst/>
          </a:prstGeom>
        </p:spPr>
        <p:txBody>
          <a:bodyPr anchorCtr="0" anchor="ctr" bIns="100800" lIns="100800" spcFirstLastPara="1" rIns="100800" wrap="square" tIns="100800">
            <a:norm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p:txBody>
      </p:sp>
      <p:sp>
        <p:nvSpPr>
          <p:cNvPr id="151" name="Google Shape;151;g3e534e5d2d5_0_105"/>
          <p:cNvSpPr txBox="1"/>
          <p:nvPr>
            <p:ph idx="12" type="sldNum"/>
          </p:nvPr>
        </p:nvSpPr>
        <p:spPr>
          <a:xfrm>
            <a:off x="9340296" y="5141053"/>
            <a:ext cx="604800" cy="433800"/>
          </a:xfrm>
          <a:prstGeom prst="rect">
            <a:avLst/>
          </a:prstGeom>
        </p:spPr>
        <p:txBody>
          <a:bodyPr anchorCtr="0" anchor="ctr" bIns="100800" lIns="100800" spcFirstLastPara="1" rIns="100800" wrap="square" tIns="100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2" name="Shape 152"/>
        <p:cNvGrpSpPr/>
        <p:nvPr/>
      </p:nvGrpSpPr>
      <p:grpSpPr>
        <a:xfrm>
          <a:off x="0" y="0"/>
          <a:ext cx="0" cy="0"/>
          <a:chOff x="0" y="0"/>
          <a:chExt cx="0" cy="0"/>
        </a:xfrm>
      </p:grpSpPr>
      <p:sp>
        <p:nvSpPr>
          <p:cNvPr id="153" name="Google Shape;153;g3e534e5d2d5_0_108"/>
          <p:cNvSpPr txBox="1"/>
          <p:nvPr>
            <p:ph type="title"/>
          </p:nvPr>
        </p:nvSpPr>
        <p:spPr>
          <a:xfrm>
            <a:off x="343628" y="490626"/>
            <a:ext cx="9393300" cy="631500"/>
          </a:xfrm>
          <a:prstGeom prst="rect">
            <a:avLst/>
          </a:prstGeom>
        </p:spPr>
        <p:txBody>
          <a:bodyPr anchorCtr="0" anchor="t" bIns="100800" lIns="100800" spcFirstLastPara="1" rIns="100800" wrap="square" tIns="100800">
            <a:norm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54" name="Google Shape;154;g3e534e5d2d5_0_108"/>
          <p:cNvSpPr txBox="1"/>
          <p:nvPr>
            <p:ph idx="1" type="body"/>
          </p:nvPr>
        </p:nvSpPr>
        <p:spPr>
          <a:xfrm>
            <a:off x="343628" y="1270568"/>
            <a:ext cx="9393300" cy="3766500"/>
          </a:xfrm>
          <a:prstGeom prst="rect">
            <a:avLst/>
          </a:prstGeom>
        </p:spPr>
        <p:txBody>
          <a:bodyPr anchorCtr="0" anchor="t" bIns="100800" lIns="100800" spcFirstLastPara="1" rIns="100800" wrap="square" tIns="100800">
            <a:normAutofit/>
          </a:bodyPr>
          <a:lstStyle>
            <a:lvl1pPr indent="-355600" lvl="0" marL="457200">
              <a:spcBef>
                <a:spcPts val="0"/>
              </a:spcBef>
              <a:spcAft>
                <a:spcPts val="0"/>
              </a:spcAft>
              <a:buSzPts val="20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155" name="Google Shape;155;g3e534e5d2d5_0_108"/>
          <p:cNvSpPr txBox="1"/>
          <p:nvPr>
            <p:ph idx="12" type="sldNum"/>
          </p:nvPr>
        </p:nvSpPr>
        <p:spPr>
          <a:xfrm>
            <a:off x="9340296" y="5141053"/>
            <a:ext cx="604800" cy="433800"/>
          </a:xfrm>
          <a:prstGeom prst="rect">
            <a:avLst/>
          </a:prstGeom>
        </p:spPr>
        <p:txBody>
          <a:bodyPr anchorCtr="0" anchor="ctr" bIns="100800" lIns="100800" spcFirstLastPara="1" rIns="100800" wrap="square" tIns="100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56" name="Shape 156"/>
        <p:cNvGrpSpPr/>
        <p:nvPr/>
      </p:nvGrpSpPr>
      <p:grpSpPr>
        <a:xfrm>
          <a:off x="0" y="0"/>
          <a:ext cx="0" cy="0"/>
          <a:chOff x="0" y="0"/>
          <a:chExt cx="0" cy="0"/>
        </a:xfrm>
      </p:grpSpPr>
      <p:sp>
        <p:nvSpPr>
          <p:cNvPr id="157" name="Google Shape;157;g3e534e5d2d5_0_112"/>
          <p:cNvSpPr txBox="1"/>
          <p:nvPr>
            <p:ph type="title"/>
          </p:nvPr>
        </p:nvSpPr>
        <p:spPr>
          <a:xfrm>
            <a:off x="343628" y="490626"/>
            <a:ext cx="9393300" cy="631500"/>
          </a:xfrm>
          <a:prstGeom prst="rect">
            <a:avLst/>
          </a:prstGeom>
        </p:spPr>
        <p:txBody>
          <a:bodyPr anchorCtr="0" anchor="t" bIns="100800" lIns="100800" spcFirstLastPara="1" rIns="100800" wrap="square" tIns="100800">
            <a:norm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58" name="Google Shape;158;g3e534e5d2d5_0_112"/>
          <p:cNvSpPr txBox="1"/>
          <p:nvPr>
            <p:ph idx="1" type="body"/>
          </p:nvPr>
        </p:nvSpPr>
        <p:spPr>
          <a:xfrm>
            <a:off x="343628" y="1270568"/>
            <a:ext cx="4409700" cy="3766500"/>
          </a:xfrm>
          <a:prstGeom prst="rect">
            <a:avLst/>
          </a:prstGeom>
        </p:spPr>
        <p:txBody>
          <a:bodyPr anchorCtr="0" anchor="t" bIns="100800" lIns="100800" spcFirstLastPara="1" rIns="100800" wrap="square" tIns="100800">
            <a:normAutofit/>
          </a:bodyPr>
          <a:lstStyle>
            <a:lvl1pPr indent="-323850" lvl="0" marL="457200">
              <a:spcBef>
                <a:spcPts val="0"/>
              </a:spcBef>
              <a:spcAft>
                <a:spcPts val="0"/>
              </a:spcAft>
              <a:buSzPts val="1500"/>
              <a:buChar char="●"/>
              <a:defRPr sz="1500"/>
            </a:lvl1pPr>
            <a:lvl2pPr indent="-311150" lvl="1" marL="914400">
              <a:spcBef>
                <a:spcPts val="0"/>
              </a:spcBef>
              <a:spcAft>
                <a:spcPts val="0"/>
              </a:spcAft>
              <a:buSzPts val="1300"/>
              <a:buChar char="○"/>
              <a:defRPr sz="1300"/>
            </a:lvl2pPr>
            <a:lvl3pPr indent="-311150" lvl="2" marL="1371600">
              <a:spcBef>
                <a:spcPts val="0"/>
              </a:spcBef>
              <a:spcAft>
                <a:spcPts val="0"/>
              </a:spcAft>
              <a:buSzPts val="1300"/>
              <a:buChar char="■"/>
              <a:defRPr sz="1300"/>
            </a:lvl3pPr>
            <a:lvl4pPr indent="-311150" lvl="3" marL="1828800">
              <a:spcBef>
                <a:spcPts val="0"/>
              </a:spcBef>
              <a:spcAft>
                <a:spcPts val="0"/>
              </a:spcAft>
              <a:buSzPts val="1300"/>
              <a:buChar char="●"/>
              <a:defRPr sz="1300"/>
            </a:lvl4pPr>
            <a:lvl5pPr indent="-311150" lvl="4" marL="2286000">
              <a:spcBef>
                <a:spcPts val="0"/>
              </a:spcBef>
              <a:spcAft>
                <a:spcPts val="0"/>
              </a:spcAft>
              <a:buSzPts val="1300"/>
              <a:buChar char="○"/>
              <a:defRPr sz="1300"/>
            </a:lvl5pPr>
            <a:lvl6pPr indent="-311150" lvl="5" marL="2743200">
              <a:spcBef>
                <a:spcPts val="0"/>
              </a:spcBef>
              <a:spcAft>
                <a:spcPts val="0"/>
              </a:spcAft>
              <a:buSzPts val="1300"/>
              <a:buChar char="■"/>
              <a:defRPr sz="1300"/>
            </a:lvl6pPr>
            <a:lvl7pPr indent="-311150" lvl="6" marL="3200400">
              <a:spcBef>
                <a:spcPts val="0"/>
              </a:spcBef>
              <a:spcAft>
                <a:spcPts val="0"/>
              </a:spcAft>
              <a:buSzPts val="1300"/>
              <a:buChar char="●"/>
              <a:defRPr sz="1300"/>
            </a:lvl7pPr>
            <a:lvl8pPr indent="-311150" lvl="7" marL="3657600">
              <a:spcBef>
                <a:spcPts val="0"/>
              </a:spcBef>
              <a:spcAft>
                <a:spcPts val="0"/>
              </a:spcAft>
              <a:buSzPts val="1300"/>
              <a:buChar char="○"/>
              <a:defRPr sz="1300"/>
            </a:lvl8pPr>
            <a:lvl9pPr indent="-311150" lvl="8" marL="4114800">
              <a:spcBef>
                <a:spcPts val="0"/>
              </a:spcBef>
              <a:spcAft>
                <a:spcPts val="0"/>
              </a:spcAft>
              <a:buSzPts val="1300"/>
              <a:buChar char="■"/>
              <a:defRPr sz="1300"/>
            </a:lvl9pPr>
          </a:lstStyle>
          <a:p/>
        </p:txBody>
      </p:sp>
      <p:sp>
        <p:nvSpPr>
          <p:cNvPr id="159" name="Google Shape;159;g3e534e5d2d5_0_112"/>
          <p:cNvSpPr txBox="1"/>
          <p:nvPr>
            <p:ph idx="2" type="body"/>
          </p:nvPr>
        </p:nvSpPr>
        <p:spPr>
          <a:xfrm>
            <a:off x="5327385" y="1270568"/>
            <a:ext cx="4409700" cy="3766500"/>
          </a:xfrm>
          <a:prstGeom prst="rect">
            <a:avLst/>
          </a:prstGeom>
        </p:spPr>
        <p:txBody>
          <a:bodyPr anchorCtr="0" anchor="t" bIns="100800" lIns="100800" spcFirstLastPara="1" rIns="100800" wrap="square" tIns="100800">
            <a:normAutofit/>
          </a:bodyPr>
          <a:lstStyle>
            <a:lvl1pPr indent="-323850" lvl="0" marL="457200">
              <a:spcBef>
                <a:spcPts val="0"/>
              </a:spcBef>
              <a:spcAft>
                <a:spcPts val="0"/>
              </a:spcAft>
              <a:buSzPts val="1500"/>
              <a:buChar char="●"/>
              <a:defRPr sz="1500"/>
            </a:lvl1pPr>
            <a:lvl2pPr indent="-311150" lvl="1" marL="914400">
              <a:spcBef>
                <a:spcPts val="0"/>
              </a:spcBef>
              <a:spcAft>
                <a:spcPts val="0"/>
              </a:spcAft>
              <a:buSzPts val="1300"/>
              <a:buChar char="○"/>
              <a:defRPr sz="1300"/>
            </a:lvl2pPr>
            <a:lvl3pPr indent="-311150" lvl="2" marL="1371600">
              <a:spcBef>
                <a:spcPts val="0"/>
              </a:spcBef>
              <a:spcAft>
                <a:spcPts val="0"/>
              </a:spcAft>
              <a:buSzPts val="1300"/>
              <a:buChar char="■"/>
              <a:defRPr sz="1300"/>
            </a:lvl3pPr>
            <a:lvl4pPr indent="-311150" lvl="3" marL="1828800">
              <a:spcBef>
                <a:spcPts val="0"/>
              </a:spcBef>
              <a:spcAft>
                <a:spcPts val="0"/>
              </a:spcAft>
              <a:buSzPts val="1300"/>
              <a:buChar char="●"/>
              <a:defRPr sz="1300"/>
            </a:lvl4pPr>
            <a:lvl5pPr indent="-311150" lvl="4" marL="2286000">
              <a:spcBef>
                <a:spcPts val="0"/>
              </a:spcBef>
              <a:spcAft>
                <a:spcPts val="0"/>
              </a:spcAft>
              <a:buSzPts val="1300"/>
              <a:buChar char="○"/>
              <a:defRPr sz="1300"/>
            </a:lvl5pPr>
            <a:lvl6pPr indent="-311150" lvl="5" marL="2743200">
              <a:spcBef>
                <a:spcPts val="0"/>
              </a:spcBef>
              <a:spcAft>
                <a:spcPts val="0"/>
              </a:spcAft>
              <a:buSzPts val="1300"/>
              <a:buChar char="■"/>
              <a:defRPr sz="1300"/>
            </a:lvl6pPr>
            <a:lvl7pPr indent="-311150" lvl="6" marL="3200400">
              <a:spcBef>
                <a:spcPts val="0"/>
              </a:spcBef>
              <a:spcAft>
                <a:spcPts val="0"/>
              </a:spcAft>
              <a:buSzPts val="1300"/>
              <a:buChar char="●"/>
              <a:defRPr sz="1300"/>
            </a:lvl7pPr>
            <a:lvl8pPr indent="-311150" lvl="7" marL="3657600">
              <a:spcBef>
                <a:spcPts val="0"/>
              </a:spcBef>
              <a:spcAft>
                <a:spcPts val="0"/>
              </a:spcAft>
              <a:buSzPts val="1300"/>
              <a:buChar char="○"/>
              <a:defRPr sz="1300"/>
            </a:lvl8pPr>
            <a:lvl9pPr indent="-311150" lvl="8" marL="4114800">
              <a:spcBef>
                <a:spcPts val="0"/>
              </a:spcBef>
              <a:spcAft>
                <a:spcPts val="0"/>
              </a:spcAft>
              <a:buSzPts val="1300"/>
              <a:buChar char="■"/>
              <a:defRPr sz="1300"/>
            </a:lvl9pPr>
          </a:lstStyle>
          <a:p/>
        </p:txBody>
      </p:sp>
      <p:sp>
        <p:nvSpPr>
          <p:cNvPr id="160" name="Google Shape;160;g3e534e5d2d5_0_112"/>
          <p:cNvSpPr txBox="1"/>
          <p:nvPr>
            <p:ph idx="12" type="sldNum"/>
          </p:nvPr>
        </p:nvSpPr>
        <p:spPr>
          <a:xfrm>
            <a:off x="9340296" y="5141053"/>
            <a:ext cx="604800" cy="433800"/>
          </a:xfrm>
          <a:prstGeom prst="rect">
            <a:avLst/>
          </a:prstGeom>
        </p:spPr>
        <p:txBody>
          <a:bodyPr anchorCtr="0" anchor="ctr" bIns="100800" lIns="100800" spcFirstLastPara="1" rIns="100800" wrap="square" tIns="100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1" name="Shape 161"/>
        <p:cNvGrpSpPr/>
        <p:nvPr/>
      </p:nvGrpSpPr>
      <p:grpSpPr>
        <a:xfrm>
          <a:off x="0" y="0"/>
          <a:ext cx="0" cy="0"/>
          <a:chOff x="0" y="0"/>
          <a:chExt cx="0" cy="0"/>
        </a:xfrm>
      </p:grpSpPr>
      <p:sp>
        <p:nvSpPr>
          <p:cNvPr id="162" name="Google Shape;162;g3e534e5d2d5_0_117"/>
          <p:cNvSpPr txBox="1"/>
          <p:nvPr>
            <p:ph type="title"/>
          </p:nvPr>
        </p:nvSpPr>
        <p:spPr>
          <a:xfrm>
            <a:off x="343628" y="490626"/>
            <a:ext cx="9393300" cy="631500"/>
          </a:xfrm>
          <a:prstGeom prst="rect">
            <a:avLst/>
          </a:prstGeom>
        </p:spPr>
        <p:txBody>
          <a:bodyPr anchorCtr="0" anchor="t" bIns="100800" lIns="100800" spcFirstLastPara="1" rIns="100800" wrap="square" tIns="100800">
            <a:norm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63" name="Google Shape;163;g3e534e5d2d5_0_117"/>
          <p:cNvSpPr txBox="1"/>
          <p:nvPr>
            <p:ph idx="12" type="sldNum"/>
          </p:nvPr>
        </p:nvSpPr>
        <p:spPr>
          <a:xfrm>
            <a:off x="9340296" y="5141053"/>
            <a:ext cx="604800" cy="433800"/>
          </a:xfrm>
          <a:prstGeom prst="rect">
            <a:avLst/>
          </a:prstGeom>
        </p:spPr>
        <p:txBody>
          <a:bodyPr anchorCtr="0" anchor="ctr" bIns="100800" lIns="100800" spcFirstLastPara="1" rIns="100800" wrap="square" tIns="100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64" name="Shape 164"/>
        <p:cNvGrpSpPr/>
        <p:nvPr/>
      </p:nvGrpSpPr>
      <p:grpSpPr>
        <a:xfrm>
          <a:off x="0" y="0"/>
          <a:ext cx="0" cy="0"/>
          <a:chOff x="0" y="0"/>
          <a:chExt cx="0" cy="0"/>
        </a:xfrm>
      </p:grpSpPr>
      <p:sp>
        <p:nvSpPr>
          <p:cNvPr id="165" name="Google Shape;165;g3e534e5d2d5_0_120"/>
          <p:cNvSpPr txBox="1"/>
          <p:nvPr>
            <p:ph type="title"/>
          </p:nvPr>
        </p:nvSpPr>
        <p:spPr>
          <a:xfrm>
            <a:off x="343628" y="612532"/>
            <a:ext cx="3095700" cy="833100"/>
          </a:xfrm>
          <a:prstGeom prst="rect">
            <a:avLst/>
          </a:prstGeom>
        </p:spPr>
        <p:txBody>
          <a:bodyPr anchorCtr="0" anchor="b" bIns="100800" lIns="100800" spcFirstLastPara="1" rIns="100800" wrap="square" tIns="10080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166" name="Google Shape;166;g3e534e5d2d5_0_120"/>
          <p:cNvSpPr txBox="1"/>
          <p:nvPr>
            <p:ph idx="1" type="body"/>
          </p:nvPr>
        </p:nvSpPr>
        <p:spPr>
          <a:xfrm>
            <a:off x="343628" y="1531991"/>
            <a:ext cx="3095700" cy="3505200"/>
          </a:xfrm>
          <a:prstGeom prst="rect">
            <a:avLst/>
          </a:prstGeom>
        </p:spPr>
        <p:txBody>
          <a:bodyPr anchorCtr="0" anchor="t" bIns="100800" lIns="100800" spcFirstLastPara="1" rIns="100800" wrap="square" tIns="100800">
            <a:normAutofit/>
          </a:bodyPr>
          <a:lstStyle>
            <a:lvl1pPr indent="-311150" lvl="0" marL="457200">
              <a:spcBef>
                <a:spcPts val="0"/>
              </a:spcBef>
              <a:spcAft>
                <a:spcPts val="0"/>
              </a:spcAft>
              <a:buSzPts val="1300"/>
              <a:buChar char="●"/>
              <a:defRPr sz="1300"/>
            </a:lvl1pPr>
            <a:lvl2pPr indent="-311150" lvl="1" marL="914400">
              <a:spcBef>
                <a:spcPts val="0"/>
              </a:spcBef>
              <a:spcAft>
                <a:spcPts val="0"/>
              </a:spcAft>
              <a:buSzPts val="1300"/>
              <a:buChar char="○"/>
              <a:defRPr sz="1300"/>
            </a:lvl2pPr>
            <a:lvl3pPr indent="-311150" lvl="2" marL="1371600">
              <a:spcBef>
                <a:spcPts val="0"/>
              </a:spcBef>
              <a:spcAft>
                <a:spcPts val="0"/>
              </a:spcAft>
              <a:buSzPts val="1300"/>
              <a:buChar char="■"/>
              <a:defRPr sz="1300"/>
            </a:lvl3pPr>
            <a:lvl4pPr indent="-311150" lvl="3" marL="1828800">
              <a:spcBef>
                <a:spcPts val="0"/>
              </a:spcBef>
              <a:spcAft>
                <a:spcPts val="0"/>
              </a:spcAft>
              <a:buSzPts val="1300"/>
              <a:buChar char="●"/>
              <a:defRPr sz="1300"/>
            </a:lvl4pPr>
            <a:lvl5pPr indent="-311150" lvl="4" marL="2286000">
              <a:spcBef>
                <a:spcPts val="0"/>
              </a:spcBef>
              <a:spcAft>
                <a:spcPts val="0"/>
              </a:spcAft>
              <a:buSzPts val="1300"/>
              <a:buChar char="○"/>
              <a:defRPr sz="1300"/>
            </a:lvl5pPr>
            <a:lvl6pPr indent="-311150" lvl="5" marL="2743200">
              <a:spcBef>
                <a:spcPts val="0"/>
              </a:spcBef>
              <a:spcAft>
                <a:spcPts val="0"/>
              </a:spcAft>
              <a:buSzPts val="1300"/>
              <a:buChar char="■"/>
              <a:defRPr sz="1300"/>
            </a:lvl6pPr>
            <a:lvl7pPr indent="-311150" lvl="6" marL="3200400">
              <a:spcBef>
                <a:spcPts val="0"/>
              </a:spcBef>
              <a:spcAft>
                <a:spcPts val="0"/>
              </a:spcAft>
              <a:buSzPts val="1300"/>
              <a:buChar char="●"/>
              <a:defRPr sz="1300"/>
            </a:lvl7pPr>
            <a:lvl8pPr indent="-311150" lvl="7" marL="3657600">
              <a:spcBef>
                <a:spcPts val="0"/>
              </a:spcBef>
              <a:spcAft>
                <a:spcPts val="0"/>
              </a:spcAft>
              <a:buSzPts val="1300"/>
              <a:buChar char="○"/>
              <a:defRPr sz="1300"/>
            </a:lvl8pPr>
            <a:lvl9pPr indent="-311150" lvl="8" marL="4114800">
              <a:spcBef>
                <a:spcPts val="0"/>
              </a:spcBef>
              <a:spcAft>
                <a:spcPts val="0"/>
              </a:spcAft>
              <a:buSzPts val="1300"/>
              <a:buChar char="■"/>
              <a:defRPr sz="1300"/>
            </a:lvl9pPr>
          </a:lstStyle>
          <a:p/>
        </p:txBody>
      </p:sp>
      <p:sp>
        <p:nvSpPr>
          <p:cNvPr id="167" name="Google Shape;167;g3e534e5d2d5_0_120"/>
          <p:cNvSpPr txBox="1"/>
          <p:nvPr>
            <p:ph idx="12" type="sldNum"/>
          </p:nvPr>
        </p:nvSpPr>
        <p:spPr>
          <a:xfrm>
            <a:off x="9340296" y="5141053"/>
            <a:ext cx="604800" cy="433800"/>
          </a:xfrm>
          <a:prstGeom prst="rect">
            <a:avLst/>
          </a:prstGeom>
        </p:spPr>
        <p:txBody>
          <a:bodyPr anchorCtr="0" anchor="ctr" bIns="100800" lIns="100800" spcFirstLastPara="1" rIns="100800" wrap="square" tIns="100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68" name="Shape 168"/>
        <p:cNvGrpSpPr/>
        <p:nvPr/>
      </p:nvGrpSpPr>
      <p:grpSpPr>
        <a:xfrm>
          <a:off x="0" y="0"/>
          <a:ext cx="0" cy="0"/>
          <a:chOff x="0" y="0"/>
          <a:chExt cx="0" cy="0"/>
        </a:xfrm>
      </p:grpSpPr>
      <p:sp>
        <p:nvSpPr>
          <p:cNvPr id="169" name="Google Shape;169;g3e534e5d2d5_0_124"/>
          <p:cNvSpPr txBox="1"/>
          <p:nvPr>
            <p:ph type="title"/>
          </p:nvPr>
        </p:nvSpPr>
        <p:spPr>
          <a:xfrm>
            <a:off x="540467" y="496276"/>
            <a:ext cx="7020000" cy="4509900"/>
          </a:xfrm>
          <a:prstGeom prst="rect">
            <a:avLst/>
          </a:prstGeom>
        </p:spPr>
        <p:txBody>
          <a:bodyPr anchorCtr="0" anchor="ctr" bIns="100800" lIns="100800" spcFirstLastPara="1" rIns="100800" wrap="square" tIns="100800">
            <a:normAutofit/>
          </a:bodyPr>
          <a:lstStyle>
            <a:lvl1pPr lvl="0">
              <a:spcBef>
                <a:spcPts val="0"/>
              </a:spcBef>
              <a:spcAft>
                <a:spcPts val="0"/>
              </a:spcAft>
              <a:buSzPts val="5300"/>
              <a:buNone/>
              <a:defRPr sz="5300"/>
            </a:lvl1pPr>
            <a:lvl2pPr lvl="1">
              <a:spcBef>
                <a:spcPts val="0"/>
              </a:spcBef>
              <a:spcAft>
                <a:spcPts val="0"/>
              </a:spcAft>
              <a:buSzPts val="5300"/>
              <a:buNone/>
              <a:defRPr sz="5300"/>
            </a:lvl2pPr>
            <a:lvl3pPr lvl="2">
              <a:spcBef>
                <a:spcPts val="0"/>
              </a:spcBef>
              <a:spcAft>
                <a:spcPts val="0"/>
              </a:spcAft>
              <a:buSzPts val="5300"/>
              <a:buNone/>
              <a:defRPr sz="5300"/>
            </a:lvl3pPr>
            <a:lvl4pPr lvl="3">
              <a:spcBef>
                <a:spcPts val="0"/>
              </a:spcBef>
              <a:spcAft>
                <a:spcPts val="0"/>
              </a:spcAft>
              <a:buSzPts val="5300"/>
              <a:buNone/>
              <a:defRPr sz="5300"/>
            </a:lvl4pPr>
            <a:lvl5pPr lvl="4">
              <a:spcBef>
                <a:spcPts val="0"/>
              </a:spcBef>
              <a:spcAft>
                <a:spcPts val="0"/>
              </a:spcAft>
              <a:buSzPts val="5300"/>
              <a:buNone/>
              <a:defRPr sz="5300"/>
            </a:lvl5pPr>
            <a:lvl6pPr lvl="5">
              <a:spcBef>
                <a:spcPts val="0"/>
              </a:spcBef>
              <a:spcAft>
                <a:spcPts val="0"/>
              </a:spcAft>
              <a:buSzPts val="5300"/>
              <a:buNone/>
              <a:defRPr sz="5300"/>
            </a:lvl6pPr>
            <a:lvl7pPr lvl="6">
              <a:spcBef>
                <a:spcPts val="0"/>
              </a:spcBef>
              <a:spcAft>
                <a:spcPts val="0"/>
              </a:spcAft>
              <a:buSzPts val="5300"/>
              <a:buNone/>
              <a:defRPr sz="5300"/>
            </a:lvl7pPr>
            <a:lvl8pPr lvl="7">
              <a:spcBef>
                <a:spcPts val="0"/>
              </a:spcBef>
              <a:spcAft>
                <a:spcPts val="0"/>
              </a:spcAft>
              <a:buSzPts val="5300"/>
              <a:buNone/>
              <a:defRPr sz="5300"/>
            </a:lvl8pPr>
            <a:lvl9pPr lvl="8">
              <a:spcBef>
                <a:spcPts val="0"/>
              </a:spcBef>
              <a:spcAft>
                <a:spcPts val="0"/>
              </a:spcAft>
              <a:buSzPts val="5300"/>
              <a:buNone/>
              <a:defRPr sz="5300"/>
            </a:lvl9pPr>
          </a:lstStyle>
          <a:p/>
        </p:txBody>
      </p:sp>
      <p:sp>
        <p:nvSpPr>
          <p:cNvPr id="170" name="Google Shape;170;g3e534e5d2d5_0_124"/>
          <p:cNvSpPr txBox="1"/>
          <p:nvPr>
            <p:ph idx="12" type="sldNum"/>
          </p:nvPr>
        </p:nvSpPr>
        <p:spPr>
          <a:xfrm>
            <a:off x="9340296" y="5141053"/>
            <a:ext cx="604800" cy="433800"/>
          </a:xfrm>
          <a:prstGeom prst="rect">
            <a:avLst/>
          </a:prstGeom>
        </p:spPr>
        <p:txBody>
          <a:bodyPr anchorCtr="0" anchor="ctr" bIns="100800" lIns="100800" spcFirstLastPara="1" rIns="100800" wrap="square" tIns="100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71" name="Shape 171"/>
        <p:cNvGrpSpPr/>
        <p:nvPr/>
      </p:nvGrpSpPr>
      <p:grpSpPr>
        <a:xfrm>
          <a:off x="0" y="0"/>
          <a:ext cx="0" cy="0"/>
          <a:chOff x="0" y="0"/>
          <a:chExt cx="0" cy="0"/>
        </a:xfrm>
      </p:grpSpPr>
      <p:sp>
        <p:nvSpPr>
          <p:cNvPr id="172" name="Google Shape;172;g3e534e5d2d5_0_127"/>
          <p:cNvSpPr/>
          <p:nvPr/>
        </p:nvSpPr>
        <p:spPr>
          <a:xfrm>
            <a:off x="5040313" y="-138"/>
            <a:ext cx="5040300" cy="5670600"/>
          </a:xfrm>
          <a:prstGeom prst="rect">
            <a:avLst/>
          </a:prstGeom>
          <a:solidFill>
            <a:schemeClr val="lt2"/>
          </a:solidFill>
          <a:ln>
            <a:noFill/>
          </a:ln>
        </p:spPr>
        <p:txBody>
          <a:bodyPr anchorCtr="0" anchor="ctr" bIns="100800" lIns="100800" spcFirstLastPara="1" rIns="100800" wrap="square" tIns="100800">
            <a:noAutofit/>
          </a:bodyPr>
          <a:lstStyle/>
          <a:p>
            <a:pPr indent="0" lvl="0" marL="0" rtl="0" algn="l">
              <a:spcBef>
                <a:spcPts val="0"/>
              </a:spcBef>
              <a:spcAft>
                <a:spcPts val="0"/>
              </a:spcAft>
              <a:buNone/>
            </a:pPr>
            <a:r>
              <a:t/>
            </a:r>
            <a:endParaRPr/>
          </a:p>
        </p:txBody>
      </p:sp>
      <p:sp>
        <p:nvSpPr>
          <p:cNvPr id="173" name="Google Shape;173;g3e534e5d2d5_0_127"/>
          <p:cNvSpPr txBox="1"/>
          <p:nvPr>
            <p:ph type="title"/>
          </p:nvPr>
        </p:nvSpPr>
        <p:spPr>
          <a:xfrm>
            <a:off x="292695" y="1359537"/>
            <a:ext cx="4459500" cy="1634100"/>
          </a:xfrm>
          <a:prstGeom prst="rect">
            <a:avLst/>
          </a:prstGeom>
        </p:spPr>
        <p:txBody>
          <a:bodyPr anchorCtr="0" anchor="b" bIns="100800" lIns="100800" spcFirstLastPara="1" rIns="100800" wrap="square" tIns="100800">
            <a:normAutofit/>
          </a:bodyPr>
          <a:lstStyle>
            <a:lvl1pPr lvl="0" algn="ctr">
              <a:spcBef>
                <a:spcPts val="0"/>
              </a:spcBef>
              <a:spcAft>
                <a:spcPts val="0"/>
              </a:spcAft>
              <a:buSzPts val="4600"/>
              <a:buNone/>
              <a:defRPr sz="4600"/>
            </a:lvl1pPr>
            <a:lvl2pPr lvl="1" algn="ctr">
              <a:spcBef>
                <a:spcPts val="0"/>
              </a:spcBef>
              <a:spcAft>
                <a:spcPts val="0"/>
              </a:spcAft>
              <a:buSzPts val="4600"/>
              <a:buNone/>
              <a:defRPr sz="4600"/>
            </a:lvl2pPr>
            <a:lvl3pPr lvl="2" algn="ctr">
              <a:spcBef>
                <a:spcPts val="0"/>
              </a:spcBef>
              <a:spcAft>
                <a:spcPts val="0"/>
              </a:spcAft>
              <a:buSzPts val="4600"/>
              <a:buNone/>
              <a:defRPr sz="4600"/>
            </a:lvl3pPr>
            <a:lvl4pPr lvl="3" algn="ctr">
              <a:spcBef>
                <a:spcPts val="0"/>
              </a:spcBef>
              <a:spcAft>
                <a:spcPts val="0"/>
              </a:spcAft>
              <a:buSzPts val="4600"/>
              <a:buNone/>
              <a:defRPr sz="4600"/>
            </a:lvl4pPr>
            <a:lvl5pPr lvl="4" algn="ctr">
              <a:spcBef>
                <a:spcPts val="0"/>
              </a:spcBef>
              <a:spcAft>
                <a:spcPts val="0"/>
              </a:spcAft>
              <a:buSzPts val="4600"/>
              <a:buNone/>
              <a:defRPr sz="4600"/>
            </a:lvl5pPr>
            <a:lvl6pPr lvl="5" algn="ctr">
              <a:spcBef>
                <a:spcPts val="0"/>
              </a:spcBef>
              <a:spcAft>
                <a:spcPts val="0"/>
              </a:spcAft>
              <a:buSzPts val="4600"/>
              <a:buNone/>
              <a:defRPr sz="4600"/>
            </a:lvl6pPr>
            <a:lvl7pPr lvl="6" algn="ctr">
              <a:spcBef>
                <a:spcPts val="0"/>
              </a:spcBef>
              <a:spcAft>
                <a:spcPts val="0"/>
              </a:spcAft>
              <a:buSzPts val="4600"/>
              <a:buNone/>
              <a:defRPr sz="4600"/>
            </a:lvl7pPr>
            <a:lvl8pPr lvl="7" algn="ctr">
              <a:spcBef>
                <a:spcPts val="0"/>
              </a:spcBef>
              <a:spcAft>
                <a:spcPts val="0"/>
              </a:spcAft>
              <a:buSzPts val="4600"/>
              <a:buNone/>
              <a:defRPr sz="4600"/>
            </a:lvl8pPr>
            <a:lvl9pPr lvl="8" algn="ctr">
              <a:spcBef>
                <a:spcPts val="0"/>
              </a:spcBef>
              <a:spcAft>
                <a:spcPts val="0"/>
              </a:spcAft>
              <a:buSzPts val="4600"/>
              <a:buNone/>
              <a:defRPr sz="4600"/>
            </a:lvl9pPr>
          </a:lstStyle>
          <a:p/>
        </p:txBody>
      </p:sp>
      <p:sp>
        <p:nvSpPr>
          <p:cNvPr id="174" name="Google Shape;174;g3e534e5d2d5_0_127"/>
          <p:cNvSpPr txBox="1"/>
          <p:nvPr>
            <p:ph idx="1" type="subTitle"/>
          </p:nvPr>
        </p:nvSpPr>
        <p:spPr>
          <a:xfrm>
            <a:off x="292695" y="3090304"/>
            <a:ext cx="4459500" cy="1361700"/>
          </a:xfrm>
          <a:prstGeom prst="rect">
            <a:avLst/>
          </a:prstGeom>
        </p:spPr>
        <p:txBody>
          <a:bodyPr anchorCtr="0" anchor="t" bIns="100800" lIns="100800" spcFirstLastPara="1" rIns="100800" wrap="square" tIns="100800">
            <a:normAutofit/>
          </a:bodyPr>
          <a:lstStyle>
            <a:lvl1pPr lvl="0" algn="ctr">
              <a:lnSpc>
                <a:spcPct val="100000"/>
              </a:lnSpc>
              <a:spcBef>
                <a:spcPts val="0"/>
              </a:spcBef>
              <a:spcAft>
                <a:spcPts val="0"/>
              </a:spcAft>
              <a:buSzPts val="2300"/>
              <a:buNone/>
              <a:defRPr sz="2300"/>
            </a:lvl1pPr>
            <a:lvl2pPr lvl="1" algn="ctr">
              <a:lnSpc>
                <a:spcPct val="100000"/>
              </a:lnSpc>
              <a:spcBef>
                <a:spcPts val="0"/>
              </a:spcBef>
              <a:spcAft>
                <a:spcPts val="0"/>
              </a:spcAft>
              <a:buSzPts val="2300"/>
              <a:buNone/>
              <a:defRPr sz="2300"/>
            </a:lvl2pPr>
            <a:lvl3pPr lvl="2" algn="ctr">
              <a:lnSpc>
                <a:spcPct val="100000"/>
              </a:lnSpc>
              <a:spcBef>
                <a:spcPts val="0"/>
              </a:spcBef>
              <a:spcAft>
                <a:spcPts val="0"/>
              </a:spcAft>
              <a:buSzPts val="2300"/>
              <a:buNone/>
              <a:defRPr sz="2300"/>
            </a:lvl3pPr>
            <a:lvl4pPr lvl="3" algn="ctr">
              <a:lnSpc>
                <a:spcPct val="100000"/>
              </a:lnSpc>
              <a:spcBef>
                <a:spcPts val="0"/>
              </a:spcBef>
              <a:spcAft>
                <a:spcPts val="0"/>
              </a:spcAft>
              <a:buSzPts val="2300"/>
              <a:buNone/>
              <a:defRPr sz="2300"/>
            </a:lvl4pPr>
            <a:lvl5pPr lvl="4" algn="ctr">
              <a:lnSpc>
                <a:spcPct val="100000"/>
              </a:lnSpc>
              <a:spcBef>
                <a:spcPts val="0"/>
              </a:spcBef>
              <a:spcAft>
                <a:spcPts val="0"/>
              </a:spcAft>
              <a:buSzPts val="2300"/>
              <a:buNone/>
              <a:defRPr sz="2300"/>
            </a:lvl5pPr>
            <a:lvl6pPr lvl="5" algn="ctr">
              <a:lnSpc>
                <a:spcPct val="100000"/>
              </a:lnSpc>
              <a:spcBef>
                <a:spcPts val="0"/>
              </a:spcBef>
              <a:spcAft>
                <a:spcPts val="0"/>
              </a:spcAft>
              <a:buSzPts val="2300"/>
              <a:buNone/>
              <a:defRPr sz="2300"/>
            </a:lvl6pPr>
            <a:lvl7pPr lvl="6" algn="ctr">
              <a:lnSpc>
                <a:spcPct val="100000"/>
              </a:lnSpc>
              <a:spcBef>
                <a:spcPts val="0"/>
              </a:spcBef>
              <a:spcAft>
                <a:spcPts val="0"/>
              </a:spcAft>
              <a:buSzPts val="2300"/>
              <a:buNone/>
              <a:defRPr sz="2300"/>
            </a:lvl7pPr>
            <a:lvl8pPr lvl="7" algn="ctr">
              <a:lnSpc>
                <a:spcPct val="100000"/>
              </a:lnSpc>
              <a:spcBef>
                <a:spcPts val="0"/>
              </a:spcBef>
              <a:spcAft>
                <a:spcPts val="0"/>
              </a:spcAft>
              <a:buSzPts val="2300"/>
              <a:buNone/>
              <a:defRPr sz="2300"/>
            </a:lvl8pPr>
            <a:lvl9pPr lvl="8" algn="ctr">
              <a:lnSpc>
                <a:spcPct val="100000"/>
              </a:lnSpc>
              <a:spcBef>
                <a:spcPts val="0"/>
              </a:spcBef>
              <a:spcAft>
                <a:spcPts val="0"/>
              </a:spcAft>
              <a:buSzPts val="2300"/>
              <a:buNone/>
              <a:defRPr sz="2300"/>
            </a:lvl9pPr>
          </a:lstStyle>
          <a:p/>
        </p:txBody>
      </p:sp>
      <p:sp>
        <p:nvSpPr>
          <p:cNvPr id="175" name="Google Shape;175;g3e534e5d2d5_0_127"/>
          <p:cNvSpPr txBox="1"/>
          <p:nvPr>
            <p:ph idx="2" type="body"/>
          </p:nvPr>
        </p:nvSpPr>
        <p:spPr>
          <a:xfrm>
            <a:off x="5445456" y="798270"/>
            <a:ext cx="4230000" cy="4073700"/>
          </a:xfrm>
          <a:prstGeom prst="rect">
            <a:avLst/>
          </a:prstGeom>
        </p:spPr>
        <p:txBody>
          <a:bodyPr anchorCtr="0" anchor="ctr" bIns="100800" lIns="100800" spcFirstLastPara="1" rIns="100800" wrap="square" tIns="100800">
            <a:normAutofit/>
          </a:bodyPr>
          <a:lstStyle>
            <a:lvl1pPr indent="-355600" lvl="0" marL="457200">
              <a:spcBef>
                <a:spcPts val="0"/>
              </a:spcBef>
              <a:spcAft>
                <a:spcPts val="0"/>
              </a:spcAft>
              <a:buSzPts val="20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176" name="Google Shape;176;g3e534e5d2d5_0_127"/>
          <p:cNvSpPr txBox="1"/>
          <p:nvPr>
            <p:ph idx="12" type="sldNum"/>
          </p:nvPr>
        </p:nvSpPr>
        <p:spPr>
          <a:xfrm>
            <a:off x="9340296" y="5141053"/>
            <a:ext cx="604800" cy="433800"/>
          </a:xfrm>
          <a:prstGeom prst="rect">
            <a:avLst/>
          </a:prstGeom>
        </p:spPr>
        <p:txBody>
          <a:bodyPr anchorCtr="0" anchor="ctr" bIns="100800" lIns="100800" spcFirstLastPara="1" rIns="100800" wrap="square" tIns="100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77" name="Shape 177"/>
        <p:cNvGrpSpPr/>
        <p:nvPr/>
      </p:nvGrpSpPr>
      <p:grpSpPr>
        <a:xfrm>
          <a:off x="0" y="0"/>
          <a:ext cx="0" cy="0"/>
          <a:chOff x="0" y="0"/>
          <a:chExt cx="0" cy="0"/>
        </a:xfrm>
      </p:grpSpPr>
      <p:sp>
        <p:nvSpPr>
          <p:cNvPr id="178" name="Google Shape;178;g3e534e5d2d5_0_133"/>
          <p:cNvSpPr txBox="1"/>
          <p:nvPr>
            <p:ph idx="1" type="body"/>
          </p:nvPr>
        </p:nvSpPr>
        <p:spPr>
          <a:xfrm>
            <a:off x="343628" y="4664078"/>
            <a:ext cx="6613200" cy="667200"/>
          </a:xfrm>
          <a:prstGeom prst="rect">
            <a:avLst/>
          </a:prstGeom>
        </p:spPr>
        <p:txBody>
          <a:bodyPr anchorCtr="0" anchor="ctr" bIns="100800" lIns="100800" spcFirstLastPara="1" rIns="100800" wrap="square" tIns="100800">
            <a:normAutofit/>
          </a:bodyPr>
          <a:lstStyle>
            <a:lvl1pPr indent="-228600" lvl="0" marL="457200">
              <a:lnSpc>
                <a:spcPct val="100000"/>
              </a:lnSpc>
              <a:spcBef>
                <a:spcPts val="0"/>
              </a:spcBef>
              <a:spcAft>
                <a:spcPts val="0"/>
              </a:spcAft>
              <a:buSzPts val="2000"/>
              <a:buNone/>
              <a:defRPr/>
            </a:lvl1pPr>
          </a:lstStyle>
          <a:p/>
        </p:txBody>
      </p:sp>
      <p:sp>
        <p:nvSpPr>
          <p:cNvPr id="179" name="Google Shape;179;g3e534e5d2d5_0_133"/>
          <p:cNvSpPr txBox="1"/>
          <p:nvPr>
            <p:ph idx="12" type="sldNum"/>
          </p:nvPr>
        </p:nvSpPr>
        <p:spPr>
          <a:xfrm>
            <a:off x="9340296" y="5141053"/>
            <a:ext cx="604800" cy="433800"/>
          </a:xfrm>
          <a:prstGeom prst="rect">
            <a:avLst/>
          </a:prstGeom>
        </p:spPr>
        <p:txBody>
          <a:bodyPr anchorCtr="0" anchor="ctr" bIns="100800" lIns="100800" spcFirstLastPara="1" rIns="100800" wrap="square" tIns="100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80" name="Shape 180"/>
        <p:cNvGrpSpPr/>
        <p:nvPr/>
      </p:nvGrpSpPr>
      <p:grpSpPr>
        <a:xfrm>
          <a:off x="0" y="0"/>
          <a:ext cx="0" cy="0"/>
          <a:chOff x="0" y="0"/>
          <a:chExt cx="0" cy="0"/>
        </a:xfrm>
      </p:grpSpPr>
      <p:sp>
        <p:nvSpPr>
          <p:cNvPr id="181" name="Google Shape;181;g3e534e5d2d5_0_136"/>
          <p:cNvSpPr txBox="1"/>
          <p:nvPr>
            <p:ph hasCustomPrompt="1" type="title"/>
          </p:nvPr>
        </p:nvSpPr>
        <p:spPr>
          <a:xfrm>
            <a:off x="343628" y="1219469"/>
            <a:ext cx="9393300" cy="2164800"/>
          </a:xfrm>
          <a:prstGeom prst="rect">
            <a:avLst/>
          </a:prstGeom>
        </p:spPr>
        <p:txBody>
          <a:bodyPr anchorCtr="0" anchor="b" bIns="100800" lIns="100800" spcFirstLastPara="1" rIns="100800" wrap="square" tIns="100800">
            <a:normAutofit/>
          </a:bodyPr>
          <a:lstStyle>
            <a:lvl1pPr lvl="0" algn="ctr">
              <a:spcBef>
                <a:spcPts val="0"/>
              </a:spcBef>
              <a:spcAft>
                <a:spcPts val="0"/>
              </a:spcAft>
              <a:buSzPts val="13200"/>
              <a:buNone/>
              <a:defRPr sz="13200"/>
            </a:lvl1pPr>
            <a:lvl2pPr lvl="1" algn="ctr">
              <a:spcBef>
                <a:spcPts val="0"/>
              </a:spcBef>
              <a:spcAft>
                <a:spcPts val="0"/>
              </a:spcAft>
              <a:buSzPts val="13200"/>
              <a:buNone/>
              <a:defRPr sz="13200"/>
            </a:lvl2pPr>
            <a:lvl3pPr lvl="2" algn="ctr">
              <a:spcBef>
                <a:spcPts val="0"/>
              </a:spcBef>
              <a:spcAft>
                <a:spcPts val="0"/>
              </a:spcAft>
              <a:buSzPts val="13200"/>
              <a:buNone/>
              <a:defRPr sz="13200"/>
            </a:lvl3pPr>
            <a:lvl4pPr lvl="3" algn="ctr">
              <a:spcBef>
                <a:spcPts val="0"/>
              </a:spcBef>
              <a:spcAft>
                <a:spcPts val="0"/>
              </a:spcAft>
              <a:buSzPts val="13200"/>
              <a:buNone/>
              <a:defRPr sz="13200"/>
            </a:lvl4pPr>
            <a:lvl5pPr lvl="4" algn="ctr">
              <a:spcBef>
                <a:spcPts val="0"/>
              </a:spcBef>
              <a:spcAft>
                <a:spcPts val="0"/>
              </a:spcAft>
              <a:buSzPts val="13200"/>
              <a:buNone/>
              <a:defRPr sz="13200"/>
            </a:lvl5pPr>
            <a:lvl6pPr lvl="5" algn="ctr">
              <a:spcBef>
                <a:spcPts val="0"/>
              </a:spcBef>
              <a:spcAft>
                <a:spcPts val="0"/>
              </a:spcAft>
              <a:buSzPts val="13200"/>
              <a:buNone/>
              <a:defRPr sz="13200"/>
            </a:lvl6pPr>
            <a:lvl7pPr lvl="6" algn="ctr">
              <a:spcBef>
                <a:spcPts val="0"/>
              </a:spcBef>
              <a:spcAft>
                <a:spcPts val="0"/>
              </a:spcAft>
              <a:buSzPts val="13200"/>
              <a:buNone/>
              <a:defRPr sz="13200"/>
            </a:lvl7pPr>
            <a:lvl8pPr lvl="7" algn="ctr">
              <a:spcBef>
                <a:spcPts val="0"/>
              </a:spcBef>
              <a:spcAft>
                <a:spcPts val="0"/>
              </a:spcAft>
              <a:buSzPts val="13200"/>
              <a:buNone/>
              <a:defRPr sz="13200"/>
            </a:lvl8pPr>
            <a:lvl9pPr lvl="8" algn="ctr">
              <a:spcBef>
                <a:spcPts val="0"/>
              </a:spcBef>
              <a:spcAft>
                <a:spcPts val="0"/>
              </a:spcAft>
              <a:buSzPts val="13200"/>
              <a:buNone/>
              <a:defRPr sz="13200"/>
            </a:lvl9pPr>
          </a:lstStyle>
          <a:p>
            <a:r>
              <a:t>xx%</a:t>
            </a:r>
          </a:p>
        </p:txBody>
      </p:sp>
      <p:sp>
        <p:nvSpPr>
          <p:cNvPr id="182" name="Google Shape;182;g3e534e5d2d5_0_136"/>
          <p:cNvSpPr txBox="1"/>
          <p:nvPr>
            <p:ph idx="1" type="body"/>
          </p:nvPr>
        </p:nvSpPr>
        <p:spPr>
          <a:xfrm>
            <a:off x="343628" y="3475231"/>
            <a:ext cx="9393300" cy="1434000"/>
          </a:xfrm>
          <a:prstGeom prst="rect">
            <a:avLst/>
          </a:prstGeom>
        </p:spPr>
        <p:txBody>
          <a:bodyPr anchorCtr="0" anchor="t" bIns="100800" lIns="100800" spcFirstLastPara="1" rIns="100800" wrap="square" tIns="100800">
            <a:normAutofit/>
          </a:bodyPr>
          <a:lstStyle>
            <a:lvl1pPr indent="-355600" lvl="0" marL="457200" algn="ctr">
              <a:spcBef>
                <a:spcPts val="0"/>
              </a:spcBef>
              <a:spcAft>
                <a:spcPts val="0"/>
              </a:spcAft>
              <a:buSzPts val="2000"/>
              <a:buChar char="●"/>
              <a:defRPr/>
            </a:lvl1pPr>
            <a:lvl2pPr indent="-323850" lvl="1" marL="914400" algn="ctr">
              <a:spcBef>
                <a:spcPts val="0"/>
              </a:spcBef>
              <a:spcAft>
                <a:spcPts val="0"/>
              </a:spcAft>
              <a:buSzPts val="1500"/>
              <a:buChar char="○"/>
              <a:defRPr/>
            </a:lvl2pPr>
            <a:lvl3pPr indent="-323850" lvl="2" marL="1371600" algn="ctr">
              <a:spcBef>
                <a:spcPts val="0"/>
              </a:spcBef>
              <a:spcAft>
                <a:spcPts val="0"/>
              </a:spcAft>
              <a:buSzPts val="1500"/>
              <a:buChar char="■"/>
              <a:defRPr/>
            </a:lvl3pPr>
            <a:lvl4pPr indent="-323850" lvl="3" marL="1828800" algn="ctr">
              <a:spcBef>
                <a:spcPts val="0"/>
              </a:spcBef>
              <a:spcAft>
                <a:spcPts val="0"/>
              </a:spcAft>
              <a:buSzPts val="1500"/>
              <a:buChar char="●"/>
              <a:defRPr/>
            </a:lvl4pPr>
            <a:lvl5pPr indent="-323850" lvl="4" marL="2286000" algn="ctr">
              <a:spcBef>
                <a:spcPts val="0"/>
              </a:spcBef>
              <a:spcAft>
                <a:spcPts val="0"/>
              </a:spcAft>
              <a:buSzPts val="1500"/>
              <a:buChar char="○"/>
              <a:defRPr/>
            </a:lvl5pPr>
            <a:lvl6pPr indent="-323850" lvl="5" marL="2743200" algn="ctr">
              <a:spcBef>
                <a:spcPts val="0"/>
              </a:spcBef>
              <a:spcAft>
                <a:spcPts val="0"/>
              </a:spcAft>
              <a:buSzPts val="1500"/>
              <a:buChar char="■"/>
              <a:defRPr/>
            </a:lvl6pPr>
            <a:lvl7pPr indent="-323850" lvl="6" marL="3200400" algn="ctr">
              <a:spcBef>
                <a:spcPts val="0"/>
              </a:spcBef>
              <a:spcAft>
                <a:spcPts val="0"/>
              </a:spcAft>
              <a:buSzPts val="1500"/>
              <a:buChar char="●"/>
              <a:defRPr/>
            </a:lvl7pPr>
            <a:lvl8pPr indent="-323850" lvl="7" marL="3657600" algn="ctr">
              <a:spcBef>
                <a:spcPts val="0"/>
              </a:spcBef>
              <a:spcAft>
                <a:spcPts val="0"/>
              </a:spcAft>
              <a:buSzPts val="1500"/>
              <a:buChar char="○"/>
              <a:defRPr/>
            </a:lvl8pPr>
            <a:lvl9pPr indent="-323850" lvl="8" marL="4114800" algn="ctr">
              <a:spcBef>
                <a:spcPts val="0"/>
              </a:spcBef>
              <a:spcAft>
                <a:spcPts val="0"/>
              </a:spcAft>
              <a:buSzPts val="1500"/>
              <a:buChar char="■"/>
              <a:defRPr/>
            </a:lvl9pPr>
          </a:lstStyle>
          <a:p/>
        </p:txBody>
      </p:sp>
      <p:sp>
        <p:nvSpPr>
          <p:cNvPr id="183" name="Google Shape;183;g3e534e5d2d5_0_136"/>
          <p:cNvSpPr txBox="1"/>
          <p:nvPr>
            <p:ph idx="12" type="sldNum"/>
          </p:nvPr>
        </p:nvSpPr>
        <p:spPr>
          <a:xfrm>
            <a:off x="9340296" y="5141053"/>
            <a:ext cx="604800" cy="433800"/>
          </a:xfrm>
          <a:prstGeom prst="rect">
            <a:avLst/>
          </a:prstGeom>
        </p:spPr>
        <p:txBody>
          <a:bodyPr anchorCtr="0" anchor="ctr" bIns="100800" lIns="100800" spcFirstLastPara="1" rIns="100800" wrap="square" tIns="100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4" name="Shape 184"/>
        <p:cNvGrpSpPr/>
        <p:nvPr/>
      </p:nvGrpSpPr>
      <p:grpSpPr>
        <a:xfrm>
          <a:off x="0" y="0"/>
          <a:ext cx="0" cy="0"/>
          <a:chOff x="0" y="0"/>
          <a:chExt cx="0" cy="0"/>
        </a:xfrm>
      </p:grpSpPr>
      <p:sp>
        <p:nvSpPr>
          <p:cNvPr id="185" name="Google Shape;185;g3e534e5d2d5_0_140"/>
          <p:cNvSpPr txBox="1"/>
          <p:nvPr>
            <p:ph idx="12" type="sldNum"/>
          </p:nvPr>
        </p:nvSpPr>
        <p:spPr>
          <a:xfrm>
            <a:off x="9340296" y="5141053"/>
            <a:ext cx="604800" cy="433800"/>
          </a:xfrm>
          <a:prstGeom prst="rect">
            <a:avLst/>
          </a:prstGeom>
        </p:spPr>
        <p:txBody>
          <a:bodyPr anchorCtr="0" anchor="ctr" bIns="100800" lIns="100800" spcFirstLastPara="1" rIns="100800" wrap="square" tIns="1008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theme" Target="../theme/theme5.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9.xml"/><Relationship Id="rId10" Type="http://schemas.openxmlformats.org/officeDocument/2006/relationships/slideLayout" Target="../slideLayouts/slideLayout18.xml"/><Relationship Id="rId13" Type="http://schemas.openxmlformats.org/officeDocument/2006/relationships/theme" Target="../theme/theme3.xml"/><Relationship Id="rId12" Type="http://schemas.openxmlformats.org/officeDocument/2006/relationships/slideLayout" Target="../slideLayouts/slideLayout20.xml"/><Relationship Id="rId1" Type="http://schemas.openxmlformats.org/officeDocument/2006/relationships/slideLayout" Target="../slideLayouts/slideLayout9.xml"/><Relationship Id="rId2" Type="http://schemas.openxmlformats.org/officeDocument/2006/relationships/slideLayout" Target="../slideLayouts/slideLayout10.xml"/><Relationship Id="rId3" Type="http://schemas.openxmlformats.org/officeDocument/2006/relationships/slideLayout" Target="../slideLayouts/slideLayout11.xml"/><Relationship Id="rId4" Type="http://schemas.openxmlformats.org/officeDocument/2006/relationships/slideLayout" Target="../slideLayouts/slideLayout12.xml"/><Relationship Id="rId9" Type="http://schemas.openxmlformats.org/officeDocument/2006/relationships/slideLayout" Target="../slideLayouts/slideLayout17.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1.xml"/><Relationship Id="rId10" Type="http://schemas.openxmlformats.org/officeDocument/2006/relationships/slideLayout" Target="../slideLayouts/slideLayout30.xml"/><Relationship Id="rId12" Type="http://schemas.openxmlformats.org/officeDocument/2006/relationships/theme" Target="../theme/theme2.xml"/><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slideLayout" Target="../slideLayouts/slideLayout23.xml"/><Relationship Id="rId4" Type="http://schemas.openxmlformats.org/officeDocument/2006/relationships/slideLayout" Target="../slideLayouts/slideLayout24.xml"/><Relationship Id="rId9" Type="http://schemas.openxmlformats.org/officeDocument/2006/relationships/slideLayout" Target="../slideLayouts/slideLayout29.xml"/><Relationship Id="rId5" Type="http://schemas.openxmlformats.org/officeDocument/2006/relationships/slideLayout" Target="../slideLayouts/slideLayout25.xml"/><Relationship Id="rId6" Type="http://schemas.openxmlformats.org/officeDocument/2006/relationships/slideLayout" Target="../slideLayouts/slideLayout26.xml"/><Relationship Id="rId7" Type="http://schemas.openxmlformats.org/officeDocument/2006/relationships/slideLayout" Target="../slideLayouts/slideLayout27.xml"/><Relationship Id="rId8" Type="http://schemas.openxmlformats.org/officeDocument/2006/relationships/slideLayout" Target="../slideLayouts/slideLayout28.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2.xml"/><Relationship Id="rId10" Type="http://schemas.openxmlformats.org/officeDocument/2006/relationships/slideLayout" Target="../slideLayouts/slideLayout41.xml"/><Relationship Id="rId12" Type="http://schemas.openxmlformats.org/officeDocument/2006/relationships/theme" Target="../theme/theme4.xml"/><Relationship Id="rId1" Type="http://schemas.openxmlformats.org/officeDocument/2006/relationships/slideLayout" Target="../slideLayouts/slideLayout32.xml"/><Relationship Id="rId2" Type="http://schemas.openxmlformats.org/officeDocument/2006/relationships/slideLayout" Target="../slideLayouts/slideLayout33.xml"/><Relationship Id="rId3" Type="http://schemas.openxmlformats.org/officeDocument/2006/relationships/slideLayout" Target="../slideLayouts/slideLayout34.xml"/><Relationship Id="rId4" Type="http://schemas.openxmlformats.org/officeDocument/2006/relationships/slideLayout" Target="../slideLayouts/slideLayout35.xml"/><Relationship Id="rId9" Type="http://schemas.openxmlformats.org/officeDocument/2006/relationships/slideLayout" Target="../slideLayouts/slideLayout40.xml"/><Relationship Id="rId5" Type="http://schemas.openxmlformats.org/officeDocument/2006/relationships/slideLayout" Target="../slideLayouts/slideLayout36.xml"/><Relationship Id="rId6" Type="http://schemas.openxmlformats.org/officeDocument/2006/relationships/slideLayout" Target="../slideLayouts/slideLayout37.xml"/><Relationship Id="rId7" Type="http://schemas.openxmlformats.org/officeDocument/2006/relationships/slideLayout" Target="../slideLayouts/slideLayout38.xml"/><Relationship Id="rId8"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 name="Shape 5"/>
        <p:cNvGrpSpPr/>
        <p:nvPr/>
      </p:nvGrpSpPr>
      <p:grpSpPr>
        <a:xfrm>
          <a:off x="0" y="0"/>
          <a:ext cx="0" cy="0"/>
          <a:chOff x="0" y="0"/>
          <a:chExt cx="0" cy="0"/>
        </a:xfrm>
      </p:grpSpPr>
      <p:sp>
        <p:nvSpPr>
          <p:cNvPr id="6" name="Google Shape;6;p76"/>
          <p:cNvSpPr txBox="1"/>
          <p:nvPr>
            <p:ph type="title"/>
          </p:nvPr>
        </p:nvSpPr>
        <p:spPr>
          <a:xfrm>
            <a:off x="504000" y="226080"/>
            <a:ext cx="9071700" cy="9465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76"/>
          <p:cNvSpPr txBox="1"/>
          <p:nvPr>
            <p:ph idx="1" type="body"/>
          </p:nvPr>
        </p:nvSpPr>
        <p:spPr>
          <a:xfrm>
            <a:off x="504000" y="1326600"/>
            <a:ext cx="9071700" cy="32883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p76"/>
          <p:cNvSpPr txBox="1"/>
          <p:nvPr>
            <p:ph idx="10" type="dt"/>
          </p:nvPr>
        </p:nvSpPr>
        <p:spPr>
          <a:xfrm>
            <a:off x="504000" y="5165280"/>
            <a:ext cx="2348400" cy="3906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 name="Google Shape;9;p76"/>
          <p:cNvSpPr txBox="1"/>
          <p:nvPr>
            <p:ph idx="11" type="ftr"/>
          </p:nvPr>
        </p:nvSpPr>
        <p:spPr>
          <a:xfrm>
            <a:off x="3447360" y="5165280"/>
            <a:ext cx="3195000" cy="390600"/>
          </a:xfrm>
          <a:prstGeom prst="rect">
            <a:avLst/>
          </a:prstGeom>
          <a:noFill/>
          <a:ln>
            <a:noFill/>
          </a:ln>
        </p:spPr>
        <p:txBody>
          <a:bodyPr anchorCtr="0" anchor="t" bIns="0" lIns="0" spcFirstLastPara="1" rIns="0" wrap="square" tIns="0">
            <a:noAutofit/>
          </a:bodyPr>
          <a:lstStyle>
            <a:lvl1pPr lvl="0" marR="0" rtl="0" algn="ct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 name="Google Shape;10;p76"/>
          <p:cNvSpPr txBox="1"/>
          <p:nvPr>
            <p:ph idx="12" type="sldNum"/>
          </p:nvPr>
        </p:nvSpPr>
        <p:spPr>
          <a:xfrm>
            <a:off x="7227360" y="5165280"/>
            <a:ext cx="2348400" cy="390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uk"/>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47" name="Shape 47"/>
        <p:cNvGrpSpPr/>
        <p:nvPr/>
      </p:nvGrpSpPr>
      <p:grpSpPr>
        <a:xfrm>
          <a:off x="0" y="0"/>
          <a:ext cx="0" cy="0"/>
          <a:chOff x="0" y="0"/>
          <a:chExt cx="0" cy="0"/>
        </a:xfrm>
      </p:grpSpPr>
      <p:sp>
        <p:nvSpPr>
          <p:cNvPr id="48" name="Google Shape;48;p83"/>
          <p:cNvSpPr txBox="1"/>
          <p:nvPr>
            <p:ph type="title"/>
          </p:nvPr>
        </p:nvSpPr>
        <p:spPr>
          <a:xfrm>
            <a:off x="343628" y="490626"/>
            <a:ext cx="9393300" cy="631200"/>
          </a:xfrm>
          <a:prstGeom prst="rect">
            <a:avLst/>
          </a:prstGeom>
          <a:noFill/>
          <a:ln>
            <a:noFill/>
          </a:ln>
        </p:spPr>
        <p:txBody>
          <a:bodyPr anchorCtr="0" anchor="t" bIns="100800" lIns="100800" spcFirstLastPara="1" rIns="100800" wrap="square" tIns="100800">
            <a:normAutofit/>
          </a:bodyPr>
          <a:lstStyle>
            <a:lvl1pPr lvl="0" marR="0" rtl="0" algn="l">
              <a:lnSpc>
                <a:spcPct val="100000"/>
              </a:lnSpc>
              <a:spcBef>
                <a:spcPts val="0"/>
              </a:spcBef>
              <a:spcAft>
                <a:spcPts val="0"/>
              </a:spcAft>
              <a:buClr>
                <a:schemeClr val="dk1"/>
              </a:buClr>
              <a:buSzPts val="3100"/>
              <a:buFont typeface="Arial"/>
              <a:buNone/>
              <a:defRPr b="0" i="0" sz="31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100"/>
              <a:buFont typeface="Arial"/>
              <a:buNone/>
              <a:defRPr b="0" i="0" sz="31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100"/>
              <a:buFont typeface="Arial"/>
              <a:buNone/>
              <a:defRPr b="0" i="0" sz="31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100"/>
              <a:buFont typeface="Arial"/>
              <a:buNone/>
              <a:defRPr b="0" i="0" sz="31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100"/>
              <a:buFont typeface="Arial"/>
              <a:buNone/>
              <a:defRPr b="0" i="0" sz="31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100"/>
              <a:buFont typeface="Arial"/>
              <a:buNone/>
              <a:defRPr b="0" i="0" sz="31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100"/>
              <a:buFont typeface="Arial"/>
              <a:buNone/>
              <a:defRPr b="0" i="0" sz="31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100"/>
              <a:buFont typeface="Arial"/>
              <a:buNone/>
              <a:defRPr b="0" i="0" sz="31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100"/>
              <a:buFont typeface="Arial"/>
              <a:buNone/>
              <a:defRPr b="0" i="0" sz="3100" u="none" cap="none" strike="noStrike">
                <a:solidFill>
                  <a:schemeClr val="dk1"/>
                </a:solidFill>
                <a:latin typeface="Arial"/>
                <a:ea typeface="Arial"/>
                <a:cs typeface="Arial"/>
                <a:sym typeface="Arial"/>
              </a:defRPr>
            </a:lvl9pPr>
          </a:lstStyle>
          <a:p/>
        </p:txBody>
      </p:sp>
      <p:sp>
        <p:nvSpPr>
          <p:cNvPr id="49" name="Google Shape;49;p83"/>
          <p:cNvSpPr txBox="1"/>
          <p:nvPr>
            <p:ph idx="1" type="body"/>
          </p:nvPr>
        </p:nvSpPr>
        <p:spPr>
          <a:xfrm>
            <a:off x="343628" y="1270568"/>
            <a:ext cx="9393300" cy="3766500"/>
          </a:xfrm>
          <a:prstGeom prst="rect">
            <a:avLst/>
          </a:prstGeom>
          <a:noFill/>
          <a:ln>
            <a:noFill/>
          </a:ln>
        </p:spPr>
        <p:txBody>
          <a:bodyPr anchorCtr="0" anchor="t" bIns="100800" lIns="100800" spcFirstLastPara="1" rIns="100800" wrap="square" tIns="100800">
            <a:normAutofit/>
          </a:bodyPr>
          <a:lstStyle>
            <a:lvl1pPr indent="-355600" lvl="0" marL="457200" marR="0" rtl="0" algn="l">
              <a:lnSpc>
                <a:spcPct val="115000"/>
              </a:lnSpc>
              <a:spcBef>
                <a:spcPts val="0"/>
              </a:spcBef>
              <a:spcAft>
                <a:spcPts val="0"/>
              </a:spcAft>
              <a:buClr>
                <a:schemeClr val="dk2"/>
              </a:buClr>
              <a:buSzPts val="2000"/>
              <a:buFont typeface="Arial"/>
              <a:buChar char="●"/>
              <a:defRPr b="0" i="0" sz="2000" u="none" cap="none" strike="noStrike">
                <a:solidFill>
                  <a:schemeClr val="dk2"/>
                </a:solidFill>
                <a:latin typeface="Arial"/>
                <a:ea typeface="Arial"/>
                <a:cs typeface="Arial"/>
                <a:sym typeface="Arial"/>
              </a:defRPr>
            </a:lvl1pPr>
            <a:lvl2pPr indent="-330200" lvl="1" marL="914400" marR="0" rtl="0" algn="l">
              <a:lnSpc>
                <a:spcPct val="115000"/>
              </a:lnSpc>
              <a:spcBef>
                <a:spcPts val="0"/>
              </a:spcBef>
              <a:spcAft>
                <a:spcPts val="0"/>
              </a:spcAft>
              <a:buClr>
                <a:schemeClr val="dk2"/>
              </a:buClr>
              <a:buSzPts val="1600"/>
              <a:buFont typeface="Arial"/>
              <a:buChar char="○"/>
              <a:defRPr b="0" i="0" sz="1600" u="none" cap="none" strike="noStrike">
                <a:solidFill>
                  <a:schemeClr val="dk2"/>
                </a:solidFill>
                <a:latin typeface="Arial"/>
                <a:ea typeface="Arial"/>
                <a:cs typeface="Arial"/>
                <a:sym typeface="Arial"/>
              </a:defRPr>
            </a:lvl2pPr>
            <a:lvl3pPr indent="-330200" lvl="2" marL="1371600" marR="0" rtl="0" algn="l">
              <a:lnSpc>
                <a:spcPct val="115000"/>
              </a:lnSpc>
              <a:spcBef>
                <a:spcPts val="0"/>
              </a:spcBef>
              <a:spcAft>
                <a:spcPts val="0"/>
              </a:spcAft>
              <a:buClr>
                <a:schemeClr val="dk2"/>
              </a:buClr>
              <a:buSzPts val="1600"/>
              <a:buFont typeface="Arial"/>
              <a:buChar char="■"/>
              <a:defRPr b="0" i="0" sz="1600" u="none" cap="none" strike="noStrike">
                <a:solidFill>
                  <a:schemeClr val="dk2"/>
                </a:solidFill>
                <a:latin typeface="Arial"/>
                <a:ea typeface="Arial"/>
                <a:cs typeface="Arial"/>
                <a:sym typeface="Arial"/>
              </a:defRPr>
            </a:lvl3pPr>
            <a:lvl4pPr indent="-330200" lvl="3" marL="1828800" marR="0" rtl="0" algn="l">
              <a:lnSpc>
                <a:spcPct val="115000"/>
              </a:lnSpc>
              <a:spcBef>
                <a:spcPts val="0"/>
              </a:spcBef>
              <a:spcAft>
                <a:spcPts val="0"/>
              </a:spcAft>
              <a:buClr>
                <a:schemeClr val="dk2"/>
              </a:buClr>
              <a:buSzPts val="1600"/>
              <a:buFont typeface="Arial"/>
              <a:buChar char="●"/>
              <a:defRPr b="0" i="0" sz="1600" u="none" cap="none" strike="noStrike">
                <a:solidFill>
                  <a:schemeClr val="dk2"/>
                </a:solidFill>
                <a:latin typeface="Arial"/>
                <a:ea typeface="Arial"/>
                <a:cs typeface="Arial"/>
                <a:sym typeface="Arial"/>
              </a:defRPr>
            </a:lvl4pPr>
            <a:lvl5pPr indent="-330200" lvl="4" marL="2286000" marR="0" rtl="0" algn="l">
              <a:lnSpc>
                <a:spcPct val="115000"/>
              </a:lnSpc>
              <a:spcBef>
                <a:spcPts val="0"/>
              </a:spcBef>
              <a:spcAft>
                <a:spcPts val="0"/>
              </a:spcAft>
              <a:buClr>
                <a:schemeClr val="dk2"/>
              </a:buClr>
              <a:buSzPts val="1600"/>
              <a:buFont typeface="Arial"/>
              <a:buChar char="○"/>
              <a:defRPr b="0" i="0" sz="1600" u="none" cap="none" strike="noStrike">
                <a:solidFill>
                  <a:schemeClr val="dk2"/>
                </a:solidFill>
                <a:latin typeface="Arial"/>
                <a:ea typeface="Arial"/>
                <a:cs typeface="Arial"/>
                <a:sym typeface="Arial"/>
              </a:defRPr>
            </a:lvl5pPr>
            <a:lvl6pPr indent="-330200" lvl="5" marL="2743200" marR="0" rtl="0" algn="l">
              <a:lnSpc>
                <a:spcPct val="115000"/>
              </a:lnSpc>
              <a:spcBef>
                <a:spcPts val="0"/>
              </a:spcBef>
              <a:spcAft>
                <a:spcPts val="0"/>
              </a:spcAft>
              <a:buClr>
                <a:schemeClr val="dk2"/>
              </a:buClr>
              <a:buSzPts val="1600"/>
              <a:buFont typeface="Arial"/>
              <a:buChar char="■"/>
              <a:defRPr b="0" i="0" sz="1600" u="none" cap="none" strike="noStrike">
                <a:solidFill>
                  <a:schemeClr val="dk2"/>
                </a:solidFill>
                <a:latin typeface="Arial"/>
                <a:ea typeface="Arial"/>
                <a:cs typeface="Arial"/>
                <a:sym typeface="Arial"/>
              </a:defRPr>
            </a:lvl6pPr>
            <a:lvl7pPr indent="-330200" lvl="6" marL="3200400" marR="0" rtl="0" algn="l">
              <a:lnSpc>
                <a:spcPct val="115000"/>
              </a:lnSpc>
              <a:spcBef>
                <a:spcPts val="0"/>
              </a:spcBef>
              <a:spcAft>
                <a:spcPts val="0"/>
              </a:spcAft>
              <a:buClr>
                <a:schemeClr val="dk2"/>
              </a:buClr>
              <a:buSzPts val="1600"/>
              <a:buFont typeface="Arial"/>
              <a:buChar char="●"/>
              <a:defRPr b="0" i="0" sz="1600" u="none" cap="none" strike="noStrike">
                <a:solidFill>
                  <a:schemeClr val="dk2"/>
                </a:solidFill>
                <a:latin typeface="Arial"/>
                <a:ea typeface="Arial"/>
                <a:cs typeface="Arial"/>
                <a:sym typeface="Arial"/>
              </a:defRPr>
            </a:lvl7pPr>
            <a:lvl8pPr indent="-330200" lvl="7" marL="3657600" marR="0" rtl="0" algn="l">
              <a:lnSpc>
                <a:spcPct val="115000"/>
              </a:lnSpc>
              <a:spcBef>
                <a:spcPts val="0"/>
              </a:spcBef>
              <a:spcAft>
                <a:spcPts val="0"/>
              </a:spcAft>
              <a:buClr>
                <a:schemeClr val="dk2"/>
              </a:buClr>
              <a:buSzPts val="1600"/>
              <a:buFont typeface="Arial"/>
              <a:buChar char="○"/>
              <a:defRPr b="0" i="0" sz="1600" u="none" cap="none" strike="noStrike">
                <a:solidFill>
                  <a:schemeClr val="dk2"/>
                </a:solidFill>
                <a:latin typeface="Arial"/>
                <a:ea typeface="Arial"/>
                <a:cs typeface="Arial"/>
                <a:sym typeface="Arial"/>
              </a:defRPr>
            </a:lvl8pPr>
            <a:lvl9pPr indent="-330200" lvl="8" marL="4114800" marR="0" rtl="0" algn="l">
              <a:lnSpc>
                <a:spcPct val="115000"/>
              </a:lnSpc>
              <a:spcBef>
                <a:spcPts val="0"/>
              </a:spcBef>
              <a:spcAft>
                <a:spcPts val="0"/>
              </a:spcAft>
              <a:buClr>
                <a:schemeClr val="dk2"/>
              </a:buClr>
              <a:buSzPts val="1600"/>
              <a:buFont typeface="Arial"/>
              <a:buChar char="■"/>
              <a:defRPr b="0" i="0" sz="1600" u="none" cap="none" strike="noStrike">
                <a:solidFill>
                  <a:schemeClr val="dk2"/>
                </a:solidFill>
                <a:latin typeface="Arial"/>
                <a:ea typeface="Arial"/>
                <a:cs typeface="Arial"/>
                <a:sym typeface="Arial"/>
              </a:defRPr>
            </a:lvl9pPr>
          </a:lstStyle>
          <a:p/>
        </p:txBody>
      </p:sp>
      <p:sp>
        <p:nvSpPr>
          <p:cNvPr id="50" name="Google Shape;50;p83"/>
          <p:cNvSpPr txBox="1"/>
          <p:nvPr>
            <p:ph idx="12" type="sldNum"/>
          </p:nvPr>
        </p:nvSpPr>
        <p:spPr>
          <a:xfrm>
            <a:off x="9340296" y="5141053"/>
            <a:ext cx="605100" cy="433800"/>
          </a:xfrm>
          <a:prstGeom prst="rect">
            <a:avLst/>
          </a:prstGeom>
          <a:noFill/>
          <a:ln>
            <a:noFill/>
          </a:ln>
        </p:spPr>
        <p:txBody>
          <a:bodyPr anchorCtr="0" anchor="ctr" bIns="100800" lIns="100800" spcFirstLastPara="1" rIns="100800" wrap="square" tIns="100800">
            <a:norm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uk"/>
              <a:t>‹#›</a:t>
            </a:fld>
            <a:endParaRPr/>
          </a:p>
        </p:txBody>
      </p:sp>
    </p:spTree>
  </p:cSld>
  <p:clrMap accent1="accent1" accent2="accent2" accent3="accent3" accent4="accent4" accent5="accent5" accent6="accent6" bg1="lt1" bg2="dk2" tx1="dk1" tx2="lt2" folHlink="folHlink" hlink="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6" name="Shape 96"/>
        <p:cNvGrpSpPr/>
        <p:nvPr/>
      </p:nvGrpSpPr>
      <p:grpSpPr>
        <a:xfrm>
          <a:off x="0" y="0"/>
          <a:ext cx="0" cy="0"/>
          <a:chOff x="0" y="0"/>
          <a:chExt cx="0" cy="0"/>
        </a:xfrm>
      </p:grpSpPr>
      <p:sp>
        <p:nvSpPr>
          <p:cNvPr id="97" name="Google Shape;97;g3e52ebd8282_0_67"/>
          <p:cNvSpPr txBox="1"/>
          <p:nvPr>
            <p:ph type="title"/>
          </p:nvPr>
        </p:nvSpPr>
        <p:spPr>
          <a:xfrm>
            <a:off x="343628" y="490626"/>
            <a:ext cx="9393300" cy="631500"/>
          </a:xfrm>
          <a:prstGeom prst="rect">
            <a:avLst/>
          </a:prstGeom>
          <a:noFill/>
          <a:ln>
            <a:noFill/>
          </a:ln>
        </p:spPr>
        <p:txBody>
          <a:bodyPr anchorCtr="0" anchor="t" bIns="100800" lIns="100800" spcFirstLastPara="1" rIns="100800" wrap="square" tIns="100800">
            <a:normAutofit/>
          </a:bodyPr>
          <a:lstStyle>
            <a:lvl1pPr lvl="0" marR="0" algn="l">
              <a:lnSpc>
                <a:spcPct val="100000"/>
              </a:lnSpc>
              <a:spcBef>
                <a:spcPts val="0"/>
              </a:spcBef>
              <a:spcAft>
                <a:spcPts val="0"/>
              </a:spcAft>
              <a:buClr>
                <a:schemeClr val="dk1"/>
              </a:buClr>
              <a:buSzPts val="3100"/>
              <a:buFont typeface="Arial"/>
              <a:buNone/>
              <a:defRPr b="0" i="0" sz="31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3100"/>
              <a:buFont typeface="Arial"/>
              <a:buNone/>
              <a:defRPr b="0" i="0" sz="31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3100"/>
              <a:buFont typeface="Arial"/>
              <a:buNone/>
              <a:defRPr b="0" i="0" sz="31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3100"/>
              <a:buFont typeface="Arial"/>
              <a:buNone/>
              <a:defRPr b="0" i="0" sz="31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3100"/>
              <a:buFont typeface="Arial"/>
              <a:buNone/>
              <a:defRPr b="0" i="0" sz="31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3100"/>
              <a:buFont typeface="Arial"/>
              <a:buNone/>
              <a:defRPr b="0" i="0" sz="31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3100"/>
              <a:buFont typeface="Arial"/>
              <a:buNone/>
              <a:defRPr b="0" i="0" sz="31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3100"/>
              <a:buFont typeface="Arial"/>
              <a:buNone/>
              <a:defRPr b="0" i="0" sz="31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3100"/>
              <a:buFont typeface="Arial"/>
              <a:buNone/>
              <a:defRPr b="0" i="0" sz="3100" u="none" cap="none" strike="noStrike">
                <a:solidFill>
                  <a:schemeClr val="dk1"/>
                </a:solidFill>
                <a:latin typeface="Arial"/>
                <a:ea typeface="Arial"/>
                <a:cs typeface="Arial"/>
                <a:sym typeface="Arial"/>
              </a:defRPr>
            </a:lvl9pPr>
          </a:lstStyle>
          <a:p/>
        </p:txBody>
      </p:sp>
      <p:sp>
        <p:nvSpPr>
          <p:cNvPr id="98" name="Google Shape;98;g3e52ebd8282_0_67"/>
          <p:cNvSpPr txBox="1"/>
          <p:nvPr>
            <p:ph idx="1" type="body"/>
          </p:nvPr>
        </p:nvSpPr>
        <p:spPr>
          <a:xfrm>
            <a:off x="343628" y="1270568"/>
            <a:ext cx="9393300" cy="3766500"/>
          </a:xfrm>
          <a:prstGeom prst="rect">
            <a:avLst/>
          </a:prstGeom>
          <a:noFill/>
          <a:ln>
            <a:noFill/>
          </a:ln>
        </p:spPr>
        <p:txBody>
          <a:bodyPr anchorCtr="0" anchor="t" bIns="100800" lIns="100800" spcFirstLastPara="1" rIns="100800" wrap="square" tIns="100800">
            <a:normAutofit/>
          </a:bodyPr>
          <a:lstStyle>
            <a:lvl1pPr indent="-355600" lvl="0" marL="457200" marR="0" algn="l">
              <a:lnSpc>
                <a:spcPct val="115000"/>
              </a:lnSpc>
              <a:spcBef>
                <a:spcPts val="0"/>
              </a:spcBef>
              <a:spcAft>
                <a:spcPts val="0"/>
              </a:spcAft>
              <a:buClr>
                <a:schemeClr val="dk2"/>
              </a:buClr>
              <a:buSzPts val="2000"/>
              <a:buFont typeface="Arial"/>
              <a:buChar char="●"/>
              <a:defRPr b="0" i="0" sz="2000" u="none" cap="none" strike="noStrike">
                <a:solidFill>
                  <a:schemeClr val="dk2"/>
                </a:solidFill>
                <a:latin typeface="Arial"/>
                <a:ea typeface="Arial"/>
                <a:cs typeface="Arial"/>
                <a:sym typeface="Arial"/>
              </a:defRPr>
            </a:lvl1pPr>
            <a:lvl2pPr indent="-323850" lvl="1" marL="914400" marR="0" algn="l">
              <a:lnSpc>
                <a:spcPct val="115000"/>
              </a:lnSpc>
              <a:spcBef>
                <a:spcPts val="0"/>
              </a:spcBef>
              <a:spcAft>
                <a:spcPts val="0"/>
              </a:spcAft>
              <a:buClr>
                <a:schemeClr val="dk2"/>
              </a:buClr>
              <a:buSzPts val="1500"/>
              <a:buFont typeface="Arial"/>
              <a:buChar char="○"/>
              <a:defRPr b="0" i="0" sz="1500" u="none" cap="none" strike="noStrike">
                <a:solidFill>
                  <a:schemeClr val="dk2"/>
                </a:solidFill>
                <a:latin typeface="Arial"/>
                <a:ea typeface="Arial"/>
                <a:cs typeface="Arial"/>
                <a:sym typeface="Arial"/>
              </a:defRPr>
            </a:lvl2pPr>
            <a:lvl3pPr indent="-323850" lvl="2" marL="1371600" marR="0" algn="l">
              <a:lnSpc>
                <a:spcPct val="115000"/>
              </a:lnSpc>
              <a:spcBef>
                <a:spcPts val="0"/>
              </a:spcBef>
              <a:spcAft>
                <a:spcPts val="0"/>
              </a:spcAft>
              <a:buClr>
                <a:schemeClr val="dk2"/>
              </a:buClr>
              <a:buSzPts val="1500"/>
              <a:buFont typeface="Arial"/>
              <a:buChar char="■"/>
              <a:defRPr b="0" i="0" sz="1500" u="none" cap="none" strike="noStrike">
                <a:solidFill>
                  <a:schemeClr val="dk2"/>
                </a:solidFill>
                <a:latin typeface="Arial"/>
                <a:ea typeface="Arial"/>
                <a:cs typeface="Arial"/>
                <a:sym typeface="Arial"/>
              </a:defRPr>
            </a:lvl3pPr>
            <a:lvl4pPr indent="-323850" lvl="3" marL="1828800" marR="0" algn="l">
              <a:lnSpc>
                <a:spcPct val="115000"/>
              </a:lnSpc>
              <a:spcBef>
                <a:spcPts val="0"/>
              </a:spcBef>
              <a:spcAft>
                <a:spcPts val="0"/>
              </a:spcAft>
              <a:buClr>
                <a:schemeClr val="dk2"/>
              </a:buClr>
              <a:buSzPts val="1500"/>
              <a:buFont typeface="Arial"/>
              <a:buChar char="●"/>
              <a:defRPr b="0" i="0" sz="1500" u="none" cap="none" strike="noStrike">
                <a:solidFill>
                  <a:schemeClr val="dk2"/>
                </a:solidFill>
                <a:latin typeface="Arial"/>
                <a:ea typeface="Arial"/>
                <a:cs typeface="Arial"/>
                <a:sym typeface="Arial"/>
              </a:defRPr>
            </a:lvl4pPr>
            <a:lvl5pPr indent="-323850" lvl="4" marL="2286000" marR="0" algn="l">
              <a:lnSpc>
                <a:spcPct val="115000"/>
              </a:lnSpc>
              <a:spcBef>
                <a:spcPts val="0"/>
              </a:spcBef>
              <a:spcAft>
                <a:spcPts val="0"/>
              </a:spcAft>
              <a:buClr>
                <a:schemeClr val="dk2"/>
              </a:buClr>
              <a:buSzPts val="1500"/>
              <a:buFont typeface="Arial"/>
              <a:buChar char="○"/>
              <a:defRPr b="0" i="0" sz="1500" u="none" cap="none" strike="noStrike">
                <a:solidFill>
                  <a:schemeClr val="dk2"/>
                </a:solidFill>
                <a:latin typeface="Arial"/>
                <a:ea typeface="Arial"/>
                <a:cs typeface="Arial"/>
                <a:sym typeface="Arial"/>
              </a:defRPr>
            </a:lvl5pPr>
            <a:lvl6pPr indent="-323850" lvl="5" marL="2743200" marR="0" algn="l">
              <a:lnSpc>
                <a:spcPct val="115000"/>
              </a:lnSpc>
              <a:spcBef>
                <a:spcPts val="0"/>
              </a:spcBef>
              <a:spcAft>
                <a:spcPts val="0"/>
              </a:spcAft>
              <a:buClr>
                <a:schemeClr val="dk2"/>
              </a:buClr>
              <a:buSzPts val="1500"/>
              <a:buFont typeface="Arial"/>
              <a:buChar char="■"/>
              <a:defRPr b="0" i="0" sz="1500" u="none" cap="none" strike="noStrike">
                <a:solidFill>
                  <a:schemeClr val="dk2"/>
                </a:solidFill>
                <a:latin typeface="Arial"/>
                <a:ea typeface="Arial"/>
                <a:cs typeface="Arial"/>
                <a:sym typeface="Arial"/>
              </a:defRPr>
            </a:lvl6pPr>
            <a:lvl7pPr indent="-323850" lvl="6" marL="3200400" marR="0" algn="l">
              <a:lnSpc>
                <a:spcPct val="115000"/>
              </a:lnSpc>
              <a:spcBef>
                <a:spcPts val="0"/>
              </a:spcBef>
              <a:spcAft>
                <a:spcPts val="0"/>
              </a:spcAft>
              <a:buClr>
                <a:schemeClr val="dk2"/>
              </a:buClr>
              <a:buSzPts val="1500"/>
              <a:buFont typeface="Arial"/>
              <a:buChar char="●"/>
              <a:defRPr b="0" i="0" sz="1500" u="none" cap="none" strike="noStrike">
                <a:solidFill>
                  <a:schemeClr val="dk2"/>
                </a:solidFill>
                <a:latin typeface="Arial"/>
                <a:ea typeface="Arial"/>
                <a:cs typeface="Arial"/>
                <a:sym typeface="Arial"/>
              </a:defRPr>
            </a:lvl7pPr>
            <a:lvl8pPr indent="-323850" lvl="7" marL="3657600" marR="0" algn="l">
              <a:lnSpc>
                <a:spcPct val="115000"/>
              </a:lnSpc>
              <a:spcBef>
                <a:spcPts val="0"/>
              </a:spcBef>
              <a:spcAft>
                <a:spcPts val="0"/>
              </a:spcAft>
              <a:buClr>
                <a:schemeClr val="dk2"/>
              </a:buClr>
              <a:buSzPts val="1500"/>
              <a:buFont typeface="Arial"/>
              <a:buChar char="○"/>
              <a:defRPr b="0" i="0" sz="1500" u="none" cap="none" strike="noStrike">
                <a:solidFill>
                  <a:schemeClr val="dk2"/>
                </a:solidFill>
                <a:latin typeface="Arial"/>
                <a:ea typeface="Arial"/>
                <a:cs typeface="Arial"/>
                <a:sym typeface="Arial"/>
              </a:defRPr>
            </a:lvl8pPr>
            <a:lvl9pPr indent="-323850" lvl="8" marL="4114800" marR="0" algn="l">
              <a:lnSpc>
                <a:spcPct val="115000"/>
              </a:lnSpc>
              <a:spcBef>
                <a:spcPts val="0"/>
              </a:spcBef>
              <a:spcAft>
                <a:spcPts val="0"/>
              </a:spcAft>
              <a:buClr>
                <a:schemeClr val="dk2"/>
              </a:buClr>
              <a:buSzPts val="1500"/>
              <a:buFont typeface="Arial"/>
              <a:buChar char="■"/>
              <a:defRPr b="0" i="0" sz="1500" u="none" cap="none" strike="noStrike">
                <a:solidFill>
                  <a:schemeClr val="dk2"/>
                </a:solidFill>
                <a:latin typeface="Arial"/>
                <a:ea typeface="Arial"/>
                <a:cs typeface="Arial"/>
                <a:sym typeface="Arial"/>
              </a:defRPr>
            </a:lvl9pPr>
          </a:lstStyle>
          <a:p/>
        </p:txBody>
      </p:sp>
      <p:sp>
        <p:nvSpPr>
          <p:cNvPr id="99" name="Google Shape;99;g3e52ebd8282_0_67"/>
          <p:cNvSpPr txBox="1"/>
          <p:nvPr>
            <p:ph idx="12" type="sldNum"/>
          </p:nvPr>
        </p:nvSpPr>
        <p:spPr>
          <a:xfrm>
            <a:off x="9340296" y="5141053"/>
            <a:ext cx="604800" cy="433800"/>
          </a:xfrm>
          <a:prstGeom prst="rect">
            <a:avLst/>
          </a:prstGeom>
          <a:noFill/>
          <a:ln>
            <a:noFill/>
          </a:ln>
        </p:spPr>
        <p:txBody>
          <a:bodyPr anchorCtr="0" anchor="ctr" bIns="100800" lIns="100800" spcFirstLastPara="1" rIns="100800" wrap="square" tIns="1008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uk"/>
              <a:t>‹#›</a:t>
            </a:fld>
            <a:endParaRPr/>
          </a:p>
        </p:txBody>
      </p:sp>
    </p:spTree>
  </p:cSld>
  <p:clrMap accent1="accent1" accent2="accent2" accent3="accent3" accent4="accent4" accent5="accent5" accent6="accent6" bg1="lt1" bg2="dk2" tx1="dk1" tx2="lt2" folHlink="folHlink" hlink="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41" name="Shape 141"/>
        <p:cNvGrpSpPr/>
        <p:nvPr/>
      </p:nvGrpSpPr>
      <p:grpSpPr>
        <a:xfrm>
          <a:off x="0" y="0"/>
          <a:ext cx="0" cy="0"/>
          <a:chOff x="0" y="0"/>
          <a:chExt cx="0" cy="0"/>
        </a:xfrm>
      </p:grpSpPr>
      <p:sp>
        <p:nvSpPr>
          <p:cNvPr id="142" name="Google Shape;142;g3e534e5d2d5_0_97"/>
          <p:cNvSpPr txBox="1"/>
          <p:nvPr>
            <p:ph type="title"/>
          </p:nvPr>
        </p:nvSpPr>
        <p:spPr>
          <a:xfrm>
            <a:off x="343628" y="490626"/>
            <a:ext cx="9393300" cy="631500"/>
          </a:xfrm>
          <a:prstGeom prst="rect">
            <a:avLst/>
          </a:prstGeom>
          <a:noFill/>
          <a:ln>
            <a:noFill/>
          </a:ln>
        </p:spPr>
        <p:txBody>
          <a:bodyPr anchorCtr="0" anchor="t" bIns="100800" lIns="100800" spcFirstLastPara="1" rIns="100800" wrap="square" tIns="100800">
            <a:normAutofit/>
          </a:bodyPr>
          <a:lstStyle>
            <a:lvl1pPr lvl="0">
              <a:spcBef>
                <a:spcPts val="0"/>
              </a:spcBef>
              <a:spcAft>
                <a:spcPts val="0"/>
              </a:spcAft>
              <a:buClr>
                <a:schemeClr val="dk1"/>
              </a:buClr>
              <a:buSzPts val="3100"/>
              <a:buNone/>
              <a:defRPr sz="3100">
                <a:solidFill>
                  <a:schemeClr val="dk1"/>
                </a:solidFill>
              </a:defRPr>
            </a:lvl1pPr>
            <a:lvl2pPr lvl="1">
              <a:spcBef>
                <a:spcPts val="0"/>
              </a:spcBef>
              <a:spcAft>
                <a:spcPts val="0"/>
              </a:spcAft>
              <a:buClr>
                <a:schemeClr val="dk1"/>
              </a:buClr>
              <a:buSzPts val="3100"/>
              <a:buNone/>
              <a:defRPr sz="3100">
                <a:solidFill>
                  <a:schemeClr val="dk1"/>
                </a:solidFill>
              </a:defRPr>
            </a:lvl2pPr>
            <a:lvl3pPr lvl="2">
              <a:spcBef>
                <a:spcPts val="0"/>
              </a:spcBef>
              <a:spcAft>
                <a:spcPts val="0"/>
              </a:spcAft>
              <a:buClr>
                <a:schemeClr val="dk1"/>
              </a:buClr>
              <a:buSzPts val="3100"/>
              <a:buNone/>
              <a:defRPr sz="3100">
                <a:solidFill>
                  <a:schemeClr val="dk1"/>
                </a:solidFill>
              </a:defRPr>
            </a:lvl3pPr>
            <a:lvl4pPr lvl="3">
              <a:spcBef>
                <a:spcPts val="0"/>
              </a:spcBef>
              <a:spcAft>
                <a:spcPts val="0"/>
              </a:spcAft>
              <a:buClr>
                <a:schemeClr val="dk1"/>
              </a:buClr>
              <a:buSzPts val="3100"/>
              <a:buNone/>
              <a:defRPr sz="3100">
                <a:solidFill>
                  <a:schemeClr val="dk1"/>
                </a:solidFill>
              </a:defRPr>
            </a:lvl4pPr>
            <a:lvl5pPr lvl="4">
              <a:spcBef>
                <a:spcPts val="0"/>
              </a:spcBef>
              <a:spcAft>
                <a:spcPts val="0"/>
              </a:spcAft>
              <a:buClr>
                <a:schemeClr val="dk1"/>
              </a:buClr>
              <a:buSzPts val="3100"/>
              <a:buNone/>
              <a:defRPr sz="3100">
                <a:solidFill>
                  <a:schemeClr val="dk1"/>
                </a:solidFill>
              </a:defRPr>
            </a:lvl5pPr>
            <a:lvl6pPr lvl="5">
              <a:spcBef>
                <a:spcPts val="0"/>
              </a:spcBef>
              <a:spcAft>
                <a:spcPts val="0"/>
              </a:spcAft>
              <a:buClr>
                <a:schemeClr val="dk1"/>
              </a:buClr>
              <a:buSzPts val="3100"/>
              <a:buNone/>
              <a:defRPr sz="3100">
                <a:solidFill>
                  <a:schemeClr val="dk1"/>
                </a:solidFill>
              </a:defRPr>
            </a:lvl6pPr>
            <a:lvl7pPr lvl="6">
              <a:spcBef>
                <a:spcPts val="0"/>
              </a:spcBef>
              <a:spcAft>
                <a:spcPts val="0"/>
              </a:spcAft>
              <a:buClr>
                <a:schemeClr val="dk1"/>
              </a:buClr>
              <a:buSzPts val="3100"/>
              <a:buNone/>
              <a:defRPr sz="3100">
                <a:solidFill>
                  <a:schemeClr val="dk1"/>
                </a:solidFill>
              </a:defRPr>
            </a:lvl7pPr>
            <a:lvl8pPr lvl="7">
              <a:spcBef>
                <a:spcPts val="0"/>
              </a:spcBef>
              <a:spcAft>
                <a:spcPts val="0"/>
              </a:spcAft>
              <a:buClr>
                <a:schemeClr val="dk1"/>
              </a:buClr>
              <a:buSzPts val="3100"/>
              <a:buNone/>
              <a:defRPr sz="3100">
                <a:solidFill>
                  <a:schemeClr val="dk1"/>
                </a:solidFill>
              </a:defRPr>
            </a:lvl8pPr>
            <a:lvl9pPr lvl="8">
              <a:spcBef>
                <a:spcPts val="0"/>
              </a:spcBef>
              <a:spcAft>
                <a:spcPts val="0"/>
              </a:spcAft>
              <a:buClr>
                <a:schemeClr val="dk1"/>
              </a:buClr>
              <a:buSzPts val="3100"/>
              <a:buNone/>
              <a:defRPr sz="3100">
                <a:solidFill>
                  <a:schemeClr val="dk1"/>
                </a:solidFill>
              </a:defRPr>
            </a:lvl9pPr>
          </a:lstStyle>
          <a:p/>
        </p:txBody>
      </p:sp>
      <p:sp>
        <p:nvSpPr>
          <p:cNvPr id="143" name="Google Shape;143;g3e534e5d2d5_0_97"/>
          <p:cNvSpPr txBox="1"/>
          <p:nvPr>
            <p:ph idx="1" type="body"/>
          </p:nvPr>
        </p:nvSpPr>
        <p:spPr>
          <a:xfrm>
            <a:off x="343628" y="1270568"/>
            <a:ext cx="9393300" cy="3766500"/>
          </a:xfrm>
          <a:prstGeom prst="rect">
            <a:avLst/>
          </a:prstGeom>
          <a:noFill/>
          <a:ln>
            <a:noFill/>
          </a:ln>
        </p:spPr>
        <p:txBody>
          <a:bodyPr anchorCtr="0" anchor="t" bIns="100800" lIns="100800" spcFirstLastPara="1" rIns="100800" wrap="square" tIns="100800">
            <a:normAutofit/>
          </a:bodyPr>
          <a:lstStyle>
            <a:lvl1pPr indent="-355600" lvl="0" marL="457200">
              <a:lnSpc>
                <a:spcPct val="115000"/>
              </a:lnSpc>
              <a:spcBef>
                <a:spcPts val="0"/>
              </a:spcBef>
              <a:spcAft>
                <a:spcPts val="0"/>
              </a:spcAft>
              <a:buClr>
                <a:schemeClr val="dk2"/>
              </a:buClr>
              <a:buSzPts val="2000"/>
              <a:buChar char="●"/>
              <a:defRPr sz="2000">
                <a:solidFill>
                  <a:schemeClr val="dk2"/>
                </a:solidFill>
              </a:defRPr>
            </a:lvl1pPr>
            <a:lvl2pPr indent="-323850" lvl="1" marL="914400">
              <a:lnSpc>
                <a:spcPct val="115000"/>
              </a:lnSpc>
              <a:spcBef>
                <a:spcPts val="0"/>
              </a:spcBef>
              <a:spcAft>
                <a:spcPts val="0"/>
              </a:spcAft>
              <a:buClr>
                <a:schemeClr val="dk2"/>
              </a:buClr>
              <a:buSzPts val="1500"/>
              <a:buChar char="○"/>
              <a:defRPr sz="1500">
                <a:solidFill>
                  <a:schemeClr val="dk2"/>
                </a:solidFill>
              </a:defRPr>
            </a:lvl2pPr>
            <a:lvl3pPr indent="-323850" lvl="2" marL="1371600">
              <a:lnSpc>
                <a:spcPct val="115000"/>
              </a:lnSpc>
              <a:spcBef>
                <a:spcPts val="0"/>
              </a:spcBef>
              <a:spcAft>
                <a:spcPts val="0"/>
              </a:spcAft>
              <a:buClr>
                <a:schemeClr val="dk2"/>
              </a:buClr>
              <a:buSzPts val="1500"/>
              <a:buChar char="■"/>
              <a:defRPr sz="1500">
                <a:solidFill>
                  <a:schemeClr val="dk2"/>
                </a:solidFill>
              </a:defRPr>
            </a:lvl3pPr>
            <a:lvl4pPr indent="-323850" lvl="3" marL="1828800">
              <a:lnSpc>
                <a:spcPct val="115000"/>
              </a:lnSpc>
              <a:spcBef>
                <a:spcPts val="0"/>
              </a:spcBef>
              <a:spcAft>
                <a:spcPts val="0"/>
              </a:spcAft>
              <a:buClr>
                <a:schemeClr val="dk2"/>
              </a:buClr>
              <a:buSzPts val="1500"/>
              <a:buChar char="●"/>
              <a:defRPr sz="1500">
                <a:solidFill>
                  <a:schemeClr val="dk2"/>
                </a:solidFill>
              </a:defRPr>
            </a:lvl4pPr>
            <a:lvl5pPr indent="-323850" lvl="4" marL="2286000">
              <a:lnSpc>
                <a:spcPct val="115000"/>
              </a:lnSpc>
              <a:spcBef>
                <a:spcPts val="0"/>
              </a:spcBef>
              <a:spcAft>
                <a:spcPts val="0"/>
              </a:spcAft>
              <a:buClr>
                <a:schemeClr val="dk2"/>
              </a:buClr>
              <a:buSzPts val="1500"/>
              <a:buChar char="○"/>
              <a:defRPr sz="1500">
                <a:solidFill>
                  <a:schemeClr val="dk2"/>
                </a:solidFill>
              </a:defRPr>
            </a:lvl5pPr>
            <a:lvl6pPr indent="-323850" lvl="5" marL="2743200">
              <a:lnSpc>
                <a:spcPct val="115000"/>
              </a:lnSpc>
              <a:spcBef>
                <a:spcPts val="0"/>
              </a:spcBef>
              <a:spcAft>
                <a:spcPts val="0"/>
              </a:spcAft>
              <a:buClr>
                <a:schemeClr val="dk2"/>
              </a:buClr>
              <a:buSzPts val="1500"/>
              <a:buChar char="■"/>
              <a:defRPr sz="1500">
                <a:solidFill>
                  <a:schemeClr val="dk2"/>
                </a:solidFill>
              </a:defRPr>
            </a:lvl6pPr>
            <a:lvl7pPr indent="-323850" lvl="6" marL="3200400">
              <a:lnSpc>
                <a:spcPct val="115000"/>
              </a:lnSpc>
              <a:spcBef>
                <a:spcPts val="0"/>
              </a:spcBef>
              <a:spcAft>
                <a:spcPts val="0"/>
              </a:spcAft>
              <a:buClr>
                <a:schemeClr val="dk2"/>
              </a:buClr>
              <a:buSzPts val="1500"/>
              <a:buChar char="●"/>
              <a:defRPr sz="1500">
                <a:solidFill>
                  <a:schemeClr val="dk2"/>
                </a:solidFill>
              </a:defRPr>
            </a:lvl7pPr>
            <a:lvl8pPr indent="-323850" lvl="7" marL="3657600">
              <a:lnSpc>
                <a:spcPct val="115000"/>
              </a:lnSpc>
              <a:spcBef>
                <a:spcPts val="0"/>
              </a:spcBef>
              <a:spcAft>
                <a:spcPts val="0"/>
              </a:spcAft>
              <a:buClr>
                <a:schemeClr val="dk2"/>
              </a:buClr>
              <a:buSzPts val="1500"/>
              <a:buChar char="○"/>
              <a:defRPr sz="1500">
                <a:solidFill>
                  <a:schemeClr val="dk2"/>
                </a:solidFill>
              </a:defRPr>
            </a:lvl8pPr>
            <a:lvl9pPr indent="-323850" lvl="8" marL="4114800">
              <a:lnSpc>
                <a:spcPct val="115000"/>
              </a:lnSpc>
              <a:spcBef>
                <a:spcPts val="0"/>
              </a:spcBef>
              <a:spcAft>
                <a:spcPts val="0"/>
              </a:spcAft>
              <a:buClr>
                <a:schemeClr val="dk2"/>
              </a:buClr>
              <a:buSzPts val="1500"/>
              <a:buChar char="■"/>
              <a:defRPr sz="1500">
                <a:solidFill>
                  <a:schemeClr val="dk2"/>
                </a:solidFill>
              </a:defRPr>
            </a:lvl9pPr>
          </a:lstStyle>
          <a:p/>
        </p:txBody>
      </p:sp>
      <p:sp>
        <p:nvSpPr>
          <p:cNvPr id="144" name="Google Shape;144;g3e534e5d2d5_0_97"/>
          <p:cNvSpPr txBox="1"/>
          <p:nvPr>
            <p:ph idx="12" type="sldNum"/>
          </p:nvPr>
        </p:nvSpPr>
        <p:spPr>
          <a:xfrm>
            <a:off x="9340296" y="5141053"/>
            <a:ext cx="604800" cy="433800"/>
          </a:xfrm>
          <a:prstGeom prst="rect">
            <a:avLst/>
          </a:prstGeom>
          <a:noFill/>
          <a:ln>
            <a:noFill/>
          </a:ln>
        </p:spPr>
        <p:txBody>
          <a:bodyPr anchorCtr="0" anchor="ctr" bIns="100800" lIns="100800" spcFirstLastPara="1" rIns="100800" wrap="square" tIns="100800">
            <a:normAutofit/>
          </a:bodyPr>
          <a:lstStyle>
            <a:lvl1pPr lvl="0" algn="r">
              <a:buNone/>
              <a:defRPr sz="1100">
                <a:solidFill>
                  <a:schemeClr val="dk2"/>
                </a:solidFill>
              </a:defRPr>
            </a:lvl1pPr>
            <a:lvl2pPr lvl="1" algn="r">
              <a:buNone/>
              <a:defRPr sz="1100">
                <a:solidFill>
                  <a:schemeClr val="dk2"/>
                </a:solidFill>
              </a:defRPr>
            </a:lvl2pPr>
            <a:lvl3pPr lvl="2" algn="r">
              <a:buNone/>
              <a:defRPr sz="1100">
                <a:solidFill>
                  <a:schemeClr val="dk2"/>
                </a:solidFill>
              </a:defRPr>
            </a:lvl3pPr>
            <a:lvl4pPr lvl="3" algn="r">
              <a:buNone/>
              <a:defRPr sz="1100">
                <a:solidFill>
                  <a:schemeClr val="dk2"/>
                </a:solidFill>
              </a:defRPr>
            </a:lvl4pPr>
            <a:lvl5pPr lvl="4" algn="r">
              <a:buNone/>
              <a:defRPr sz="1100">
                <a:solidFill>
                  <a:schemeClr val="dk2"/>
                </a:solidFill>
              </a:defRPr>
            </a:lvl5pPr>
            <a:lvl6pPr lvl="5" algn="r">
              <a:buNone/>
              <a:defRPr sz="1100">
                <a:solidFill>
                  <a:schemeClr val="dk2"/>
                </a:solidFill>
              </a:defRPr>
            </a:lvl6pPr>
            <a:lvl7pPr lvl="6" algn="r">
              <a:buNone/>
              <a:defRPr sz="1100">
                <a:solidFill>
                  <a:schemeClr val="dk2"/>
                </a:solidFill>
              </a:defRPr>
            </a:lvl7pPr>
            <a:lvl8pPr lvl="7" algn="r">
              <a:buNone/>
              <a:defRPr sz="1100">
                <a:solidFill>
                  <a:schemeClr val="dk2"/>
                </a:solidFill>
              </a:defRPr>
            </a:lvl8pPr>
            <a:lvl9pPr lvl="8" algn="r">
              <a:buNone/>
              <a:defRPr sz="1100">
                <a:solidFill>
                  <a:schemeClr val="dk2"/>
                </a:solidFill>
              </a:defRPr>
            </a:lvl9pPr>
          </a:lstStyle>
          <a:p>
            <a:pPr indent="0" lvl="0" marL="0" rtl="0" algn="r">
              <a:spcBef>
                <a:spcPts val="0"/>
              </a:spcBef>
              <a:spcAft>
                <a:spcPts val="0"/>
              </a:spcAft>
              <a:buNone/>
            </a:pPr>
            <a:fld id="{00000000-1234-1234-1234-123412341234}" type="slidenum">
              <a:rPr lang="uk"/>
              <a:t>‹#›</a:t>
            </a:fld>
            <a:endParaRPr/>
          </a:p>
        </p:txBody>
      </p:sp>
    </p:spTree>
  </p:cSld>
  <p:clrMap accent1="accent1" accent2="accent2" accent3="accent3" accent4="accent4" accent5="accent5" accent6="accent6" bg1="lt1" bg2="dk2" tx1="dk1" tx2="lt2" folHlink="folHlink" hlink="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xml"/><Relationship Id="rId3"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xml"/><Relationship Id="rId3" Type="http://schemas.openxmlformats.org/officeDocument/2006/relationships/image" Target="../media/image2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3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2.png"/><Relationship Id="rId5"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4.xml"/><Relationship Id="rId3"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 Id="rId3" Type="http://schemas.openxmlformats.org/officeDocument/2006/relationships/image" Target="../media/image26.png"/><Relationship Id="rId4" Type="http://schemas.openxmlformats.org/officeDocument/2006/relationships/image" Target="../media/image22.png"/><Relationship Id="rId5"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 Id="rId3"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 Id="rId3" Type="http://schemas.openxmlformats.org/officeDocument/2006/relationships/image" Target="../media/image2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5.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 Id="rId3" Type="http://schemas.openxmlformats.org/officeDocument/2006/relationships/image" Target="../media/image21.png"/><Relationship Id="rId4" Type="http://schemas.openxmlformats.org/officeDocument/2006/relationships/image" Target="../media/image23.png"/><Relationship Id="rId5" Type="http://schemas.openxmlformats.org/officeDocument/2006/relationships/image" Target="../media/image4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7.xml"/><Relationship Id="rId3" Type="http://schemas.openxmlformats.org/officeDocument/2006/relationships/image" Target="../media/image3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8.xml"/><Relationship Id="rId3" Type="http://schemas.openxmlformats.org/officeDocument/2006/relationships/image" Target="../media/image28.png"/><Relationship Id="rId4" Type="http://schemas.openxmlformats.org/officeDocument/2006/relationships/image" Target="../media/image31.png"/><Relationship Id="rId5" Type="http://schemas.openxmlformats.org/officeDocument/2006/relationships/image" Target="../media/image36.png"/><Relationship Id="rId6" Type="http://schemas.openxmlformats.org/officeDocument/2006/relationships/image" Target="../media/image3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9.xml"/><Relationship Id="rId3" Type="http://schemas.openxmlformats.org/officeDocument/2006/relationships/image" Target="../media/image33.png"/><Relationship Id="rId4" Type="http://schemas.openxmlformats.org/officeDocument/2006/relationships/image" Target="../media/image3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0.xml"/><Relationship Id="rId3" Type="http://schemas.openxmlformats.org/officeDocument/2006/relationships/image" Target="../media/image4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1.xml"/><Relationship Id="rId3" Type="http://schemas.openxmlformats.org/officeDocument/2006/relationships/image" Target="../media/image50.png"/><Relationship Id="rId4" Type="http://schemas.openxmlformats.org/officeDocument/2006/relationships/image" Target="../media/image3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 Id="rId3" Type="http://schemas.openxmlformats.org/officeDocument/2006/relationships/image" Target="../media/image37.png"/><Relationship Id="rId4" Type="http://schemas.openxmlformats.org/officeDocument/2006/relationships/image" Target="../media/image4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3.xml"/><Relationship Id="rId3" Type="http://schemas.openxmlformats.org/officeDocument/2006/relationships/image" Target="../media/image4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4.xml"/><Relationship Id="rId3" Type="http://schemas.openxmlformats.org/officeDocument/2006/relationships/image" Target="../media/image48.png"/><Relationship Id="rId4" Type="http://schemas.openxmlformats.org/officeDocument/2006/relationships/image" Target="../media/image4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5.xml"/><Relationship Id="rId3"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6.xml"/><Relationship Id="rId3" Type="http://schemas.openxmlformats.org/officeDocument/2006/relationships/image" Target="../media/image5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7.xml"/><Relationship Id="rId3" Type="http://schemas.openxmlformats.org/officeDocument/2006/relationships/image" Target="../media/image2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8.xml"/><Relationship Id="rId3" Type="http://schemas.openxmlformats.org/officeDocument/2006/relationships/image" Target="../media/image38.png"/><Relationship Id="rId4" Type="http://schemas.openxmlformats.org/officeDocument/2006/relationships/image" Target="../media/image4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9.xml"/><Relationship Id="rId3" Type="http://schemas.openxmlformats.org/officeDocument/2006/relationships/image" Target="../media/image4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0.xml"/><Relationship Id="rId3" Type="http://schemas.openxmlformats.org/officeDocument/2006/relationships/image" Target="../media/image4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1.xml"/><Relationship Id="rId3" Type="http://schemas.openxmlformats.org/officeDocument/2006/relationships/image" Target="../media/image5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2.xml"/><Relationship Id="rId3" Type="http://schemas.openxmlformats.org/officeDocument/2006/relationships/image" Target="../media/image4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3.xml"/><Relationship Id="rId3" Type="http://schemas.openxmlformats.org/officeDocument/2006/relationships/image" Target="../media/image7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4.xml"/><Relationship Id="rId3" Type="http://schemas.openxmlformats.org/officeDocument/2006/relationships/image" Target="../media/image6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5.xml"/><Relationship Id="rId3" Type="http://schemas.openxmlformats.org/officeDocument/2006/relationships/image" Target="../media/image6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6.xml"/><Relationship Id="rId3" Type="http://schemas.openxmlformats.org/officeDocument/2006/relationships/image" Target="../media/image6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7.xml"/><Relationship Id="rId3" Type="http://schemas.openxmlformats.org/officeDocument/2006/relationships/image" Target="../media/image5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8.xml"/><Relationship Id="rId3" Type="http://schemas.openxmlformats.org/officeDocument/2006/relationships/image" Target="../media/image5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9.xml"/><Relationship Id="rId3" Type="http://schemas.openxmlformats.org/officeDocument/2006/relationships/image" Target="../media/image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54.xml"/><Relationship Id="rId3" Type="http://schemas.openxmlformats.org/officeDocument/2006/relationships/image" Target="../media/image2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5.xml"/><Relationship Id="rId3" Type="http://schemas.openxmlformats.org/officeDocument/2006/relationships/image" Target="../media/image5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2.xml"/><Relationship Id="rId3" Type="http://schemas.openxmlformats.org/officeDocument/2006/relationships/image" Target="../media/image60.png"/><Relationship Id="rId4" Type="http://schemas.openxmlformats.org/officeDocument/2006/relationships/image" Target="../media/image4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3.xml"/><Relationship Id="rId3" Type="http://schemas.openxmlformats.org/officeDocument/2006/relationships/hyperlink" Target="https://www.atlanticcouncil.org/wp-content/uploads/2019/08/Operation-Secondary-Infektion_English.pdf" TargetMode="External"/><Relationship Id="rId4" Type="http://schemas.openxmlformats.org/officeDocument/2006/relationships/hyperlink" Target="https://www.atlanticcouncil.org/wp-content/uploads/2019/08/Operation-Secondary-Infektion_English.pdf" TargetMode="External"/><Relationship Id="rId5" Type="http://schemas.openxmlformats.org/officeDocument/2006/relationships/hyperlink" Target="https://www.atlanticcouncil.org/wp-content/uploads/2019/08/Operation-Secondary-Infektion_English.pdf" TargetMode="External"/><Relationship Id="rId6" Type="http://schemas.openxmlformats.org/officeDocument/2006/relationships/image" Target="../media/image6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4.xml"/><Relationship Id="rId3" Type="http://schemas.openxmlformats.org/officeDocument/2006/relationships/image" Target="../media/image6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5.xml"/><Relationship Id="rId3" Type="http://schemas.openxmlformats.org/officeDocument/2006/relationships/image" Target="../media/image64.png"/><Relationship Id="rId4" Type="http://schemas.openxmlformats.org/officeDocument/2006/relationships/image" Target="../media/image5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6.xml"/><Relationship Id="rId3" Type="http://schemas.openxmlformats.org/officeDocument/2006/relationships/image" Target="../media/image25.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8.xml"/><Relationship Id="rId3" Type="http://schemas.openxmlformats.org/officeDocument/2006/relationships/image" Target="../media/image64.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9.xml"/><Relationship Id="rId3" Type="http://schemas.openxmlformats.org/officeDocument/2006/relationships/image" Target="../media/image5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0.xml"/><Relationship Id="rId3" Type="http://schemas.openxmlformats.org/officeDocument/2006/relationships/image" Target="../media/image62.png"/><Relationship Id="rId4" Type="http://schemas.openxmlformats.org/officeDocument/2006/relationships/image" Target="../media/image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1.xml"/><Relationship Id="rId3" Type="http://schemas.openxmlformats.org/officeDocument/2006/relationships/image" Target="../media/image55.png"/><Relationship Id="rId4" Type="http://schemas.openxmlformats.org/officeDocument/2006/relationships/image" Target="../media/image69.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74.xml"/><Relationship Id="rId3" Type="http://schemas.openxmlformats.org/officeDocument/2006/relationships/image" Target="../media/image59.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75.xml"/><Relationship Id="rId3" Type="http://schemas.openxmlformats.org/officeDocument/2006/relationships/image" Target="../media/image6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9" name="Shape 189"/>
        <p:cNvGrpSpPr/>
        <p:nvPr/>
      </p:nvGrpSpPr>
      <p:grpSpPr>
        <a:xfrm>
          <a:off x="0" y="0"/>
          <a:ext cx="0" cy="0"/>
          <a:chOff x="0" y="0"/>
          <a:chExt cx="0" cy="0"/>
        </a:xfrm>
      </p:grpSpPr>
      <p:pic>
        <p:nvPicPr>
          <p:cNvPr id="190" name="Google Shape;190;g3e52ebd8282_0_59"/>
          <p:cNvPicPr preferRelativeResize="0"/>
          <p:nvPr/>
        </p:nvPicPr>
        <p:blipFill rotWithShape="1">
          <a:blip r:embed="rId4">
            <a:alphaModFix/>
          </a:blip>
          <a:srcRect b="0" l="0" r="0" t="0"/>
          <a:stretch/>
        </p:blipFill>
        <p:spPr>
          <a:xfrm>
            <a:off x="317224" y="2527383"/>
            <a:ext cx="1573775" cy="297667"/>
          </a:xfrm>
          <a:prstGeom prst="rect">
            <a:avLst/>
          </a:prstGeom>
          <a:noFill/>
          <a:ln>
            <a:noFill/>
          </a:ln>
        </p:spPr>
      </p:pic>
      <p:sp>
        <p:nvSpPr>
          <p:cNvPr id="191" name="Google Shape;191;g3e52ebd8282_0_59"/>
          <p:cNvSpPr txBox="1"/>
          <p:nvPr/>
        </p:nvSpPr>
        <p:spPr>
          <a:xfrm>
            <a:off x="547525" y="476825"/>
            <a:ext cx="8772600" cy="1912200"/>
          </a:xfrm>
          <a:prstGeom prst="rect">
            <a:avLst/>
          </a:prstGeom>
          <a:noFill/>
          <a:ln>
            <a:noFill/>
          </a:ln>
        </p:spPr>
        <p:txBody>
          <a:bodyPr anchorCtr="0" anchor="t" bIns="100800" lIns="100800" spcFirstLastPara="1" rIns="100800" wrap="square" tIns="100800">
            <a:spAutoFit/>
          </a:bodyPr>
          <a:lstStyle/>
          <a:p>
            <a:pPr indent="0" lvl="0" marL="0" marR="0" rtl="0" algn="l">
              <a:lnSpc>
                <a:spcPct val="100000"/>
              </a:lnSpc>
              <a:spcBef>
                <a:spcPts val="0"/>
              </a:spcBef>
              <a:spcAft>
                <a:spcPts val="0"/>
              </a:spcAft>
              <a:buClr>
                <a:srgbClr val="000000"/>
              </a:buClr>
              <a:buSzPts val="4800"/>
              <a:buFont typeface="Arial"/>
              <a:buNone/>
            </a:pPr>
            <a:r>
              <a:rPr b="1" lang="uk" sz="3700">
                <a:solidFill>
                  <a:schemeClr val="lt1"/>
                </a:solidFill>
                <a:latin typeface="IBM Plex Mono"/>
                <a:ea typeface="IBM Plex Mono"/>
                <a:cs typeface="IBM Plex Mono"/>
                <a:sym typeface="IBM Plex Mono"/>
              </a:rPr>
              <a:t>Статистика в OSINT: як працювати з даними та знаходити закономірності</a:t>
            </a:r>
            <a:endParaRPr b="1" sz="3700">
              <a:solidFill>
                <a:schemeClr val="lt1"/>
              </a:solidFill>
              <a:latin typeface="IBM Plex Mono"/>
              <a:ea typeface="IBM Plex Mono"/>
              <a:cs typeface="IBM Plex Mono"/>
              <a:sym typeface="IBM Plex Mono"/>
            </a:endParaRPr>
          </a:p>
        </p:txBody>
      </p:sp>
      <p:sp>
        <p:nvSpPr>
          <p:cNvPr id="192" name="Google Shape;192;g3e52ebd8282_0_59"/>
          <p:cNvSpPr txBox="1"/>
          <p:nvPr/>
        </p:nvSpPr>
        <p:spPr>
          <a:xfrm>
            <a:off x="384486" y="2481079"/>
            <a:ext cx="1411500" cy="390300"/>
          </a:xfrm>
          <a:prstGeom prst="rect">
            <a:avLst/>
          </a:prstGeom>
          <a:no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200"/>
              <a:buFont typeface="Arial"/>
              <a:buNone/>
            </a:pPr>
            <a:r>
              <a:rPr b="0" i="0" lang="uk" sz="1200" u="none" cap="none" strike="noStrike">
                <a:solidFill>
                  <a:schemeClr val="dk1"/>
                </a:solidFill>
                <a:latin typeface="IBM Plex Mono"/>
                <a:ea typeface="IBM Plex Mono"/>
                <a:cs typeface="IBM Plex Mono"/>
                <a:sym typeface="IBM Plex Mono"/>
              </a:rPr>
              <a:t>Заняття №</a:t>
            </a:r>
            <a:r>
              <a:rPr lang="uk" sz="1200">
                <a:solidFill>
                  <a:schemeClr val="dk1"/>
                </a:solidFill>
                <a:latin typeface="IBM Plex Mono"/>
                <a:ea typeface="IBM Plex Mono"/>
                <a:cs typeface="IBM Plex Mono"/>
                <a:sym typeface="IBM Plex Mono"/>
              </a:rPr>
              <a:t>17</a:t>
            </a:r>
            <a:endParaRPr b="0" i="0" sz="1200" u="none" cap="none" strike="noStrike">
              <a:solidFill>
                <a:schemeClr val="dk1"/>
              </a:solidFill>
              <a:latin typeface="IBM Plex Mono"/>
              <a:ea typeface="IBM Plex Mono"/>
              <a:cs typeface="IBM Plex Mono"/>
              <a:sym typeface="IBM Plex Mono"/>
            </a:endParaRPr>
          </a:p>
        </p:txBody>
      </p:sp>
      <p:sp>
        <p:nvSpPr>
          <p:cNvPr id="193" name="Google Shape;193;g3e52ebd8282_0_59"/>
          <p:cNvSpPr/>
          <p:nvPr/>
        </p:nvSpPr>
        <p:spPr>
          <a:xfrm>
            <a:off x="1890999" y="2515807"/>
            <a:ext cx="2535000" cy="320700"/>
          </a:xfrm>
          <a:prstGeom prst="roundRect">
            <a:avLst>
              <a:gd fmla="val 50000" name="adj"/>
            </a:avLst>
          </a:prstGeom>
          <a:solidFill>
            <a:srgbClr val="282828"/>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200"/>
              <a:buFont typeface="Arial"/>
              <a:buNone/>
            </a:pPr>
            <a:r>
              <a:rPr b="0" i="0" lang="uk" sz="1200" u="none" cap="none" strike="noStrike">
                <a:solidFill>
                  <a:schemeClr val="lt1"/>
                </a:solidFill>
                <a:latin typeface="IBM Plex Mono"/>
                <a:ea typeface="IBM Plex Mono"/>
                <a:cs typeface="IBM Plex Mono"/>
                <a:sym typeface="IBM Plex Mono"/>
              </a:rPr>
              <a:t>AI для OSINT і розвідки</a:t>
            </a:r>
            <a:endParaRPr b="0" i="0" sz="1200" u="none" cap="none" strike="noStrike">
              <a:solidFill>
                <a:schemeClr val="lt1"/>
              </a:solidFill>
              <a:latin typeface="IBM Plex Mono"/>
              <a:ea typeface="IBM Plex Mono"/>
              <a:cs typeface="IBM Plex Mono"/>
              <a:sym typeface="IBM Plex Mono"/>
            </a:endParaRPr>
          </a:p>
        </p:txBody>
      </p:sp>
      <p:sp>
        <p:nvSpPr>
          <p:cNvPr id="194" name="Google Shape;194;g3e52ebd8282_0_59"/>
          <p:cNvSpPr txBox="1"/>
          <p:nvPr/>
        </p:nvSpPr>
        <p:spPr>
          <a:xfrm>
            <a:off x="209379" y="4614274"/>
            <a:ext cx="3302400" cy="911700"/>
          </a:xfrm>
          <a:prstGeom prst="rect">
            <a:avLst/>
          </a:prstGeom>
          <a:noFill/>
          <a:ln>
            <a:noFill/>
          </a:ln>
        </p:spPr>
        <p:txBody>
          <a:bodyPr anchorCtr="0" anchor="t" bIns="100800" lIns="100800" spcFirstLastPara="1" rIns="100800" wrap="square" tIns="100800">
            <a:spAutoFit/>
          </a:bodyPr>
          <a:lstStyle/>
          <a:p>
            <a:pPr indent="0" lvl="0" marL="0" marR="0" rtl="0" algn="l">
              <a:lnSpc>
                <a:spcPct val="100000"/>
              </a:lnSpc>
              <a:spcBef>
                <a:spcPts val="0"/>
              </a:spcBef>
              <a:spcAft>
                <a:spcPts val="0"/>
              </a:spcAft>
              <a:buClr>
                <a:srgbClr val="000000"/>
              </a:buClr>
              <a:buSzPts val="2300"/>
              <a:buFont typeface="Arial"/>
              <a:buNone/>
            </a:pPr>
            <a:r>
              <a:rPr b="0" i="0" lang="uk" sz="2300" u="none" cap="none" strike="noStrike">
                <a:solidFill>
                  <a:schemeClr val="lt1"/>
                </a:solidFill>
                <a:latin typeface="IBM Plex Mono"/>
                <a:ea typeface="IBM Plex Mono"/>
                <a:cs typeface="IBM Plex Mono"/>
                <a:sym typeface="IBM Plex Mono"/>
              </a:rPr>
              <a:t>Лектор</a:t>
            </a:r>
            <a:endParaRPr b="0" i="0" sz="2300" u="none" cap="none" strike="noStrike">
              <a:solidFill>
                <a:schemeClr val="lt1"/>
              </a:solidFill>
              <a:latin typeface="IBM Plex Mono"/>
              <a:ea typeface="IBM Plex Mono"/>
              <a:cs typeface="IBM Plex Mono"/>
              <a:sym typeface="IBM Plex Mono"/>
            </a:endParaRPr>
          </a:p>
          <a:p>
            <a:pPr indent="0" lvl="0" marL="0" marR="0" rtl="0" algn="l">
              <a:lnSpc>
                <a:spcPct val="100000"/>
              </a:lnSpc>
              <a:spcBef>
                <a:spcPts val="0"/>
              </a:spcBef>
              <a:spcAft>
                <a:spcPts val="0"/>
              </a:spcAft>
              <a:buClr>
                <a:srgbClr val="000000"/>
              </a:buClr>
              <a:buSzPts val="2300"/>
              <a:buFont typeface="Arial"/>
              <a:buNone/>
            </a:pPr>
            <a:r>
              <a:rPr b="0" i="0" lang="uk" sz="2300" u="none" cap="none" strike="noStrike">
                <a:solidFill>
                  <a:schemeClr val="lt1"/>
                </a:solidFill>
                <a:latin typeface="IBM Plex Mono"/>
                <a:ea typeface="IBM Plex Mono"/>
                <a:cs typeface="IBM Plex Mono"/>
                <a:sym typeface="IBM Plex Mono"/>
              </a:rPr>
              <a:t>Василь Попов</a:t>
            </a:r>
            <a:endParaRPr b="0" i="0" sz="2300" u="none" cap="none" strike="noStrike">
              <a:solidFill>
                <a:schemeClr val="lt1"/>
              </a:solidFill>
              <a:latin typeface="IBM Plex Mono"/>
              <a:ea typeface="IBM Plex Mono"/>
              <a:cs typeface="IBM Plex Mono"/>
              <a:sym typeface="IBM Plex Mon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8" name="Shape 198"/>
        <p:cNvGrpSpPr/>
        <p:nvPr/>
      </p:nvGrpSpPr>
      <p:grpSpPr>
        <a:xfrm>
          <a:off x="0" y="0"/>
          <a:ext cx="0" cy="0"/>
          <a:chOff x="0" y="0"/>
          <a:chExt cx="0" cy="0"/>
        </a:xfrm>
      </p:grpSpPr>
      <p:sp>
        <p:nvSpPr>
          <p:cNvPr id="199" name="Google Shape;199;g3e52ebd8282_0_112"/>
          <p:cNvSpPr txBox="1"/>
          <p:nvPr/>
        </p:nvSpPr>
        <p:spPr>
          <a:xfrm>
            <a:off x="238097" y="92525"/>
            <a:ext cx="3912300" cy="15429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rgbClr val="000000"/>
              </a:buClr>
              <a:buSzPts val="1200"/>
              <a:buFont typeface="Arial"/>
              <a:buNone/>
            </a:pPr>
            <a:r>
              <a:rPr b="0" i="0" lang="uk" sz="4900" u="none" cap="none" strike="noStrike">
                <a:solidFill>
                  <a:schemeClr val="lt1"/>
                </a:solidFill>
                <a:latin typeface="IBM Plex Mono SemiBold"/>
                <a:ea typeface="IBM Plex Mono SemiBold"/>
                <a:cs typeface="IBM Plex Mono SemiBold"/>
                <a:sym typeface="IBM Plex Mono SemiBold"/>
              </a:rPr>
              <a:t>ПЛАН ЗАНЯТТЯ</a:t>
            </a:r>
            <a:endParaRPr b="0" i="0" sz="4900" u="none" cap="none" strike="noStrike">
              <a:solidFill>
                <a:schemeClr val="lt1"/>
              </a:solidFill>
              <a:latin typeface="IBM Plex Mono SemiBold"/>
              <a:ea typeface="IBM Plex Mono SemiBold"/>
              <a:cs typeface="IBM Plex Mono SemiBold"/>
              <a:sym typeface="IBM Plex Mono SemiBold"/>
            </a:endParaRPr>
          </a:p>
        </p:txBody>
      </p:sp>
      <p:sp>
        <p:nvSpPr>
          <p:cNvPr id="200" name="Google Shape;200;g3e52ebd8282_0_112"/>
          <p:cNvSpPr txBox="1"/>
          <p:nvPr/>
        </p:nvSpPr>
        <p:spPr>
          <a:xfrm>
            <a:off x="5006551" y="553219"/>
            <a:ext cx="4681800" cy="1588800"/>
          </a:xfrm>
          <a:prstGeom prst="rect">
            <a:avLst/>
          </a:prstGeom>
          <a:noFill/>
          <a:ln>
            <a:noFill/>
          </a:ln>
        </p:spPr>
        <p:txBody>
          <a:bodyPr anchorCtr="0" anchor="t" bIns="100800" lIns="100800" spcFirstLastPara="1" rIns="100800" wrap="square" tIns="100800">
            <a:spAutoFit/>
          </a:bodyPr>
          <a:lstStyle/>
          <a:p>
            <a:pPr indent="-342900" lvl="0" marL="457200" marR="0" rtl="0" algn="l">
              <a:lnSpc>
                <a:spcPct val="100000"/>
              </a:lnSpc>
              <a:spcBef>
                <a:spcPts val="0"/>
              </a:spcBef>
              <a:spcAft>
                <a:spcPts val="0"/>
              </a:spcAft>
              <a:buClr>
                <a:srgbClr val="076CFC"/>
              </a:buClr>
              <a:buSzPts val="1800"/>
              <a:buFont typeface="IBM Plex Sans"/>
              <a:buChar char="●"/>
            </a:pPr>
            <a:r>
              <a:rPr lang="uk" sz="1800">
                <a:solidFill>
                  <a:schemeClr val="lt1"/>
                </a:solidFill>
                <a:latin typeface="IBM Plex Sans"/>
                <a:ea typeface="IBM Plex Sans"/>
                <a:cs typeface="IBM Plex Sans"/>
                <a:sym typeface="IBM Plex Sans"/>
              </a:rPr>
              <a:t>Основи та термінологія</a:t>
            </a:r>
            <a:endParaRPr sz="1800">
              <a:solidFill>
                <a:schemeClr val="lt1"/>
              </a:solidFill>
              <a:latin typeface="IBM Plex Sans"/>
              <a:ea typeface="IBM Plex Sans"/>
              <a:cs typeface="IBM Plex Sans"/>
              <a:sym typeface="IBM Plex Sans"/>
            </a:endParaRPr>
          </a:p>
          <a:p>
            <a:pPr indent="-342900" lvl="0" marL="457200" marR="0" rtl="0" algn="l">
              <a:lnSpc>
                <a:spcPct val="100000"/>
              </a:lnSpc>
              <a:spcBef>
                <a:spcPts val="0"/>
              </a:spcBef>
              <a:spcAft>
                <a:spcPts val="0"/>
              </a:spcAft>
              <a:buClr>
                <a:srgbClr val="076CFC"/>
              </a:buClr>
              <a:buSzPts val="1800"/>
              <a:buFont typeface="IBM Plex Sans"/>
              <a:buChar char="●"/>
            </a:pPr>
            <a:r>
              <a:rPr lang="uk" sz="1800">
                <a:solidFill>
                  <a:schemeClr val="lt1"/>
                </a:solidFill>
                <a:latin typeface="IBM Plex Sans"/>
                <a:ea typeface="IBM Plex Sans"/>
                <a:cs typeface="IBM Plex Sans"/>
                <a:sym typeface="IBM Plex Sans"/>
              </a:rPr>
              <a:t>Класифікація статистичних методів в OSINT</a:t>
            </a:r>
            <a:endParaRPr sz="1800">
              <a:solidFill>
                <a:schemeClr val="lt1"/>
              </a:solidFill>
              <a:latin typeface="IBM Plex Sans"/>
              <a:ea typeface="IBM Plex Sans"/>
              <a:cs typeface="IBM Plex Sans"/>
              <a:sym typeface="IBM Plex Sans"/>
            </a:endParaRPr>
          </a:p>
          <a:p>
            <a:pPr indent="-342900" lvl="0" marL="457200" marR="0" rtl="0" algn="l">
              <a:lnSpc>
                <a:spcPct val="100000"/>
              </a:lnSpc>
              <a:spcBef>
                <a:spcPts val="0"/>
              </a:spcBef>
              <a:spcAft>
                <a:spcPts val="0"/>
              </a:spcAft>
              <a:buClr>
                <a:srgbClr val="076CFC"/>
              </a:buClr>
              <a:buSzPts val="1800"/>
              <a:buFont typeface="IBM Plex Sans"/>
              <a:buChar char="●"/>
            </a:pPr>
            <a:r>
              <a:rPr lang="uk" sz="1800">
                <a:solidFill>
                  <a:schemeClr val="lt1"/>
                </a:solidFill>
                <a:latin typeface="IBM Plex Sans"/>
                <a:ea typeface="IBM Plex Sans"/>
                <a:cs typeface="IBM Plex Sans"/>
                <a:sym typeface="IBM Plex Sans"/>
              </a:rPr>
              <a:t>Методологія та інструменти</a:t>
            </a:r>
            <a:endParaRPr sz="1800">
              <a:solidFill>
                <a:schemeClr val="lt1"/>
              </a:solidFill>
              <a:latin typeface="IBM Plex Sans"/>
              <a:ea typeface="IBM Plex Sans"/>
              <a:cs typeface="IBM Plex Sans"/>
              <a:sym typeface="IBM Plex Sans"/>
            </a:endParaRPr>
          </a:p>
          <a:p>
            <a:pPr indent="-342900" lvl="0" marL="457200" marR="0" rtl="0" algn="l">
              <a:lnSpc>
                <a:spcPct val="100000"/>
              </a:lnSpc>
              <a:spcBef>
                <a:spcPts val="0"/>
              </a:spcBef>
              <a:spcAft>
                <a:spcPts val="0"/>
              </a:spcAft>
              <a:buClr>
                <a:srgbClr val="076CFC"/>
              </a:buClr>
              <a:buSzPts val="1800"/>
              <a:buFont typeface="IBM Plex Sans"/>
              <a:buChar char="●"/>
            </a:pPr>
            <a:r>
              <a:rPr lang="uk" sz="1800">
                <a:solidFill>
                  <a:schemeClr val="lt1"/>
                </a:solidFill>
                <a:latin typeface="IBM Plex Sans"/>
                <a:ea typeface="IBM Plex Sans"/>
                <a:cs typeface="IBM Plex Sans"/>
                <a:sym typeface="IBM Plex Sans"/>
              </a:rPr>
              <a:t>Використання та обмеження</a:t>
            </a:r>
            <a:endParaRPr sz="1800">
              <a:solidFill>
                <a:schemeClr val="lt1"/>
              </a:solidFill>
              <a:latin typeface="IBM Plex Sans"/>
              <a:ea typeface="IBM Plex Sans"/>
              <a:cs typeface="IBM Plex Sans"/>
              <a:sym typeface="IBM Plex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81919"/>
        </a:solidFill>
      </p:bgPr>
    </p:bg>
    <p:spTree>
      <p:nvGrpSpPr>
        <p:cNvPr id="204" name="Shape 204"/>
        <p:cNvGrpSpPr/>
        <p:nvPr/>
      </p:nvGrpSpPr>
      <p:grpSpPr>
        <a:xfrm>
          <a:off x="0" y="0"/>
          <a:ext cx="0" cy="0"/>
          <a:chOff x="0" y="0"/>
          <a:chExt cx="0" cy="0"/>
        </a:xfrm>
      </p:grpSpPr>
      <p:sp>
        <p:nvSpPr>
          <p:cNvPr id="205" name="Google Shape;205;g3e52ebd8282_0_162"/>
          <p:cNvSpPr/>
          <p:nvPr/>
        </p:nvSpPr>
        <p:spPr>
          <a:xfrm>
            <a:off x="267400" y="1295400"/>
            <a:ext cx="9470400" cy="621600"/>
          </a:xfrm>
          <a:prstGeom prst="roundRect">
            <a:avLst>
              <a:gd fmla="val 50000" name="adj"/>
            </a:avLst>
          </a:prstGeom>
          <a:solidFill>
            <a:srgbClr val="076CFC"/>
          </a:solidFill>
          <a:ln>
            <a:noFill/>
          </a:ln>
        </p:spPr>
        <p:txBody>
          <a:bodyPr anchorCtr="0" anchor="ctr" bIns="91425" lIns="91425" spcFirstLastPara="1" rIns="91425" wrap="square" tIns="91425">
            <a:noAutofit/>
          </a:bodyPr>
          <a:lstStyle/>
          <a:p>
            <a:pPr indent="0" lvl="0" marL="508000" marR="0" rtl="0" algn="l">
              <a:lnSpc>
                <a:spcPct val="100000"/>
              </a:lnSpc>
              <a:spcBef>
                <a:spcPts val="0"/>
              </a:spcBef>
              <a:spcAft>
                <a:spcPts val="0"/>
              </a:spcAft>
              <a:buClr>
                <a:srgbClr val="000000"/>
              </a:buClr>
              <a:buSzPts val="1500"/>
              <a:buFont typeface="Arial"/>
              <a:buNone/>
            </a:pPr>
            <a:r>
              <a:rPr b="1" lang="uk" sz="1500">
                <a:solidFill>
                  <a:schemeClr val="lt1"/>
                </a:solidFill>
                <a:latin typeface="IBM Plex Sans"/>
                <a:ea typeface="IBM Plex Sans"/>
                <a:cs typeface="IBM Plex Sans"/>
                <a:sym typeface="IBM Plex Sans"/>
              </a:rPr>
              <a:t>Оцінити варіативність та зменшити невизначеність</a:t>
            </a:r>
            <a:endParaRPr b="1" sz="1500">
              <a:solidFill>
                <a:schemeClr val="lt1"/>
              </a:solidFill>
              <a:latin typeface="IBM Plex Sans"/>
              <a:ea typeface="IBM Plex Sans"/>
              <a:cs typeface="IBM Plex Sans"/>
              <a:sym typeface="IBM Plex Sans"/>
            </a:endParaRPr>
          </a:p>
        </p:txBody>
      </p:sp>
      <p:sp>
        <p:nvSpPr>
          <p:cNvPr id="206" name="Google Shape;206;g3e52ebd8282_0_162"/>
          <p:cNvSpPr txBox="1"/>
          <p:nvPr/>
        </p:nvSpPr>
        <p:spPr>
          <a:xfrm>
            <a:off x="238097" y="144578"/>
            <a:ext cx="9564900" cy="10878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4000"/>
              <a:buFont typeface="Arial"/>
              <a:buNone/>
            </a:pPr>
            <a:r>
              <a:rPr lang="uk" sz="3300">
                <a:solidFill>
                  <a:srgbClr val="E5E8EC"/>
                </a:solidFill>
                <a:latin typeface="IBM Plex Mono SemiBold"/>
                <a:ea typeface="IBM Plex Mono SemiBold"/>
                <a:cs typeface="IBM Plex Mono SemiBold"/>
                <a:sym typeface="IBM Plex Mono SemiBold"/>
              </a:rPr>
              <a:t>ОСНОВНА ЗАДАЧА СТАТИСТИКИ</a:t>
            </a:r>
            <a:endParaRPr sz="3300">
              <a:solidFill>
                <a:srgbClr val="E5E8EC"/>
              </a:solidFill>
              <a:latin typeface="IBM Plex Mono SemiBold"/>
              <a:ea typeface="IBM Plex Mono SemiBold"/>
              <a:cs typeface="IBM Plex Mono SemiBold"/>
              <a:sym typeface="IBM Plex Mono SemiBold"/>
            </a:endParaRPr>
          </a:p>
        </p:txBody>
      </p:sp>
      <p:sp>
        <p:nvSpPr>
          <p:cNvPr id="207" name="Google Shape;207;g3e52ebd8282_0_162"/>
          <p:cNvSpPr/>
          <p:nvPr/>
        </p:nvSpPr>
        <p:spPr>
          <a:xfrm>
            <a:off x="315150" y="1916992"/>
            <a:ext cx="9450300" cy="2057100"/>
          </a:xfrm>
          <a:prstGeom prst="roundRect">
            <a:avLst>
              <a:gd fmla="val 10563" name="adj"/>
            </a:avLst>
          </a:prstGeom>
          <a:solidFill>
            <a:srgbClr val="282828"/>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08" name="Google Shape;208;g3e52ebd8282_0_162"/>
          <p:cNvSpPr txBox="1"/>
          <p:nvPr/>
        </p:nvSpPr>
        <p:spPr>
          <a:xfrm>
            <a:off x="553062" y="2029654"/>
            <a:ext cx="8553900" cy="2102100"/>
          </a:xfrm>
          <a:prstGeom prst="rect">
            <a:avLst/>
          </a:prstGeom>
          <a:noFill/>
          <a:ln>
            <a:noFill/>
          </a:ln>
        </p:spPr>
        <p:txBody>
          <a:bodyPr anchorCtr="0" anchor="t" bIns="100800" lIns="100800" spcFirstLastPara="1" rIns="100800" wrap="square" tIns="100800">
            <a:spAutoFit/>
          </a:bodyPr>
          <a:lstStyle/>
          <a:p>
            <a:pPr indent="0" lvl="0" marL="0" marR="0" rtl="0" algn="l">
              <a:lnSpc>
                <a:spcPct val="100000"/>
              </a:lnSpc>
              <a:spcBef>
                <a:spcPts val="0"/>
              </a:spcBef>
              <a:spcAft>
                <a:spcPts val="0"/>
              </a:spcAft>
              <a:buClr>
                <a:srgbClr val="000000"/>
              </a:buClr>
              <a:buSzPts val="1800"/>
              <a:buFont typeface="Arial"/>
              <a:buNone/>
            </a:pPr>
            <a:r>
              <a:rPr b="1" i="0" lang="uk" sz="1800" u="none" cap="none" strike="noStrike">
                <a:solidFill>
                  <a:srgbClr val="076CFC"/>
                </a:solidFill>
                <a:latin typeface="IBM Plex Sans"/>
                <a:ea typeface="IBM Plex Sans"/>
                <a:cs typeface="IBM Plex Sans"/>
                <a:sym typeface="IBM Plex Sans"/>
              </a:rPr>
              <a:t>Навіщо використовувати статистику в OSINT?</a:t>
            </a:r>
            <a:endParaRPr b="1" i="0" sz="1800" u="none" cap="none" strike="noStrike">
              <a:solidFill>
                <a:srgbClr val="076CFC"/>
              </a:solidFill>
              <a:latin typeface="IBM Plex Sans"/>
              <a:ea typeface="IBM Plex Sans"/>
              <a:cs typeface="IBM Plex Sans"/>
              <a:sym typeface="IBM Plex Sans"/>
            </a:endParaRPr>
          </a:p>
          <a:p>
            <a:pPr indent="-342900" lvl="0" marL="457200" marR="0" rtl="0" algn="l">
              <a:lnSpc>
                <a:spcPct val="100000"/>
              </a:lnSpc>
              <a:spcBef>
                <a:spcPts val="1100"/>
              </a:spcBef>
              <a:spcAft>
                <a:spcPts val="0"/>
              </a:spcAft>
              <a:buClr>
                <a:schemeClr val="lt1"/>
              </a:buClr>
              <a:buSzPts val="1800"/>
              <a:buFont typeface="IBM Plex Sans"/>
              <a:buChar char="●"/>
            </a:pPr>
            <a:r>
              <a:rPr b="0" i="0" lang="uk" sz="1800" u="none" cap="none" strike="noStrike">
                <a:solidFill>
                  <a:schemeClr val="lt1"/>
                </a:solidFill>
                <a:latin typeface="IBM Plex Sans"/>
                <a:ea typeface="IBM Plex Sans"/>
                <a:cs typeface="IBM Plex Sans"/>
                <a:sym typeface="IBM Plex Sans"/>
              </a:rPr>
              <a:t>Систематизувати дані</a:t>
            </a:r>
            <a:endParaRPr b="0" i="0" sz="1800" u="none" cap="none" strike="noStrike">
              <a:solidFill>
                <a:schemeClr val="lt1"/>
              </a:solidFill>
              <a:latin typeface="IBM Plex Sans"/>
              <a:ea typeface="IBM Plex Sans"/>
              <a:cs typeface="IBM Plex Sans"/>
              <a:sym typeface="IBM Plex Sans"/>
            </a:endParaRPr>
          </a:p>
          <a:p>
            <a:pPr indent="-342900" lvl="0" marL="457200" marR="0" rtl="0" algn="l">
              <a:lnSpc>
                <a:spcPct val="100000"/>
              </a:lnSpc>
              <a:spcBef>
                <a:spcPts val="0"/>
              </a:spcBef>
              <a:spcAft>
                <a:spcPts val="0"/>
              </a:spcAft>
              <a:buClr>
                <a:schemeClr val="lt1"/>
              </a:buClr>
              <a:buSzPts val="1800"/>
              <a:buFont typeface="IBM Plex Sans"/>
              <a:buChar char="●"/>
            </a:pPr>
            <a:r>
              <a:rPr b="0" i="0" lang="uk" sz="1800" u="none" cap="none" strike="noStrike">
                <a:solidFill>
                  <a:schemeClr val="lt1"/>
                </a:solidFill>
                <a:latin typeface="IBM Plex Sans"/>
                <a:ea typeface="IBM Plex Sans"/>
                <a:cs typeface="IBM Plex Sans"/>
                <a:sym typeface="IBM Plex Sans"/>
              </a:rPr>
              <a:t>Виявити закономірності</a:t>
            </a:r>
            <a:endParaRPr b="0" i="0" sz="1800" u="none" cap="none" strike="noStrike">
              <a:solidFill>
                <a:schemeClr val="lt1"/>
              </a:solidFill>
              <a:latin typeface="IBM Plex Sans"/>
              <a:ea typeface="IBM Plex Sans"/>
              <a:cs typeface="IBM Plex Sans"/>
              <a:sym typeface="IBM Plex Sans"/>
            </a:endParaRPr>
          </a:p>
          <a:p>
            <a:pPr indent="-342900" lvl="0" marL="457200" marR="0" rtl="0" algn="l">
              <a:lnSpc>
                <a:spcPct val="100000"/>
              </a:lnSpc>
              <a:spcBef>
                <a:spcPts val="0"/>
              </a:spcBef>
              <a:spcAft>
                <a:spcPts val="0"/>
              </a:spcAft>
              <a:buClr>
                <a:schemeClr val="lt1"/>
              </a:buClr>
              <a:buSzPts val="1800"/>
              <a:buFont typeface="IBM Plex Sans"/>
              <a:buChar char="●"/>
            </a:pPr>
            <a:r>
              <a:rPr b="0" i="0" lang="uk" sz="1800" u="none" cap="none" strike="noStrike">
                <a:solidFill>
                  <a:schemeClr val="lt1"/>
                </a:solidFill>
                <a:latin typeface="IBM Plex Sans"/>
                <a:ea typeface="IBM Plex Sans"/>
                <a:cs typeface="IBM Plex Sans"/>
                <a:sym typeface="IBM Plex Sans"/>
              </a:rPr>
              <a:t>Оцінити достовірність інформації </a:t>
            </a:r>
            <a:endParaRPr b="0" i="0" sz="1800" u="none" cap="none" strike="noStrike">
              <a:solidFill>
                <a:schemeClr val="lt1"/>
              </a:solidFill>
              <a:latin typeface="IBM Plex Sans"/>
              <a:ea typeface="IBM Plex Sans"/>
              <a:cs typeface="IBM Plex Sans"/>
              <a:sym typeface="IBM Plex Sans"/>
            </a:endParaRPr>
          </a:p>
          <a:p>
            <a:pPr indent="-342900" lvl="0" marL="457200" marR="0" rtl="0" algn="l">
              <a:lnSpc>
                <a:spcPct val="100000"/>
              </a:lnSpc>
              <a:spcBef>
                <a:spcPts val="0"/>
              </a:spcBef>
              <a:spcAft>
                <a:spcPts val="0"/>
              </a:spcAft>
              <a:buClr>
                <a:schemeClr val="lt1"/>
              </a:buClr>
              <a:buSzPts val="1800"/>
              <a:buFont typeface="IBM Plex Sans"/>
              <a:buChar char="●"/>
            </a:pPr>
            <a:r>
              <a:rPr b="0" i="0" lang="uk" sz="1800" u="none" cap="none" strike="noStrike">
                <a:solidFill>
                  <a:schemeClr val="lt1"/>
                </a:solidFill>
                <a:latin typeface="IBM Plex Sans"/>
                <a:ea typeface="IBM Plex Sans"/>
                <a:cs typeface="IBM Plex Sans"/>
                <a:sym typeface="IBM Plex Sans"/>
              </a:rPr>
              <a:t>Зробити обґрунтовані висновки.</a:t>
            </a:r>
            <a:endParaRPr b="0" i="0" sz="1800" u="none" cap="none" strike="noStrike">
              <a:solidFill>
                <a:schemeClr val="lt1"/>
              </a:solidFill>
              <a:latin typeface="IBM Plex Sans"/>
              <a:ea typeface="IBM Plex Sans"/>
              <a:cs typeface="IBM Plex Sans"/>
              <a:sym typeface="IBM Plex Sans"/>
            </a:endParaRPr>
          </a:p>
          <a:p>
            <a:pPr indent="0" lvl="0" marL="0" marR="0" rtl="0" algn="l">
              <a:lnSpc>
                <a:spcPct val="100000"/>
              </a:lnSpc>
              <a:spcBef>
                <a:spcPts val="1100"/>
              </a:spcBef>
              <a:spcAft>
                <a:spcPts val="1100"/>
              </a:spcAft>
              <a:buClr>
                <a:srgbClr val="000000"/>
              </a:buClr>
              <a:buSzPts val="1500"/>
              <a:buFont typeface="Arial"/>
              <a:buNone/>
            </a:pPr>
            <a:r>
              <a:t/>
            </a:r>
            <a:endParaRPr b="0" i="0" sz="1500" u="none" cap="none" strike="noStrike">
              <a:solidFill>
                <a:schemeClr val="lt1"/>
              </a:solidFill>
              <a:latin typeface="IBM Plex Sans"/>
              <a:ea typeface="IBM Plex Sans"/>
              <a:cs typeface="IBM Plex Sans"/>
              <a:sym typeface="IBM Plex Sans"/>
            </a:endParaRPr>
          </a:p>
        </p:txBody>
      </p:sp>
      <p:pic>
        <p:nvPicPr>
          <p:cNvPr id="209" name="Google Shape;209;g3e52ebd8282_0_162"/>
          <p:cNvPicPr preferRelativeResize="0"/>
          <p:nvPr/>
        </p:nvPicPr>
        <p:blipFill rotWithShape="1">
          <a:blip r:embed="rId3">
            <a:alphaModFix/>
          </a:blip>
          <a:srcRect b="0" l="0" r="0" t="0"/>
          <a:stretch/>
        </p:blipFill>
        <p:spPr>
          <a:xfrm>
            <a:off x="7226696" y="2325825"/>
            <a:ext cx="2365405" cy="31182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81919"/>
        </a:solidFill>
      </p:bgPr>
    </p:bg>
    <p:spTree>
      <p:nvGrpSpPr>
        <p:cNvPr id="213" name="Shape 213"/>
        <p:cNvGrpSpPr/>
        <p:nvPr/>
      </p:nvGrpSpPr>
      <p:grpSpPr>
        <a:xfrm>
          <a:off x="0" y="0"/>
          <a:ext cx="0" cy="0"/>
          <a:chOff x="0" y="0"/>
          <a:chExt cx="0" cy="0"/>
        </a:xfrm>
      </p:grpSpPr>
      <p:sp>
        <p:nvSpPr>
          <p:cNvPr id="214" name="Google Shape;214;g3e52ebd8282_0_273"/>
          <p:cNvSpPr/>
          <p:nvPr/>
        </p:nvSpPr>
        <p:spPr>
          <a:xfrm>
            <a:off x="342900" y="342875"/>
            <a:ext cx="4459500" cy="4984800"/>
          </a:xfrm>
          <a:prstGeom prst="roundRect">
            <a:avLst>
              <a:gd fmla="val 7992" name="adj"/>
            </a:avLst>
          </a:prstGeom>
          <a:solidFill>
            <a:srgbClr val="076C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5" name="Google Shape;215;g3e52ebd8282_0_273"/>
          <p:cNvSpPr txBox="1"/>
          <p:nvPr/>
        </p:nvSpPr>
        <p:spPr>
          <a:xfrm>
            <a:off x="676247" y="3786750"/>
            <a:ext cx="3912300" cy="1245600"/>
          </a:xfrm>
          <a:prstGeom prst="rect">
            <a:avLst/>
          </a:prstGeom>
          <a:noFill/>
          <a:ln>
            <a:noFill/>
          </a:ln>
        </p:spPr>
        <p:txBody>
          <a:bodyPr anchorCtr="0" anchor="t" bIns="75600" lIns="75600" spcFirstLastPara="1" rIns="75600" wrap="square" tIns="75600">
            <a:spAutoFit/>
          </a:bodyPr>
          <a:lstStyle/>
          <a:p>
            <a:pPr indent="0" lvl="0" marL="0" rtl="0" algn="l">
              <a:spcBef>
                <a:spcPts val="0"/>
              </a:spcBef>
              <a:spcAft>
                <a:spcPts val="0"/>
              </a:spcAft>
              <a:buClr>
                <a:srgbClr val="000000"/>
              </a:buClr>
              <a:buSzPts val="1200"/>
              <a:buFont typeface="Arial"/>
              <a:buNone/>
            </a:pPr>
            <a:r>
              <a:rPr lang="uk" sz="4900">
                <a:solidFill>
                  <a:schemeClr val="lt1"/>
                </a:solidFill>
                <a:latin typeface="IBM Plex Mono SemiBold"/>
                <a:ea typeface="IBM Plex Mono SemiBold"/>
                <a:cs typeface="IBM Plex Mono SemiBold"/>
                <a:sym typeface="IBM Plex Mono SemiBold"/>
              </a:rPr>
              <a:t>МОДУЛЬ 1</a:t>
            </a:r>
            <a:endParaRPr sz="4900">
              <a:solidFill>
                <a:schemeClr val="lt1"/>
              </a:solidFill>
              <a:latin typeface="IBM Plex Mono SemiBold"/>
              <a:ea typeface="IBM Plex Mono SemiBold"/>
              <a:cs typeface="IBM Plex Mono SemiBold"/>
              <a:sym typeface="IBM Plex Mono SemiBold"/>
            </a:endParaRPr>
          </a:p>
          <a:p>
            <a:pPr indent="0" lvl="0" marL="0" rtl="0" algn="l">
              <a:spcBef>
                <a:spcPts val="0"/>
              </a:spcBef>
              <a:spcAft>
                <a:spcPts val="0"/>
              </a:spcAft>
              <a:buClr>
                <a:srgbClr val="000000"/>
              </a:buClr>
              <a:buSzPts val="1200"/>
              <a:buFont typeface="Arial"/>
              <a:buNone/>
            </a:pPr>
            <a:r>
              <a:rPr lang="uk" sz="2200">
                <a:solidFill>
                  <a:schemeClr val="lt1"/>
                </a:solidFill>
                <a:latin typeface="IBM Plex Mono SemiBold"/>
                <a:ea typeface="IBM Plex Mono SemiBold"/>
                <a:cs typeface="IBM Plex Mono SemiBold"/>
                <a:sym typeface="IBM Plex Mono SemiBold"/>
              </a:rPr>
              <a:t>Основи та термінологія</a:t>
            </a:r>
            <a:endParaRPr sz="4700">
              <a:solidFill>
                <a:schemeClr val="lt1"/>
              </a:solidFill>
              <a:latin typeface="IBM Plex Mono SemiBold"/>
              <a:ea typeface="IBM Plex Mono SemiBold"/>
              <a:cs typeface="IBM Plex Mono SemiBold"/>
              <a:sym typeface="IBM Plex Mono SemiBold"/>
            </a:endParaRPr>
          </a:p>
        </p:txBody>
      </p:sp>
      <p:pic>
        <p:nvPicPr>
          <p:cNvPr id="216" name="Google Shape;216;g3e52ebd8282_0_273"/>
          <p:cNvPicPr preferRelativeResize="0"/>
          <p:nvPr/>
        </p:nvPicPr>
        <p:blipFill rotWithShape="1">
          <a:blip r:embed="rId3">
            <a:alphaModFix/>
          </a:blip>
          <a:srcRect b="0" l="0" r="0" t="0"/>
          <a:stretch/>
        </p:blipFill>
        <p:spPr>
          <a:xfrm rot="-5400000">
            <a:off x="4745298" y="-113001"/>
            <a:ext cx="5642651" cy="5642651"/>
          </a:xfrm>
          <a:prstGeom prst="rect">
            <a:avLst/>
          </a:prstGeom>
          <a:noFill/>
          <a:ln>
            <a:noFill/>
          </a:ln>
        </p:spPr>
      </p:pic>
      <p:sp>
        <p:nvSpPr>
          <p:cNvPr id="217" name="Google Shape;217;g3e52ebd8282_0_273"/>
          <p:cNvSpPr txBox="1"/>
          <p:nvPr/>
        </p:nvSpPr>
        <p:spPr>
          <a:xfrm>
            <a:off x="595525" y="696825"/>
            <a:ext cx="3526200" cy="2124000"/>
          </a:xfrm>
          <a:prstGeom prst="rect">
            <a:avLst/>
          </a:prstGeom>
          <a:noFill/>
          <a:ln>
            <a:noFill/>
          </a:ln>
        </p:spPr>
        <p:txBody>
          <a:bodyPr anchorCtr="0" anchor="t" bIns="91425" lIns="91425" spcFirstLastPara="1" rIns="91425" wrap="square" tIns="91425">
            <a:spAutoFit/>
          </a:bodyPr>
          <a:lstStyle/>
          <a:p>
            <a:pPr indent="-361950" lvl="0" marL="457200" rtl="0" algn="l">
              <a:spcBef>
                <a:spcPts val="0"/>
              </a:spcBef>
              <a:spcAft>
                <a:spcPts val="0"/>
              </a:spcAft>
              <a:buClr>
                <a:schemeClr val="lt1"/>
              </a:buClr>
              <a:buSzPts val="2100"/>
              <a:buFont typeface="IBM Plex Sans"/>
              <a:buChar char="●"/>
            </a:pPr>
            <a:r>
              <a:rPr lang="uk" sz="2100">
                <a:solidFill>
                  <a:schemeClr val="lt1"/>
                </a:solidFill>
                <a:latin typeface="IBM Plex Sans"/>
                <a:ea typeface="IBM Plex Sans"/>
                <a:cs typeface="IBM Plex Sans"/>
                <a:sym typeface="IBM Plex Sans"/>
              </a:rPr>
              <a:t>Типи даних</a:t>
            </a:r>
            <a:endParaRPr sz="2100">
              <a:solidFill>
                <a:schemeClr val="lt1"/>
              </a:solidFill>
              <a:latin typeface="IBM Plex Sans"/>
              <a:ea typeface="IBM Plex Sans"/>
              <a:cs typeface="IBM Plex Sans"/>
              <a:sym typeface="IBM Plex Sans"/>
            </a:endParaRPr>
          </a:p>
          <a:p>
            <a:pPr indent="-361950" lvl="0" marL="457200" rtl="0" algn="l">
              <a:spcBef>
                <a:spcPts val="0"/>
              </a:spcBef>
              <a:spcAft>
                <a:spcPts val="0"/>
              </a:spcAft>
              <a:buClr>
                <a:schemeClr val="lt1"/>
              </a:buClr>
              <a:buSzPts val="2100"/>
              <a:buFont typeface="IBM Plex Sans"/>
              <a:buChar char="●"/>
            </a:pPr>
            <a:r>
              <a:rPr lang="uk" sz="2100">
                <a:solidFill>
                  <a:schemeClr val="lt1"/>
                </a:solidFill>
                <a:latin typeface="IBM Plex Sans"/>
                <a:ea typeface="IBM Plex Sans"/>
                <a:cs typeface="IBM Plex Sans"/>
                <a:sym typeface="IBM Plex Sans"/>
              </a:rPr>
              <a:t>Вибірка</a:t>
            </a:r>
            <a:endParaRPr sz="2100">
              <a:solidFill>
                <a:schemeClr val="lt1"/>
              </a:solidFill>
              <a:latin typeface="IBM Plex Sans"/>
              <a:ea typeface="IBM Plex Sans"/>
              <a:cs typeface="IBM Plex Sans"/>
              <a:sym typeface="IBM Plex Sans"/>
            </a:endParaRPr>
          </a:p>
          <a:p>
            <a:pPr indent="-361950" lvl="0" marL="457200" rtl="0" algn="l">
              <a:spcBef>
                <a:spcPts val="0"/>
              </a:spcBef>
              <a:spcAft>
                <a:spcPts val="0"/>
              </a:spcAft>
              <a:buClr>
                <a:schemeClr val="lt1"/>
              </a:buClr>
              <a:buSzPts val="2100"/>
              <a:buFont typeface="IBM Plex Sans"/>
              <a:buChar char="●"/>
            </a:pPr>
            <a:r>
              <a:rPr lang="uk" sz="2100">
                <a:solidFill>
                  <a:schemeClr val="lt1"/>
                </a:solidFill>
                <a:latin typeface="IBM Plex Sans"/>
                <a:ea typeface="IBM Plex Sans"/>
                <a:cs typeface="IBM Plex Sans"/>
                <a:sym typeface="IBM Plex Sans"/>
              </a:rPr>
              <a:t>Діапазон</a:t>
            </a:r>
            <a:endParaRPr sz="2100">
              <a:solidFill>
                <a:schemeClr val="lt1"/>
              </a:solidFill>
              <a:latin typeface="IBM Plex Sans"/>
              <a:ea typeface="IBM Plex Sans"/>
              <a:cs typeface="IBM Plex Sans"/>
              <a:sym typeface="IBM Plex Sans"/>
            </a:endParaRPr>
          </a:p>
          <a:p>
            <a:pPr indent="-361950" lvl="0" marL="457200" rtl="0" algn="l">
              <a:spcBef>
                <a:spcPts val="0"/>
              </a:spcBef>
              <a:spcAft>
                <a:spcPts val="0"/>
              </a:spcAft>
              <a:buClr>
                <a:schemeClr val="lt1"/>
              </a:buClr>
              <a:buSzPts val="2100"/>
              <a:buFont typeface="IBM Plex Sans"/>
              <a:buChar char="●"/>
            </a:pPr>
            <a:r>
              <a:rPr lang="uk" sz="2100">
                <a:solidFill>
                  <a:schemeClr val="lt1"/>
                </a:solidFill>
                <a:latin typeface="IBM Plex Sans"/>
                <a:ea typeface="IBM Plex Sans"/>
                <a:cs typeface="IBM Plex Sans"/>
                <a:sym typeface="IBM Plex Sans"/>
              </a:rPr>
              <a:t>Впорядкований ряд даних</a:t>
            </a:r>
            <a:endParaRPr sz="2100">
              <a:solidFill>
                <a:schemeClr val="lt1"/>
              </a:solidFill>
              <a:latin typeface="IBM Plex Sans"/>
              <a:ea typeface="IBM Plex Sans"/>
              <a:cs typeface="IBM Plex Sans"/>
              <a:sym typeface="IBM Plex Sans"/>
            </a:endParaRPr>
          </a:p>
          <a:p>
            <a:pPr indent="-361950" lvl="0" marL="457200" rtl="0" algn="l">
              <a:spcBef>
                <a:spcPts val="0"/>
              </a:spcBef>
              <a:spcAft>
                <a:spcPts val="0"/>
              </a:spcAft>
              <a:buClr>
                <a:schemeClr val="lt1"/>
              </a:buClr>
              <a:buSzPts val="2100"/>
              <a:buFont typeface="IBM Plex Sans"/>
              <a:buChar char="●"/>
            </a:pPr>
            <a:r>
              <a:rPr lang="uk" sz="2100">
                <a:solidFill>
                  <a:schemeClr val="lt1"/>
                </a:solidFill>
                <a:latin typeface="IBM Plex Sans"/>
                <a:ea typeface="IBM Plex Sans"/>
                <a:cs typeface="IBM Plex Sans"/>
                <a:sym typeface="IBM Plex Sans"/>
              </a:rPr>
              <a:t>Розподіл  </a:t>
            </a:r>
            <a:endParaRPr sz="2100">
              <a:solidFill>
                <a:schemeClr val="lt1"/>
              </a:solidFill>
              <a:latin typeface="IBM Plex Sans"/>
              <a:ea typeface="IBM Plex Sans"/>
              <a:cs typeface="IBM Plex Sans"/>
              <a:sym typeface="IBM Plex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71717"/>
        </a:solidFill>
      </p:bgPr>
    </p:bg>
    <p:spTree>
      <p:nvGrpSpPr>
        <p:cNvPr id="221" name="Shape 221"/>
        <p:cNvGrpSpPr/>
        <p:nvPr/>
      </p:nvGrpSpPr>
      <p:grpSpPr>
        <a:xfrm>
          <a:off x="0" y="0"/>
          <a:ext cx="0" cy="0"/>
          <a:chOff x="0" y="0"/>
          <a:chExt cx="0" cy="0"/>
        </a:xfrm>
      </p:grpSpPr>
      <p:sp>
        <p:nvSpPr>
          <p:cNvPr id="222" name="Google Shape;222;p5"/>
          <p:cNvSpPr txBox="1"/>
          <p:nvPr/>
        </p:nvSpPr>
        <p:spPr>
          <a:xfrm>
            <a:off x="2101040" y="1626886"/>
            <a:ext cx="1648800" cy="480600"/>
          </a:xfrm>
          <a:prstGeom prst="rect">
            <a:avLst/>
          </a:prstGeom>
          <a:noFill/>
          <a:ln>
            <a:noFill/>
          </a:ln>
        </p:spPr>
        <p:txBody>
          <a:bodyPr anchorCtr="0" anchor="t" bIns="100800" lIns="100800" spcFirstLastPara="1" rIns="100800" wrap="square" tIns="100800">
            <a:spAutoFit/>
          </a:bodyPr>
          <a:lstStyle/>
          <a:p>
            <a:pPr indent="0" lvl="0" marL="0" marR="0" rtl="0" algn="l">
              <a:lnSpc>
                <a:spcPct val="100000"/>
              </a:lnSpc>
              <a:spcBef>
                <a:spcPts val="0"/>
              </a:spcBef>
              <a:spcAft>
                <a:spcPts val="0"/>
              </a:spcAft>
              <a:buClr>
                <a:srgbClr val="000000"/>
              </a:buClr>
              <a:buSzPts val="1800"/>
              <a:buFont typeface="Arial"/>
              <a:buNone/>
            </a:pPr>
            <a:r>
              <a:rPr b="1" i="0" lang="uk" sz="1800" u="none" cap="none" strike="noStrike">
                <a:solidFill>
                  <a:schemeClr val="lt1"/>
                </a:solidFill>
                <a:latin typeface="Open Sans"/>
                <a:ea typeface="Open Sans"/>
                <a:cs typeface="Open Sans"/>
                <a:sym typeface="Open Sans"/>
              </a:rPr>
              <a:t>TEXT HERE</a:t>
            </a:r>
            <a:endParaRPr b="0" i="0" sz="1500" u="none" cap="none" strike="noStrike">
              <a:solidFill>
                <a:schemeClr val="lt1"/>
              </a:solidFill>
              <a:latin typeface="Arial"/>
              <a:ea typeface="Arial"/>
              <a:cs typeface="Arial"/>
              <a:sym typeface="Arial"/>
            </a:endParaRPr>
          </a:p>
        </p:txBody>
      </p:sp>
      <p:sp>
        <p:nvSpPr>
          <p:cNvPr id="223" name="Google Shape;223;p5"/>
          <p:cNvSpPr txBox="1"/>
          <p:nvPr/>
        </p:nvSpPr>
        <p:spPr>
          <a:xfrm>
            <a:off x="6798689" y="1626886"/>
            <a:ext cx="1648800" cy="480600"/>
          </a:xfrm>
          <a:prstGeom prst="rect">
            <a:avLst/>
          </a:prstGeom>
          <a:noFill/>
          <a:ln>
            <a:noFill/>
          </a:ln>
        </p:spPr>
        <p:txBody>
          <a:bodyPr anchorCtr="0" anchor="t" bIns="100800" lIns="100800" spcFirstLastPara="1" rIns="100800" wrap="square" tIns="100800">
            <a:spAutoFit/>
          </a:bodyPr>
          <a:lstStyle/>
          <a:p>
            <a:pPr indent="0" lvl="0" marL="0" marR="0" rtl="0" algn="l">
              <a:lnSpc>
                <a:spcPct val="100000"/>
              </a:lnSpc>
              <a:spcBef>
                <a:spcPts val="0"/>
              </a:spcBef>
              <a:spcAft>
                <a:spcPts val="0"/>
              </a:spcAft>
              <a:buClr>
                <a:srgbClr val="000000"/>
              </a:buClr>
              <a:buSzPts val="1800"/>
              <a:buFont typeface="Arial"/>
              <a:buNone/>
            </a:pPr>
            <a:r>
              <a:rPr b="1" i="0" lang="uk" sz="1800" u="none" cap="none" strike="noStrike">
                <a:solidFill>
                  <a:schemeClr val="lt1"/>
                </a:solidFill>
                <a:latin typeface="Open Sans"/>
                <a:ea typeface="Open Sans"/>
                <a:cs typeface="Open Sans"/>
                <a:sym typeface="Open Sans"/>
              </a:rPr>
              <a:t>TEXT HERE</a:t>
            </a:r>
            <a:endParaRPr b="0" i="0" sz="1500" u="none" cap="none" strike="noStrike">
              <a:solidFill>
                <a:schemeClr val="lt1"/>
              </a:solidFill>
              <a:latin typeface="Arial"/>
              <a:ea typeface="Arial"/>
              <a:cs typeface="Arial"/>
              <a:sym typeface="Arial"/>
            </a:endParaRPr>
          </a:p>
        </p:txBody>
      </p:sp>
      <p:sp>
        <p:nvSpPr>
          <p:cNvPr id="224" name="Google Shape;224;p5"/>
          <p:cNvSpPr txBox="1"/>
          <p:nvPr/>
        </p:nvSpPr>
        <p:spPr>
          <a:xfrm>
            <a:off x="238097" y="129320"/>
            <a:ext cx="9450300" cy="7851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rgbClr val="000000"/>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ТИПИ ДАНИХ</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rgbClr val="000000"/>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p:txBody>
      </p:sp>
      <p:sp>
        <p:nvSpPr>
          <p:cNvPr id="225" name="Google Shape;225;p5"/>
          <p:cNvSpPr/>
          <p:nvPr/>
        </p:nvSpPr>
        <p:spPr>
          <a:xfrm>
            <a:off x="317224" y="1260122"/>
            <a:ext cx="4714200" cy="1239900"/>
          </a:xfrm>
          <a:prstGeom prst="roundRect">
            <a:avLst>
              <a:gd fmla="val 24748" name="adj"/>
            </a:avLst>
          </a:prstGeom>
          <a:solidFill>
            <a:srgbClr val="076CFC"/>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226" name="Google Shape;226;p5"/>
          <p:cNvSpPr/>
          <p:nvPr/>
        </p:nvSpPr>
        <p:spPr>
          <a:xfrm>
            <a:off x="5019201" y="1260122"/>
            <a:ext cx="4744200" cy="1227900"/>
          </a:xfrm>
          <a:prstGeom prst="roundRect">
            <a:avLst>
              <a:gd fmla="val 24748" name="adj"/>
            </a:avLst>
          </a:prstGeom>
          <a:solidFill>
            <a:srgbClr val="076CFC"/>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227" name="Google Shape;227;p5"/>
          <p:cNvSpPr/>
          <p:nvPr/>
        </p:nvSpPr>
        <p:spPr>
          <a:xfrm>
            <a:off x="326100" y="2477773"/>
            <a:ext cx="4714200" cy="1302600"/>
          </a:xfrm>
          <a:prstGeom prst="roundRect">
            <a:avLst>
              <a:gd fmla="val 19743" name="adj"/>
            </a:avLst>
          </a:prstGeom>
          <a:solidFill>
            <a:srgbClr val="282828"/>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228" name="Google Shape;228;p5"/>
          <p:cNvSpPr/>
          <p:nvPr/>
        </p:nvSpPr>
        <p:spPr>
          <a:xfrm>
            <a:off x="5031450" y="2477604"/>
            <a:ext cx="4732200" cy="1302600"/>
          </a:xfrm>
          <a:prstGeom prst="roundRect">
            <a:avLst>
              <a:gd fmla="val 20265" name="adj"/>
            </a:avLst>
          </a:prstGeom>
          <a:solidFill>
            <a:srgbClr val="282828"/>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229" name="Google Shape;229;p5"/>
          <p:cNvSpPr txBox="1"/>
          <p:nvPr/>
        </p:nvSpPr>
        <p:spPr>
          <a:xfrm>
            <a:off x="443525" y="2477025"/>
            <a:ext cx="4461600" cy="1304100"/>
          </a:xfrm>
          <a:prstGeom prst="rect">
            <a:avLst/>
          </a:prstGeom>
          <a:noFill/>
          <a:ln>
            <a:noFill/>
          </a:ln>
        </p:spPr>
        <p:txBody>
          <a:bodyPr anchorCtr="0" anchor="t" bIns="100800" lIns="100800" spcFirstLastPara="1" rIns="100800" wrap="square" tIns="100800">
            <a:spAutoFit/>
          </a:bodyPr>
          <a:lstStyle/>
          <a:p>
            <a:pPr indent="0" lvl="0" marL="0" marR="0" rtl="0" algn="l">
              <a:lnSpc>
                <a:spcPct val="115000"/>
              </a:lnSpc>
              <a:spcBef>
                <a:spcPts val="0"/>
              </a:spcBef>
              <a:spcAft>
                <a:spcPts val="0"/>
              </a:spcAft>
              <a:buClr>
                <a:srgbClr val="000000"/>
              </a:buClr>
              <a:buSzPts val="1400"/>
              <a:buFont typeface="Arial"/>
              <a:buNone/>
            </a:pPr>
            <a:r>
              <a:t/>
            </a:r>
            <a:endParaRPr b="1" i="0" sz="1400" u="none" cap="none" strike="noStrike">
              <a:solidFill>
                <a:srgbClr val="E5E8EC"/>
              </a:solidFill>
              <a:latin typeface="IBM Plex Sans"/>
              <a:ea typeface="IBM Plex Sans"/>
              <a:cs typeface="IBM Plex Sans"/>
              <a:sym typeface="IBM Plex Sans"/>
            </a:endParaRPr>
          </a:p>
          <a:p>
            <a:pPr indent="-368300" lvl="0" marL="508000" marR="0" rtl="0" algn="l">
              <a:lnSpc>
                <a:spcPct val="115000"/>
              </a:lnSpc>
              <a:spcBef>
                <a:spcPts val="0"/>
              </a:spcBef>
              <a:spcAft>
                <a:spcPts val="0"/>
              </a:spcAft>
              <a:buClr>
                <a:srgbClr val="E5E8EC"/>
              </a:buClr>
              <a:buSzPts val="1800"/>
              <a:buFont typeface="IBM Plex Sans"/>
              <a:buChar char="●"/>
            </a:pPr>
            <a:r>
              <a:rPr b="0" i="0" lang="uk" sz="1800" u="none" cap="none" strike="noStrike">
                <a:solidFill>
                  <a:srgbClr val="E5E8EC"/>
                </a:solidFill>
                <a:latin typeface="IBM Plex Sans"/>
                <a:ea typeface="IBM Plex Sans"/>
                <a:cs typeface="IBM Plex Sans"/>
                <a:sym typeface="IBM Plex Sans"/>
              </a:rPr>
              <a:t>дискретні</a:t>
            </a:r>
            <a:endParaRPr b="0" i="0" sz="1800" u="none" cap="none" strike="noStrike">
              <a:solidFill>
                <a:srgbClr val="E5E8EC"/>
              </a:solidFill>
              <a:latin typeface="IBM Plex Sans"/>
              <a:ea typeface="IBM Plex Sans"/>
              <a:cs typeface="IBM Plex Sans"/>
              <a:sym typeface="IBM Plex Sans"/>
            </a:endParaRPr>
          </a:p>
          <a:p>
            <a:pPr indent="-368300" lvl="0" marL="508000" marR="0" rtl="0" algn="l">
              <a:lnSpc>
                <a:spcPct val="115000"/>
              </a:lnSpc>
              <a:spcBef>
                <a:spcPts val="0"/>
              </a:spcBef>
              <a:spcAft>
                <a:spcPts val="0"/>
              </a:spcAft>
              <a:buClr>
                <a:srgbClr val="E5E8EC"/>
              </a:buClr>
              <a:buSzPts val="1800"/>
              <a:buFont typeface="IBM Plex Sans"/>
              <a:buChar char="●"/>
            </a:pPr>
            <a:r>
              <a:rPr b="0" i="0" lang="uk" sz="1800" u="none" cap="none" strike="noStrike">
                <a:solidFill>
                  <a:srgbClr val="E5E8EC"/>
                </a:solidFill>
                <a:latin typeface="IBM Plex Sans"/>
                <a:ea typeface="IBM Plex Sans"/>
                <a:cs typeface="IBM Plex Sans"/>
                <a:sym typeface="IBM Plex Sans"/>
              </a:rPr>
              <a:t>неперервні</a:t>
            </a:r>
            <a:endParaRPr b="0" i="0" sz="1400" u="none" cap="none" strike="noStrike">
              <a:solidFill>
                <a:srgbClr val="E5E8EC"/>
              </a:solidFill>
              <a:latin typeface="IBM Plex Sans"/>
              <a:ea typeface="IBM Plex Sans"/>
              <a:cs typeface="IBM Plex Sans"/>
              <a:sym typeface="IBM Plex Sans"/>
            </a:endParaRPr>
          </a:p>
          <a:p>
            <a:pPr indent="0" lvl="0" marL="0" marR="0" rtl="0" algn="l">
              <a:lnSpc>
                <a:spcPct val="115000"/>
              </a:lnSpc>
              <a:spcBef>
                <a:spcPts val="0"/>
              </a:spcBef>
              <a:spcAft>
                <a:spcPts val="0"/>
              </a:spcAft>
              <a:buClr>
                <a:srgbClr val="000000"/>
              </a:buClr>
              <a:buSzPts val="1400"/>
              <a:buFont typeface="Arial"/>
              <a:buNone/>
            </a:pPr>
            <a:r>
              <a:t/>
            </a:r>
            <a:endParaRPr b="1" i="0" sz="1400" u="none" cap="none" strike="noStrike">
              <a:solidFill>
                <a:srgbClr val="E5E8EC"/>
              </a:solidFill>
              <a:latin typeface="IBM Plex Sans"/>
              <a:ea typeface="IBM Plex Sans"/>
              <a:cs typeface="IBM Plex Sans"/>
              <a:sym typeface="IBM Plex Sans"/>
            </a:endParaRPr>
          </a:p>
        </p:txBody>
      </p:sp>
      <p:sp>
        <p:nvSpPr>
          <p:cNvPr id="230" name="Google Shape;230;p5"/>
          <p:cNvSpPr txBox="1"/>
          <p:nvPr/>
        </p:nvSpPr>
        <p:spPr>
          <a:xfrm>
            <a:off x="5025462" y="2750012"/>
            <a:ext cx="4744200" cy="757800"/>
          </a:xfrm>
          <a:prstGeom prst="rect">
            <a:avLst/>
          </a:prstGeom>
          <a:noFill/>
          <a:ln>
            <a:noFill/>
          </a:ln>
        </p:spPr>
        <p:txBody>
          <a:bodyPr anchorCtr="0" anchor="t" bIns="100800" lIns="100800" spcFirstLastPara="1" rIns="100800" wrap="square" tIns="100800">
            <a:spAutoFit/>
          </a:bodyPr>
          <a:lstStyle/>
          <a:p>
            <a:pPr indent="-368300" lvl="0" marL="508000" marR="0" rtl="0" algn="l">
              <a:lnSpc>
                <a:spcPct val="100000"/>
              </a:lnSpc>
              <a:spcBef>
                <a:spcPts val="0"/>
              </a:spcBef>
              <a:spcAft>
                <a:spcPts val="0"/>
              </a:spcAft>
              <a:buClr>
                <a:srgbClr val="E5E8EC"/>
              </a:buClr>
              <a:buSzPts val="1800"/>
              <a:buFont typeface="IBM Plex Sans"/>
              <a:buChar char="●"/>
            </a:pPr>
            <a:r>
              <a:rPr b="0" i="0" lang="uk" sz="1800" u="none" cap="none" strike="noStrike">
                <a:solidFill>
                  <a:srgbClr val="E5E8EC"/>
                </a:solidFill>
                <a:latin typeface="IBM Plex Sans"/>
                <a:ea typeface="IBM Plex Sans"/>
                <a:cs typeface="IBM Plex Sans"/>
                <a:sym typeface="IBM Plex Sans"/>
              </a:rPr>
              <a:t>впорядковані</a:t>
            </a:r>
            <a:endParaRPr b="0" i="0" sz="1800" u="none" cap="none" strike="noStrike">
              <a:solidFill>
                <a:srgbClr val="E5E8EC"/>
              </a:solidFill>
              <a:latin typeface="IBM Plex Sans"/>
              <a:ea typeface="IBM Plex Sans"/>
              <a:cs typeface="IBM Plex Sans"/>
              <a:sym typeface="IBM Plex Sans"/>
            </a:endParaRPr>
          </a:p>
          <a:p>
            <a:pPr indent="-368300" lvl="0" marL="508000" marR="0" rtl="0" algn="l">
              <a:lnSpc>
                <a:spcPct val="100000"/>
              </a:lnSpc>
              <a:spcBef>
                <a:spcPts val="0"/>
              </a:spcBef>
              <a:spcAft>
                <a:spcPts val="0"/>
              </a:spcAft>
              <a:buClr>
                <a:srgbClr val="E5E8EC"/>
              </a:buClr>
              <a:buSzPts val="1800"/>
              <a:buFont typeface="IBM Plex Sans"/>
              <a:buChar char="●"/>
            </a:pPr>
            <a:r>
              <a:rPr b="0" i="0" lang="uk" sz="1800" u="none" cap="none" strike="noStrike">
                <a:solidFill>
                  <a:srgbClr val="E5E8EC"/>
                </a:solidFill>
                <a:latin typeface="IBM Plex Sans"/>
                <a:ea typeface="IBM Plex Sans"/>
                <a:cs typeface="IBM Plex Sans"/>
                <a:sym typeface="IBM Plex Sans"/>
              </a:rPr>
              <a:t>невпорядковані</a:t>
            </a:r>
            <a:endParaRPr b="1" i="0" sz="1400" u="none" cap="none" strike="noStrike">
              <a:solidFill>
                <a:srgbClr val="E5E8EC"/>
              </a:solidFill>
              <a:latin typeface="IBM Plex Sans"/>
              <a:ea typeface="IBM Plex Sans"/>
              <a:cs typeface="IBM Plex Sans"/>
              <a:sym typeface="IBM Plex Sans"/>
            </a:endParaRPr>
          </a:p>
        </p:txBody>
      </p:sp>
      <p:sp>
        <p:nvSpPr>
          <p:cNvPr id="231" name="Google Shape;231;p5"/>
          <p:cNvSpPr txBox="1"/>
          <p:nvPr/>
        </p:nvSpPr>
        <p:spPr>
          <a:xfrm>
            <a:off x="1803050" y="1555400"/>
            <a:ext cx="1887600" cy="441300"/>
          </a:xfrm>
          <a:prstGeom prst="rect">
            <a:avLst/>
          </a:prstGeom>
          <a:noFill/>
          <a:ln>
            <a:noFill/>
          </a:ln>
        </p:spPr>
        <p:txBody>
          <a:bodyPr anchorCtr="0" anchor="t" bIns="100800" lIns="100800" spcFirstLastPara="1" rIns="100800" wrap="square" tIns="100800">
            <a:noAutofit/>
          </a:bodyPr>
          <a:lstStyle/>
          <a:p>
            <a:pPr indent="0" lvl="0" marL="0" marR="0" rtl="0" algn="l">
              <a:lnSpc>
                <a:spcPct val="100000"/>
              </a:lnSpc>
              <a:spcBef>
                <a:spcPts val="0"/>
              </a:spcBef>
              <a:spcAft>
                <a:spcPts val="0"/>
              </a:spcAft>
              <a:buClr>
                <a:srgbClr val="000000"/>
              </a:buClr>
              <a:buSzPts val="2400"/>
              <a:buFont typeface="Arial"/>
              <a:buNone/>
            </a:pPr>
            <a:r>
              <a:rPr b="0" i="0" lang="uk" sz="2400" u="none" cap="none" strike="noStrike">
                <a:solidFill>
                  <a:srgbClr val="E5E8EC"/>
                </a:solidFill>
                <a:latin typeface="IBM Plex Mono SemiBold"/>
                <a:ea typeface="IBM Plex Mono SemiBold"/>
                <a:cs typeface="IBM Plex Mono SemiBold"/>
                <a:sym typeface="IBM Plex Mono SemiBold"/>
              </a:rPr>
              <a:t>Кількісні</a:t>
            </a:r>
            <a:endParaRPr b="0" i="0" sz="2400" u="none" cap="none" strike="noStrike">
              <a:solidFill>
                <a:srgbClr val="E5E8EC"/>
              </a:solidFill>
              <a:latin typeface="IBM Plex Mono SemiBold"/>
              <a:ea typeface="IBM Plex Mono SemiBold"/>
              <a:cs typeface="IBM Plex Mono SemiBold"/>
              <a:sym typeface="IBM Plex Mono SemiBold"/>
            </a:endParaRPr>
          </a:p>
        </p:txBody>
      </p:sp>
      <p:sp>
        <p:nvSpPr>
          <p:cNvPr id="232" name="Google Shape;232;p5"/>
          <p:cNvSpPr txBox="1"/>
          <p:nvPr/>
        </p:nvSpPr>
        <p:spPr>
          <a:xfrm>
            <a:off x="6072300" y="1555400"/>
            <a:ext cx="2642700" cy="441300"/>
          </a:xfrm>
          <a:prstGeom prst="rect">
            <a:avLst/>
          </a:prstGeom>
          <a:noFill/>
          <a:ln>
            <a:noFill/>
          </a:ln>
        </p:spPr>
        <p:txBody>
          <a:bodyPr anchorCtr="0" anchor="t" bIns="100800" lIns="100800" spcFirstLastPara="1" rIns="100800" wrap="square" tIns="100800">
            <a:noAutofit/>
          </a:bodyPr>
          <a:lstStyle/>
          <a:p>
            <a:pPr indent="0" lvl="0" marL="0" marR="0" rtl="0" algn="l">
              <a:lnSpc>
                <a:spcPct val="100000"/>
              </a:lnSpc>
              <a:spcBef>
                <a:spcPts val="0"/>
              </a:spcBef>
              <a:spcAft>
                <a:spcPts val="0"/>
              </a:spcAft>
              <a:buClr>
                <a:srgbClr val="000000"/>
              </a:buClr>
              <a:buSzPts val="2400"/>
              <a:buFont typeface="Arial"/>
              <a:buNone/>
            </a:pPr>
            <a:r>
              <a:rPr b="0" i="0" lang="uk" sz="2400" u="none" cap="none" strike="noStrike">
                <a:solidFill>
                  <a:srgbClr val="E5E8EC"/>
                </a:solidFill>
                <a:latin typeface="IBM Plex Mono SemiBold"/>
                <a:ea typeface="IBM Plex Mono SemiBold"/>
                <a:cs typeface="IBM Plex Mono SemiBold"/>
                <a:sym typeface="IBM Plex Mono SemiBold"/>
              </a:rPr>
              <a:t>Категоріальні</a:t>
            </a:r>
            <a:endParaRPr b="0" i="0" sz="2400" u="none" cap="none" strike="noStrike">
              <a:solidFill>
                <a:srgbClr val="E5E8EC"/>
              </a:solidFill>
              <a:latin typeface="IBM Plex Mono SemiBold"/>
              <a:ea typeface="IBM Plex Mono SemiBold"/>
              <a:cs typeface="IBM Plex Mono SemiBold"/>
              <a:sym typeface="IBM Plex Mono SemiBo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236" name="Shape 236"/>
        <p:cNvGrpSpPr/>
        <p:nvPr/>
      </p:nvGrpSpPr>
      <p:grpSpPr>
        <a:xfrm>
          <a:off x="0" y="0"/>
          <a:ext cx="0" cy="0"/>
          <a:chOff x="0" y="0"/>
          <a:chExt cx="0" cy="0"/>
        </a:xfrm>
      </p:grpSpPr>
      <p:sp>
        <p:nvSpPr>
          <p:cNvPr id="237" name="Google Shape;237;p6"/>
          <p:cNvSpPr/>
          <p:nvPr/>
        </p:nvSpPr>
        <p:spPr>
          <a:xfrm>
            <a:off x="317225" y="2509475"/>
            <a:ext cx="9371100" cy="2766600"/>
          </a:xfrm>
          <a:prstGeom prst="roundRect">
            <a:avLst>
              <a:gd fmla="val 8532" name="adj"/>
            </a:avLst>
          </a:prstGeom>
          <a:solidFill>
            <a:srgbClr val="282828"/>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8" name="Google Shape;238;p6"/>
          <p:cNvSpPr/>
          <p:nvPr/>
        </p:nvSpPr>
        <p:spPr>
          <a:xfrm>
            <a:off x="317225" y="1108450"/>
            <a:ext cx="9371100" cy="1401000"/>
          </a:xfrm>
          <a:prstGeom prst="roundRect">
            <a:avLst>
              <a:gd fmla="val 20734" name="adj"/>
            </a:avLst>
          </a:prstGeom>
          <a:solidFill>
            <a:srgbClr val="076CFC"/>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39" name="Google Shape;239;p6"/>
          <p:cNvSpPr txBox="1"/>
          <p:nvPr/>
        </p:nvSpPr>
        <p:spPr>
          <a:xfrm>
            <a:off x="515897" y="123173"/>
            <a:ext cx="9450300" cy="7851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ЩО ТАКЕ ВИБІРКА?</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p:txBody>
      </p:sp>
      <p:sp>
        <p:nvSpPr>
          <p:cNvPr id="240" name="Google Shape;240;p6"/>
          <p:cNvSpPr txBox="1"/>
          <p:nvPr/>
        </p:nvSpPr>
        <p:spPr>
          <a:xfrm>
            <a:off x="549360" y="1242745"/>
            <a:ext cx="8827800" cy="1548300"/>
          </a:xfrm>
          <a:prstGeom prst="rect">
            <a:avLst/>
          </a:prstGeom>
          <a:noFill/>
          <a:ln>
            <a:noFill/>
          </a:ln>
        </p:spPr>
        <p:txBody>
          <a:bodyPr anchorCtr="0" anchor="t" bIns="75600" lIns="75600" spcFirstLastPara="1" rIns="75600" wrap="square" tIns="75600">
            <a:spAutoFit/>
          </a:bodyPr>
          <a:lstStyle/>
          <a:p>
            <a:pPr indent="0" lvl="0" marL="0" marR="0" rtl="0" algn="l">
              <a:lnSpc>
                <a:spcPct val="115000"/>
              </a:lnSpc>
              <a:spcBef>
                <a:spcPts val="800"/>
              </a:spcBef>
              <a:spcAft>
                <a:spcPts val="0"/>
              </a:spcAft>
              <a:buClr>
                <a:srgbClr val="000000"/>
              </a:buClr>
              <a:buSzPts val="1500"/>
              <a:buFont typeface="Arial"/>
              <a:buNone/>
            </a:pPr>
            <a:r>
              <a:rPr b="0" i="0" lang="uk" sz="1500" u="none" cap="none" strike="noStrike">
                <a:solidFill>
                  <a:schemeClr val="lt1"/>
                </a:solidFill>
                <a:latin typeface="IBM Plex Sans"/>
                <a:ea typeface="IBM Plex Sans"/>
                <a:cs typeface="IBM Plex Sans"/>
                <a:sym typeface="IBM Plex Sans"/>
              </a:rPr>
              <a:t>Вибірка — це підмножина елементів із великої сукупності (генеральної сукупності), </a:t>
            </a:r>
            <a:br>
              <a:rPr b="0" i="0" lang="uk" sz="1500" u="none" cap="none" strike="noStrike">
                <a:solidFill>
                  <a:schemeClr val="lt1"/>
                </a:solidFill>
                <a:latin typeface="IBM Plex Sans"/>
                <a:ea typeface="IBM Plex Sans"/>
                <a:cs typeface="IBM Plex Sans"/>
                <a:sym typeface="IBM Plex Sans"/>
              </a:rPr>
            </a:br>
            <a:r>
              <a:rPr b="0" i="0" lang="uk" sz="1500" u="none" cap="none" strike="noStrike">
                <a:solidFill>
                  <a:schemeClr val="lt1"/>
                </a:solidFill>
                <a:latin typeface="IBM Plex Sans"/>
                <a:ea typeface="IBM Plex Sans"/>
                <a:cs typeface="IBM Plex Sans"/>
                <a:sym typeface="IBM Plex Sans"/>
              </a:rPr>
              <a:t>яку ми аналізуємо, щоб зробити висновки про всю сукупність. </a:t>
            </a:r>
            <a:br>
              <a:rPr b="0" i="0" lang="uk" sz="1500" u="none" cap="none" strike="noStrike">
                <a:solidFill>
                  <a:schemeClr val="lt1"/>
                </a:solidFill>
                <a:latin typeface="IBM Plex Sans"/>
                <a:ea typeface="IBM Plex Sans"/>
                <a:cs typeface="IBM Plex Sans"/>
                <a:sym typeface="IBM Plex Sans"/>
              </a:rPr>
            </a:br>
            <a:r>
              <a:rPr b="0" i="0" lang="uk" sz="1500" u="none" cap="none" strike="noStrike">
                <a:solidFill>
                  <a:schemeClr val="lt1"/>
                </a:solidFill>
                <a:latin typeface="IBM Plex Sans"/>
                <a:ea typeface="IBM Plex Sans"/>
                <a:cs typeface="IBM Plex Sans"/>
                <a:sym typeface="IBM Plex Sans"/>
              </a:rPr>
              <a:t>Простими словами: вибірка — це "маленька копія" великої групи, яку ми вивчаємо </a:t>
            </a:r>
            <a:br>
              <a:rPr b="0" i="0" lang="uk" sz="1500" u="none" cap="none" strike="noStrike">
                <a:solidFill>
                  <a:schemeClr val="lt1"/>
                </a:solidFill>
                <a:latin typeface="IBM Plex Sans"/>
                <a:ea typeface="IBM Plex Sans"/>
                <a:cs typeface="IBM Plex Sans"/>
                <a:sym typeface="IBM Plex Sans"/>
              </a:rPr>
            </a:br>
            <a:r>
              <a:rPr b="0" i="0" lang="uk" sz="1500" u="none" cap="none" strike="noStrike">
                <a:solidFill>
                  <a:schemeClr val="lt1"/>
                </a:solidFill>
                <a:latin typeface="IBM Plex Sans"/>
                <a:ea typeface="IBM Plex Sans"/>
                <a:cs typeface="IBM Plex Sans"/>
                <a:sym typeface="IBM Plex Sans"/>
              </a:rPr>
              <a:t>замість усієї групи.</a:t>
            </a:r>
            <a:endParaRPr b="0" i="0" sz="15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chemeClr val="lt1"/>
              </a:solidFill>
              <a:latin typeface="IBM Plex Mono SemiBold"/>
              <a:ea typeface="IBM Plex Mono SemiBold"/>
              <a:cs typeface="IBM Plex Mono SemiBold"/>
              <a:sym typeface="IBM Plex Mono SemiBold"/>
            </a:endParaRPr>
          </a:p>
        </p:txBody>
      </p:sp>
      <p:graphicFrame>
        <p:nvGraphicFramePr>
          <p:cNvPr id="241" name="Google Shape;241;p6"/>
          <p:cNvGraphicFramePr/>
          <p:nvPr/>
        </p:nvGraphicFramePr>
        <p:xfrm>
          <a:off x="1243550" y="3047900"/>
          <a:ext cx="3000000" cy="3000000"/>
        </p:xfrm>
        <a:graphic>
          <a:graphicData uri="http://schemas.openxmlformats.org/drawingml/2006/table">
            <a:tbl>
              <a:tblPr>
                <a:noFill/>
                <a:tableStyleId>{EF90DA63-0834-46E0-B875-158D6628313B}</a:tableStyleId>
              </a:tblPr>
              <a:tblGrid>
                <a:gridCol w="1952125"/>
                <a:gridCol w="5899875"/>
              </a:tblGrid>
              <a:tr h="258650">
                <a:tc>
                  <a:txBody>
                    <a:bodyPr/>
                    <a:lstStyle/>
                    <a:p>
                      <a:pPr indent="0" lvl="0" marL="0" rtl="0" algn="ctr">
                        <a:lnSpc>
                          <a:spcPct val="115000"/>
                        </a:lnSpc>
                        <a:spcBef>
                          <a:spcPts val="0"/>
                        </a:spcBef>
                        <a:spcAft>
                          <a:spcPts val="0"/>
                        </a:spcAft>
                        <a:buNone/>
                      </a:pPr>
                      <a:r>
                        <a:rPr b="1" lang="uk">
                          <a:solidFill>
                            <a:schemeClr val="lt1"/>
                          </a:solidFill>
                          <a:latin typeface="IBM Plex Sans"/>
                          <a:ea typeface="IBM Plex Sans"/>
                          <a:cs typeface="IBM Plex Sans"/>
                          <a:sym typeface="IBM Plex Sans"/>
                        </a:rPr>
                        <a:t>Параметр</a:t>
                      </a:r>
                      <a:endParaRPr b="1">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076CFC"/>
                    </a:solidFill>
                  </a:tcPr>
                </a:tc>
                <a:tc>
                  <a:txBody>
                    <a:bodyPr/>
                    <a:lstStyle/>
                    <a:p>
                      <a:pPr indent="0" lvl="0" marL="0" rtl="0" algn="ctr">
                        <a:lnSpc>
                          <a:spcPct val="115000"/>
                        </a:lnSpc>
                        <a:spcBef>
                          <a:spcPts val="0"/>
                        </a:spcBef>
                        <a:spcAft>
                          <a:spcPts val="0"/>
                        </a:spcAft>
                        <a:buNone/>
                      </a:pPr>
                      <a:r>
                        <a:rPr b="1" lang="uk">
                          <a:solidFill>
                            <a:schemeClr val="lt1"/>
                          </a:solidFill>
                          <a:latin typeface="IBM Plex Sans"/>
                          <a:ea typeface="IBM Plex Sans"/>
                          <a:cs typeface="IBM Plex Sans"/>
                          <a:sym typeface="IBM Plex Sans"/>
                        </a:rPr>
                        <a:t>Опис</a:t>
                      </a:r>
                      <a:endParaRPr b="1">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076CFC"/>
                    </a:solidFill>
                  </a:tcPr>
                </a:tc>
              </a:tr>
              <a:tr h="417000">
                <a:tc>
                  <a:txBody>
                    <a:bodyPr/>
                    <a:lstStyle/>
                    <a:p>
                      <a:pPr indent="0" lvl="0" marL="0" rtl="0" algn="l">
                        <a:spcBef>
                          <a:spcPts val="0"/>
                        </a:spcBef>
                        <a:spcAft>
                          <a:spcPts val="0"/>
                        </a:spcAft>
                        <a:buNone/>
                      </a:pPr>
                      <a:r>
                        <a:rPr lang="uk">
                          <a:solidFill>
                            <a:schemeClr val="lt1"/>
                          </a:solidFill>
                          <a:latin typeface="IBM Plex Sans"/>
                          <a:ea typeface="IBM Plex Sans"/>
                          <a:cs typeface="IBM Plex Sans"/>
                          <a:sym typeface="IBM Plex Sans"/>
                        </a:rPr>
                        <a:t>Розмір вибірки (n)</a:t>
                      </a:r>
                      <a:endParaRPr>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uk">
                          <a:solidFill>
                            <a:schemeClr val="lt1"/>
                          </a:solidFill>
                          <a:latin typeface="IBM Plex Sans"/>
                          <a:ea typeface="IBM Plex Sans"/>
                          <a:cs typeface="IBM Plex Sans"/>
                          <a:sym typeface="IBM Plex Sans"/>
                        </a:rPr>
                        <a:t>Кількість об'єктів у вибірці</a:t>
                      </a:r>
                      <a:endParaRPr>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chemeClr val="dk1"/>
                    </a:solidFill>
                  </a:tcPr>
                </a:tc>
              </a:tr>
              <a:tr h="417000">
                <a:tc>
                  <a:txBody>
                    <a:bodyPr/>
                    <a:lstStyle/>
                    <a:p>
                      <a:pPr indent="0" lvl="0" marL="0" rtl="0" algn="l">
                        <a:spcBef>
                          <a:spcPts val="0"/>
                        </a:spcBef>
                        <a:spcAft>
                          <a:spcPts val="0"/>
                        </a:spcAft>
                        <a:buNone/>
                      </a:pPr>
                      <a:r>
                        <a:rPr lang="uk">
                          <a:solidFill>
                            <a:schemeClr val="lt1"/>
                          </a:solidFill>
                          <a:latin typeface="IBM Plex Sans"/>
                          <a:ea typeface="IBM Plex Sans"/>
                          <a:cs typeface="IBM Plex Sans"/>
                          <a:sym typeface="IBM Plex Sans"/>
                        </a:rPr>
                        <a:t>Репрезентативність</a:t>
                      </a:r>
                      <a:endParaRPr>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uk">
                          <a:solidFill>
                            <a:schemeClr val="lt1"/>
                          </a:solidFill>
                          <a:latin typeface="IBM Plex Sans"/>
                          <a:ea typeface="IBM Plex Sans"/>
                          <a:cs typeface="IBM Plex Sans"/>
                          <a:sym typeface="IBM Plex Sans"/>
                        </a:rPr>
                        <a:t>Наскільки добре вибірка відображає генеральну сукупність</a:t>
                      </a:r>
                      <a:endParaRPr>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chemeClr val="dk1"/>
                    </a:solidFill>
                  </a:tcPr>
                </a:tc>
              </a:tr>
              <a:tr h="271850">
                <a:tc>
                  <a:txBody>
                    <a:bodyPr/>
                    <a:lstStyle/>
                    <a:p>
                      <a:pPr indent="0" lvl="0" marL="0" rtl="0" algn="l">
                        <a:spcBef>
                          <a:spcPts val="0"/>
                        </a:spcBef>
                        <a:spcAft>
                          <a:spcPts val="0"/>
                        </a:spcAft>
                        <a:buNone/>
                      </a:pPr>
                      <a:r>
                        <a:rPr lang="uk">
                          <a:solidFill>
                            <a:schemeClr val="lt1"/>
                          </a:solidFill>
                          <a:latin typeface="IBM Plex Sans"/>
                          <a:ea typeface="IBM Plex Sans"/>
                          <a:cs typeface="IBM Plex Sans"/>
                          <a:sym typeface="IBM Plex Sans"/>
                        </a:rPr>
                        <a:t>Спосіб відбору</a:t>
                      </a:r>
                      <a:endParaRPr>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uk">
                          <a:solidFill>
                            <a:schemeClr val="lt1"/>
                          </a:solidFill>
                          <a:latin typeface="IBM Plex Sans"/>
                          <a:ea typeface="IBM Plex Sans"/>
                          <a:cs typeface="IBM Plex Sans"/>
                          <a:sym typeface="IBM Plex Sans"/>
                        </a:rPr>
                        <a:t>Випадкова чи цільова вибірка</a:t>
                      </a:r>
                      <a:endParaRPr>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chemeClr val="dk1"/>
                    </a:solidFill>
                  </a:tcPr>
                </a:tc>
              </a:tr>
              <a:tr h="271850">
                <a:tc>
                  <a:txBody>
                    <a:bodyPr/>
                    <a:lstStyle/>
                    <a:p>
                      <a:pPr indent="0" lvl="0" marL="0" rtl="0" algn="l">
                        <a:spcBef>
                          <a:spcPts val="0"/>
                        </a:spcBef>
                        <a:spcAft>
                          <a:spcPts val="0"/>
                        </a:spcAft>
                        <a:buNone/>
                      </a:pPr>
                      <a:r>
                        <a:rPr lang="uk">
                          <a:solidFill>
                            <a:schemeClr val="lt1"/>
                          </a:solidFill>
                          <a:latin typeface="IBM Plex Sans"/>
                          <a:ea typeface="IBM Plex Sans"/>
                          <a:cs typeface="IBM Plex Sans"/>
                          <a:sym typeface="IBM Plex Sans"/>
                        </a:rPr>
                        <a:t>Похибка вибірки</a:t>
                      </a:r>
                      <a:endParaRPr>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uk">
                          <a:solidFill>
                            <a:schemeClr val="lt1"/>
                          </a:solidFill>
                          <a:latin typeface="IBM Plex Sans"/>
                          <a:ea typeface="IBM Plex Sans"/>
                          <a:cs typeface="IBM Plex Sans"/>
                          <a:sym typeface="IBM Plex Sans"/>
                        </a:rPr>
                        <a:t>Рівень можливої неточності висновків</a:t>
                      </a:r>
                      <a:endParaRPr>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chemeClr val="dk1"/>
                    </a:solidFill>
                  </a:tcPr>
                </a:tc>
              </a:tr>
            </a:tbl>
          </a:graphicData>
        </a:graphic>
      </p:graphicFrame>
      <p:sp>
        <p:nvSpPr>
          <p:cNvPr id="242" name="Google Shape;242;p6"/>
          <p:cNvSpPr txBox="1"/>
          <p:nvPr/>
        </p:nvSpPr>
        <p:spPr>
          <a:xfrm>
            <a:off x="549360" y="2586820"/>
            <a:ext cx="8827800" cy="383700"/>
          </a:xfrm>
          <a:prstGeom prst="rect">
            <a:avLst/>
          </a:prstGeom>
          <a:noFill/>
          <a:ln>
            <a:noFill/>
          </a:ln>
        </p:spPr>
        <p:txBody>
          <a:bodyPr anchorCtr="0" anchor="t" bIns="75600" lIns="75600" spcFirstLastPara="1" rIns="75600" wrap="square" tIns="75600">
            <a:spAutoFit/>
          </a:bodyPr>
          <a:lstStyle/>
          <a:p>
            <a:pPr indent="0" lvl="0" marL="0" marR="0" rtl="0" algn="l">
              <a:lnSpc>
                <a:spcPct val="115000"/>
              </a:lnSpc>
              <a:spcBef>
                <a:spcPts val="800"/>
              </a:spcBef>
              <a:spcAft>
                <a:spcPts val="0"/>
              </a:spcAft>
              <a:buClr>
                <a:srgbClr val="000000"/>
              </a:buClr>
              <a:buSzPts val="1500"/>
              <a:buFont typeface="Arial"/>
              <a:buNone/>
            </a:pPr>
            <a:r>
              <a:rPr b="1" lang="uk" sz="1500">
                <a:solidFill>
                  <a:schemeClr val="lt1"/>
                </a:solidFill>
                <a:latin typeface="IBM Plex Sans"/>
                <a:ea typeface="IBM Plex Sans"/>
                <a:cs typeface="IBM Plex Sans"/>
                <a:sym typeface="IBM Plex Sans"/>
              </a:rPr>
              <a:t>Основні характеристики вибірки</a:t>
            </a:r>
            <a:endParaRPr b="1" i="0" sz="1500" u="none" cap="none" strike="noStrike">
              <a:solidFill>
                <a:schemeClr val="lt1"/>
              </a:solidFill>
              <a:latin typeface="IBM Plex Sans"/>
              <a:ea typeface="IBM Plex Sans"/>
              <a:cs typeface="IBM Plex Sans"/>
              <a:sym typeface="IBM Plex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246" name="Shape 246"/>
        <p:cNvGrpSpPr/>
        <p:nvPr/>
      </p:nvGrpSpPr>
      <p:grpSpPr>
        <a:xfrm>
          <a:off x="0" y="0"/>
          <a:ext cx="0" cy="0"/>
          <a:chOff x="0" y="0"/>
          <a:chExt cx="0" cy="0"/>
        </a:xfrm>
      </p:grpSpPr>
      <p:sp>
        <p:nvSpPr>
          <p:cNvPr id="247" name="Google Shape;247;p7"/>
          <p:cNvSpPr txBox="1"/>
          <p:nvPr/>
        </p:nvSpPr>
        <p:spPr>
          <a:xfrm>
            <a:off x="238097" y="144578"/>
            <a:ext cx="9564900" cy="10878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4000"/>
              <a:buFont typeface="Arial"/>
              <a:buNone/>
            </a:pPr>
            <a:r>
              <a:rPr b="0" i="0" lang="uk" sz="3300" u="none" cap="none" strike="noStrike">
                <a:solidFill>
                  <a:schemeClr val="lt1"/>
                </a:solidFill>
                <a:latin typeface="IBM Plex Mono SemiBold"/>
                <a:ea typeface="IBM Plex Mono SemiBold"/>
                <a:cs typeface="IBM Plex Mono SemiBold"/>
                <a:sym typeface="IBM Plex Mono SemiBold"/>
              </a:rPr>
              <a:t>ТИПИ ВИБІРОК</a:t>
            </a:r>
            <a:br>
              <a:rPr b="0" i="0" lang="uk" sz="3300" u="none" cap="none" strike="noStrike">
                <a:solidFill>
                  <a:schemeClr val="lt1"/>
                </a:solidFill>
                <a:latin typeface="IBM Plex Mono SemiBold"/>
                <a:ea typeface="IBM Plex Mono SemiBold"/>
                <a:cs typeface="IBM Plex Mono SemiBold"/>
                <a:sym typeface="IBM Plex Mono SemiBold"/>
              </a:rPr>
            </a:br>
            <a:endParaRPr b="0" i="0" sz="3300" u="none" cap="none" strike="noStrike">
              <a:solidFill>
                <a:schemeClr val="lt1"/>
              </a:solidFill>
              <a:latin typeface="IBM Plex Sans ExtraLight"/>
              <a:ea typeface="IBM Plex Sans ExtraLight"/>
              <a:cs typeface="IBM Plex Sans ExtraLight"/>
              <a:sym typeface="IBM Plex Sans ExtraLight"/>
            </a:endParaRPr>
          </a:p>
          <a:p>
            <a:pPr indent="0" lvl="0" marL="0" marR="0" rtl="0" algn="l">
              <a:lnSpc>
                <a:spcPct val="100000"/>
              </a:lnSpc>
              <a:spcBef>
                <a:spcPts val="0"/>
              </a:spcBef>
              <a:spcAft>
                <a:spcPts val="0"/>
              </a:spcAft>
              <a:buClr>
                <a:schemeClr val="dk1"/>
              </a:buClr>
              <a:buSzPts val="4000"/>
              <a:buFont typeface="Arial"/>
              <a:buNone/>
            </a:pPr>
            <a:r>
              <a:t/>
            </a:r>
            <a:endParaRPr b="0" i="0" sz="3300" u="none" cap="none" strike="noStrike">
              <a:solidFill>
                <a:schemeClr val="lt1"/>
              </a:solidFill>
              <a:latin typeface="IBM Plex Mono SemiBold"/>
              <a:ea typeface="IBM Plex Mono SemiBold"/>
              <a:cs typeface="IBM Plex Mono SemiBold"/>
              <a:sym typeface="IBM Plex Mono SemiBold"/>
            </a:endParaRPr>
          </a:p>
        </p:txBody>
      </p:sp>
      <p:sp>
        <p:nvSpPr>
          <p:cNvPr id="248" name="Google Shape;248;p7"/>
          <p:cNvSpPr/>
          <p:nvPr/>
        </p:nvSpPr>
        <p:spPr>
          <a:xfrm>
            <a:off x="342881" y="2260200"/>
            <a:ext cx="3133200" cy="2568300"/>
          </a:xfrm>
          <a:prstGeom prst="roundRect">
            <a:avLst>
              <a:gd fmla="val 9860" name="adj"/>
            </a:avLst>
          </a:prstGeom>
          <a:solidFill>
            <a:srgbClr val="282828"/>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249" name="Google Shape;249;p7"/>
          <p:cNvSpPr/>
          <p:nvPr/>
        </p:nvSpPr>
        <p:spPr>
          <a:xfrm>
            <a:off x="3459167" y="2260315"/>
            <a:ext cx="3133200" cy="2568300"/>
          </a:xfrm>
          <a:prstGeom prst="roundRect">
            <a:avLst>
              <a:gd fmla="val 17308" name="adj"/>
            </a:avLst>
          </a:prstGeom>
          <a:solidFill>
            <a:srgbClr val="FFFFFF"/>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250" name="Google Shape;250;p7"/>
          <p:cNvSpPr/>
          <p:nvPr/>
        </p:nvSpPr>
        <p:spPr>
          <a:xfrm>
            <a:off x="6575456" y="2260200"/>
            <a:ext cx="3133200" cy="2568300"/>
          </a:xfrm>
          <a:prstGeom prst="roundRect">
            <a:avLst>
              <a:gd fmla="val 15497" name="adj"/>
            </a:avLst>
          </a:prstGeom>
          <a:solidFill>
            <a:srgbClr val="076CFC"/>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251" name="Google Shape;251;p7"/>
          <p:cNvSpPr txBox="1"/>
          <p:nvPr/>
        </p:nvSpPr>
        <p:spPr>
          <a:xfrm>
            <a:off x="609398" y="2567700"/>
            <a:ext cx="2655000" cy="706800"/>
          </a:xfrm>
          <a:prstGeom prst="rect">
            <a:avLst/>
          </a:prstGeom>
          <a:noFill/>
          <a:ln>
            <a:noFill/>
          </a:ln>
        </p:spPr>
        <p:txBody>
          <a:bodyPr anchorCtr="0" anchor="t" bIns="75600" lIns="75600" spcFirstLastPara="1" rIns="75600" wrap="square" tIns="75600">
            <a:spAutoFit/>
          </a:bodyPr>
          <a:lstStyle/>
          <a:p>
            <a:pPr indent="0" lvl="0" marL="0" marR="0" rtl="0" algn="l">
              <a:lnSpc>
                <a:spcPct val="100000"/>
              </a:lnSpc>
              <a:spcBef>
                <a:spcPts val="0"/>
              </a:spcBef>
              <a:spcAft>
                <a:spcPts val="0"/>
              </a:spcAft>
              <a:buClr>
                <a:srgbClr val="000000"/>
              </a:buClr>
              <a:buSzPts val="4000"/>
              <a:buFont typeface="Arial"/>
              <a:buNone/>
            </a:pPr>
            <a:r>
              <a:rPr lang="uk" sz="1800">
                <a:solidFill>
                  <a:srgbClr val="E5E8EC"/>
                </a:solidFill>
                <a:latin typeface="IBM Plex Mono SemiBold"/>
                <a:ea typeface="IBM Plex Mono SemiBold"/>
                <a:cs typeface="IBM Plex Mono SemiBold"/>
                <a:sym typeface="IBM Plex Mono SemiBold"/>
              </a:rPr>
              <a:t>Проста випадкова вибірка:</a:t>
            </a:r>
            <a:endParaRPr sz="1800">
              <a:solidFill>
                <a:srgbClr val="E5E8EC"/>
              </a:solidFill>
              <a:latin typeface="IBM Plex Mono SemiBold"/>
              <a:ea typeface="IBM Plex Mono SemiBold"/>
              <a:cs typeface="IBM Plex Mono SemiBold"/>
              <a:sym typeface="IBM Plex Mono SemiBold"/>
            </a:endParaRPr>
          </a:p>
        </p:txBody>
      </p:sp>
      <p:sp>
        <p:nvSpPr>
          <p:cNvPr id="252" name="Google Shape;252;p7"/>
          <p:cNvSpPr txBox="1"/>
          <p:nvPr/>
        </p:nvSpPr>
        <p:spPr>
          <a:xfrm>
            <a:off x="3592423" y="2567700"/>
            <a:ext cx="2655000" cy="706800"/>
          </a:xfrm>
          <a:prstGeom prst="rect">
            <a:avLst/>
          </a:prstGeom>
          <a:noFill/>
          <a:ln>
            <a:noFill/>
          </a:ln>
        </p:spPr>
        <p:txBody>
          <a:bodyPr anchorCtr="0" anchor="t" bIns="75600" lIns="75600" spcFirstLastPara="1" rIns="75600" wrap="square" tIns="75600">
            <a:spAutoFit/>
          </a:bodyPr>
          <a:lstStyle/>
          <a:p>
            <a:pPr indent="0" lvl="0" marL="0" marR="0" rtl="0" algn="l">
              <a:lnSpc>
                <a:spcPct val="100000"/>
              </a:lnSpc>
              <a:spcBef>
                <a:spcPts val="0"/>
              </a:spcBef>
              <a:spcAft>
                <a:spcPts val="0"/>
              </a:spcAft>
              <a:buClr>
                <a:srgbClr val="000000"/>
              </a:buClr>
              <a:buSzPts val="4000"/>
              <a:buFont typeface="Arial"/>
              <a:buNone/>
            </a:pPr>
            <a:r>
              <a:rPr lang="uk" sz="1800">
                <a:latin typeface="IBM Plex Mono SemiBold"/>
                <a:ea typeface="IBM Plex Mono SemiBold"/>
                <a:cs typeface="IBM Plex Mono SemiBold"/>
                <a:sym typeface="IBM Plex Mono SemiBold"/>
              </a:rPr>
              <a:t>Стратифікована вибірка:</a:t>
            </a:r>
            <a:endParaRPr sz="1800">
              <a:latin typeface="IBM Plex Mono SemiBold"/>
              <a:ea typeface="IBM Plex Mono SemiBold"/>
              <a:cs typeface="IBM Plex Mono SemiBold"/>
              <a:sym typeface="IBM Plex Mono SemiBold"/>
            </a:endParaRPr>
          </a:p>
        </p:txBody>
      </p:sp>
      <p:sp>
        <p:nvSpPr>
          <p:cNvPr id="253" name="Google Shape;253;p7"/>
          <p:cNvSpPr txBox="1"/>
          <p:nvPr/>
        </p:nvSpPr>
        <p:spPr>
          <a:xfrm>
            <a:off x="6814535" y="2567700"/>
            <a:ext cx="2655000" cy="706800"/>
          </a:xfrm>
          <a:prstGeom prst="rect">
            <a:avLst/>
          </a:prstGeom>
          <a:noFill/>
          <a:ln>
            <a:noFill/>
          </a:ln>
        </p:spPr>
        <p:txBody>
          <a:bodyPr anchorCtr="0" anchor="t" bIns="75600" lIns="75600" spcFirstLastPara="1" rIns="75600" wrap="square" tIns="75600">
            <a:spAutoFit/>
          </a:bodyPr>
          <a:lstStyle/>
          <a:p>
            <a:pPr indent="0" lvl="0" marL="0" marR="0" rtl="0" algn="l">
              <a:lnSpc>
                <a:spcPct val="100000"/>
              </a:lnSpc>
              <a:spcBef>
                <a:spcPts val="0"/>
              </a:spcBef>
              <a:spcAft>
                <a:spcPts val="0"/>
              </a:spcAft>
              <a:buClr>
                <a:srgbClr val="000000"/>
              </a:buClr>
              <a:buSzPts val="4000"/>
              <a:buFont typeface="Arial"/>
              <a:buNone/>
            </a:pPr>
            <a:r>
              <a:rPr lang="uk" sz="1800">
                <a:solidFill>
                  <a:srgbClr val="E5E8EC"/>
                </a:solidFill>
                <a:latin typeface="IBM Plex Mono SemiBold"/>
                <a:ea typeface="IBM Plex Mono SemiBold"/>
                <a:cs typeface="IBM Plex Mono SemiBold"/>
                <a:sym typeface="IBM Plex Mono SemiBold"/>
              </a:rPr>
              <a:t>Кластерна вибірка:</a:t>
            </a:r>
            <a:endParaRPr sz="1800">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rgbClr val="000000"/>
              </a:buClr>
              <a:buSzPts val="4000"/>
              <a:buFont typeface="Arial"/>
              <a:buNone/>
            </a:pPr>
            <a:r>
              <a:t/>
            </a:r>
            <a:endParaRPr sz="1800">
              <a:solidFill>
                <a:srgbClr val="E5E8EC"/>
              </a:solidFill>
              <a:latin typeface="IBM Plex Mono SemiBold"/>
              <a:ea typeface="IBM Plex Mono SemiBold"/>
              <a:cs typeface="IBM Plex Mono SemiBold"/>
              <a:sym typeface="IBM Plex Mono SemiBold"/>
            </a:endParaRPr>
          </a:p>
        </p:txBody>
      </p:sp>
      <p:sp>
        <p:nvSpPr>
          <p:cNvPr id="254" name="Google Shape;254;p7"/>
          <p:cNvSpPr txBox="1"/>
          <p:nvPr/>
        </p:nvSpPr>
        <p:spPr>
          <a:xfrm>
            <a:off x="609388" y="3331875"/>
            <a:ext cx="2093400" cy="877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lang="uk" sz="1500">
                <a:solidFill>
                  <a:srgbClr val="FFFFFF"/>
                </a:solidFill>
                <a:latin typeface="IBM Plex Sans"/>
                <a:ea typeface="IBM Plex Sans"/>
                <a:cs typeface="IBM Plex Sans"/>
                <a:sym typeface="IBM Plex Sans"/>
              </a:rPr>
              <a:t>Кожен елемент має однаковий шанс бути обраним.</a:t>
            </a:r>
            <a:endParaRPr sz="1500">
              <a:solidFill>
                <a:srgbClr val="FFFFFF"/>
              </a:solidFill>
              <a:latin typeface="IBM Plex Sans"/>
              <a:ea typeface="IBM Plex Sans"/>
              <a:cs typeface="IBM Plex Sans"/>
              <a:sym typeface="IBM Plex Sans"/>
            </a:endParaRPr>
          </a:p>
        </p:txBody>
      </p:sp>
      <p:sp>
        <p:nvSpPr>
          <p:cNvPr id="255" name="Google Shape;255;p7"/>
          <p:cNvSpPr txBox="1"/>
          <p:nvPr/>
        </p:nvSpPr>
        <p:spPr>
          <a:xfrm>
            <a:off x="3592426" y="3331875"/>
            <a:ext cx="2812800" cy="877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lang="uk" sz="1500">
                <a:latin typeface="IBM Plex Sans"/>
                <a:ea typeface="IBM Plex Sans"/>
                <a:cs typeface="IBM Plex Sans"/>
                <a:sym typeface="IBM Plex Sans"/>
              </a:rPr>
              <a:t>Групування за важливими характеристиками перед вибором.</a:t>
            </a:r>
            <a:endParaRPr sz="1500">
              <a:latin typeface="IBM Plex Sans"/>
              <a:ea typeface="IBM Plex Sans"/>
              <a:cs typeface="IBM Plex Sans"/>
              <a:sym typeface="IBM Plex Sans"/>
            </a:endParaRPr>
          </a:p>
        </p:txBody>
      </p:sp>
      <p:sp>
        <p:nvSpPr>
          <p:cNvPr id="256" name="Google Shape;256;p7"/>
          <p:cNvSpPr txBox="1"/>
          <p:nvPr/>
        </p:nvSpPr>
        <p:spPr>
          <a:xfrm>
            <a:off x="6814526" y="3331875"/>
            <a:ext cx="2655000" cy="877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lang="uk" sz="1500">
                <a:solidFill>
                  <a:srgbClr val="FFFFFF"/>
                </a:solidFill>
                <a:latin typeface="IBM Plex Sans"/>
                <a:ea typeface="IBM Plex Sans"/>
                <a:cs typeface="IBM Plex Sans"/>
                <a:sym typeface="IBM Plex Sans"/>
              </a:rPr>
              <a:t>Вибір груп (кластерів) об'єктів замість окремих об'єктів.</a:t>
            </a:r>
            <a:endParaRPr sz="1500">
              <a:solidFill>
                <a:srgbClr val="FFFFFF"/>
              </a:solidFill>
              <a:latin typeface="IBM Plex Sans"/>
              <a:ea typeface="IBM Plex Sans"/>
              <a:cs typeface="IBM Plex Sans"/>
              <a:sym typeface="IBM Plex Sans"/>
            </a:endParaRPr>
          </a:p>
        </p:txBody>
      </p:sp>
      <p:sp>
        <p:nvSpPr>
          <p:cNvPr id="257" name="Google Shape;257;p7"/>
          <p:cNvSpPr/>
          <p:nvPr/>
        </p:nvSpPr>
        <p:spPr>
          <a:xfrm>
            <a:off x="343625" y="1139825"/>
            <a:ext cx="9365100" cy="1120500"/>
          </a:xfrm>
          <a:prstGeom prst="roundRect">
            <a:avLst>
              <a:gd fmla="val 18859" name="adj"/>
            </a:avLst>
          </a:prstGeom>
          <a:solidFill>
            <a:srgbClr val="282828"/>
          </a:solidFill>
          <a:ln>
            <a:noFill/>
          </a:ln>
        </p:spPr>
        <p:txBody>
          <a:bodyPr anchorCtr="0" anchor="ctr" bIns="91425" lIns="91425" spcFirstLastPara="1" rIns="91425" wrap="square" tIns="91425">
            <a:noAutofit/>
          </a:bodyPr>
          <a:lstStyle/>
          <a:p>
            <a:pPr indent="0" lvl="0" marL="0" marR="0" rtl="0" algn="l">
              <a:lnSpc>
                <a:spcPct val="100000"/>
              </a:lnSpc>
              <a:spcBef>
                <a:spcPts val="180"/>
              </a:spcBef>
              <a:spcAft>
                <a:spcPts val="180"/>
              </a:spcAft>
              <a:buClr>
                <a:srgbClr val="000000"/>
              </a:buClr>
              <a:buSzPts val="1400"/>
              <a:buFont typeface="Arial"/>
              <a:buNone/>
            </a:pPr>
            <a:r>
              <a:t/>
            </a:r>
            <a:endParaRPr b="0" i="0" sz="1400" u="none" cap="none" strike="noStrike">
              <a:solidFill>
                <a:srgbClr val="FFFFFF"/>
              </a:solidFill>
              <a:latin typeface="IBM Plex Sans"/>
              <a:ea typeface="IBM Plex Sans"/>
              <a:cs typeface="IBM Plex Sans"/>
              <a:sym typeface="IBM Plex Sans"/>
            </a:endParaRPr>
          </a:p>
        </p:txBody>
      </p:sp>
      <p:sp>
        <p:nvSpPr>
          <p:cNvPr id="258" name="Google Shape;258;p7"/>
          <p:cNvSpPr txBox="1"/>
          <p:nvPr/>
        </p:nvSpPr>
        <p:spPr>
          <a:xfrm>
            <a:off x="609400" y="1330625"/>
            <a:ext cx="8288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uk" sz="1800">
                <a:solidFill>
                  <a:schemeClr val="lt1"/>
                </a:solidFill>
                <a:latin typeface="IBM Plex Sans"/>
                <a:ea typeface="IBM Plex Sans"/>
                <a:cs typeface="IBM Plex Sans"/>
                <a:sym typeface="IBM Plex Sans"/>
                <a:extLst>
                  <a:ext uri="http://customooxmlschemas.google.com/">
                    <go:slidesCustomData xmlns:go="http://customooxmlschemas.google.com/" textRoundtripDataId="0"/>
                  </a:ext>
                </a:extLst>
              </a:rPr>
              <a:t>Грамотно сформована вибірка дозволяє отримати точні висновки </a:t>
            </a:r>
            <a:br>
              <a:rPr lang="uk" sz="1800">
                <a:solidFill>
                  <a:schemeClr val="lt1"/>
                </a:solidFill>
                <a:latin typeface="IBM Plex Sans"/>
                <a:ea typeface="IBM Plex Sans"/>
                <a:cs typeface="IBM Plex Sans"/>
                <a:sym typeface="IBM Plex Sans"/>
                <a:extLst>
                  <a:ext uri="http://customooxmlschemas.google.com/">
                    <go:slidesCustomData xmlns:go="http://customooxmlschemas.google.com/" textRoundtripDataId="0"/>
                  </a:ext>
                </a:extLst>
              </a:rPr>
            </a:br>
            <a:r>
              <a:rPr lang="uk" sz="1800">
                <a:solidFill>
                  <a:schemeClr val="lt1"/>
                </a:solidFill>
                <a:latin typeface="IBM Plex Sans"/>
                <a:ea typeface="IBM Plex Sans"/>
                <a:cs typeface="IBM Plex Sans"/>
                <a:sym typeface="IBM Plex Sans"/>
                <a:extLst>
                  <a:ext uri="http://customooxmlschemas.google.com/">
                    <go:slidesCustomData xmlns:go="http://customooxmlschemas.google.com/" textRoundtripDataId="0"/>
                  </a:ext>
                </a:extLst>
              </a:rPr>
              <a:t>про великі сукупності, не аналізуючи їх повністю. </a:t>
            </a:r>
            <a:endParaRPr>
              <a:latin typeface="IBM Plex Sans"/>
              <a:ea typeface="IBM Plex Sans"/>
              <a:cs typeface="IBM Plex Sans"/>
              <a:sym typeface="IBM Plex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262" name="Shape 262"/>
        <p:cNvGrpSpPr/>
        <p:nvPr/>
      </p:nvGrpSpPr>
      <p:grpSpPr>
        <a:xfrm>
          <a:off x="0" y="0"/>
          <a:ext cx="0" cy="0"/>
          <a:chOff x="0" y="0"/>
          <a:chExt cx="0" cy="0"/>
        </a:xfrm>
      </p:grpSpPr>
      <p:sp>
        <p:nvSpPr>
          <p:cNvPr id="263" name="Google Shape;263;p8"/>
          <p:cNvSpPr/>
          <p:nvPr/>
        </p:nvSpPr>
        <p:spPr>
          <a:xfrm>
            <a:off x="5040300" y="1263880"/>
            <a:ext cx="4723200" cy="3142800"/>
          </a:xfrm>
          <a:prstGeom prst="roundRect">
            <a:avLst>
              <a:gd fmla="val 8532" name="adj"/>
            </a:avLst>
          </a:prstGeom>
          <a:solidFill>
            <a:srgbClr val="282828"/>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64" name="Google Shape;264;p8"/>
          <p:cNvSpPr/>
          <p:nvPr/>
        </p:nvSpPr>
        <p:spPr>
          <a:xfrm>
            <a:off x="317225" y="1263863"/>
            <a:ext cx="4723200" cy="3142800"/>
          </a:xfrm>
          <a:prstGeom prst="roundRect">
            <a:avLst>
              <a:gd fmla="val 9593" name="adj"/>
            </a:avLst>
          </a:prstGeom>
          <a:solidFill>
            <a:srgbClr val="076CFC"/>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65" name="Google Shape;265;p8"/>
          <p:cNvSpPr txBox="1"/>
          <p:nvPr/>
        </p:nvSpPr>
        <p:spPr>
          <a:xfrm>
            <a:off x="524875" y="1552936"/>
            <a:ext cx="4235100" cy="2381400"/>
          </a:xfrm>
          <a:prstGeom prst="rect">
            <a:avLst/>
          </a:prstGeom>
          <a:noFill/>
          <a:ln>
            <a:noFill/>
          </a:ln>
        </p:spPr>
        <p:txBody>
          <a:bodyPr anchorCtr="0" anchor="t" bIns="75600" lIns="75600" spcFirstLastPara="1" rIns="75600" wrap="square" tIns="75600">
            <a:spAutoFit/>
          </a:bodyPr>
          <a:lstStyle/>
          <a:p>
            <a:pPr indent="0" lvl="0" marL="0" marR="0" rtl="0" algn="l">
              <a:lnSpc>
                <a:spcPct val="115000"/>
              </a:lnSpc>
              <a:spcBef>
                <a:spcPts val="800"/>
              </a:spcBef>
              <a:spcAft>
                <a:spcPts val="0"/>
              </a:spcAft>
              <a:buClr>
                <a:srgbClr val="000000"/>
              </a:buClr>
              <a:buSzPts val="1600"/>
              <a:buFont typeface="Arial"/>
              <a:buNone/>
            </a:pPr>
            <a:r>
              <a:rPr b="1" i="0" lang="uk" sz="1600" u="none" cap="none" strike="noStrike">
                <a:solidFill>
                  <a:schemeClr val="lt1"/>
                </a:solidFill>
                <a:latin typeface="IBM Plex Sans"/>
                <a:ea typeface="IBM Plex Sans"/>
                <a:cs typeface="IBM Plex Sans"/>
                <a:sym typeface="IBM Plex Sans"/>
              </a:rPr>
              <a:t>Впорядкований ряд даних </a:t>
            </a:r>
            <a:r>
              <a:rPr b="0" i="0" lang="uk" sz="1600" u="none" cap="none" strike="noStrike">
                <a:solidFill>
                  <a:schemeClr val="lt1"/>
                </a:solidFill>
                <a:latin typeface="IBM Plex Sans"/>
                <a:ea typeface="IBM Plex Sans"/>
                <a:cs typeface="IBM Plex Sans"/>
                <a:sym typeface="IBM Plex Sans"/>
              </a:rPr>
              <a:t>- це набір даних, в якому елементи розташовані у певному порядку, наприклад, за зростанням або спаданням. </a:t>
            </a:r>
            <a:br>
              <a:rPr b="0" i="0" lang="uk" sz="1600" u="none" cap="none" strike="noStrike">
                <a:solidFill>
                  <a:schemeClr val="lt1"/>
                </a:solidFill>
                <a:latin typeface="IBM Plex Sans"/>
                <a:ea typeface="IBM Plex Sans"/>
                <a:cs typeface="IBM Plex Sans"/>
                <a:sym typeface="IBM Plex Sans"/>
              </a:rPr>
            </a:br>
            <a:br>
              <a:rPr b="0" i="0" lang="uk" sz="1600" u="none" cap="none" strike="noStrike">
                <a:solidFill>
                  <a:schemeClr val="lt1"/>
                </a:solidFill>
                <a:latin typeface="IBM Plex Sans"/>
                <a:ea typeface="IBM Plex Sans"/>
                <a:cs typeface="IBM Plex Sans"/>
                <a:sym typeface="IBM Plex Sans"/>
              </a:rPr>
            </a:br>
            <a:r>
              <a:rPr b="0" i="0" lang="uk" sz="1600" u="none" cap="none" strike="noStrike">
                <a:solidFill>
                  <a:schemeClr val="lt1"/>
                </a:solidFill>
                <a:latin typeface="IBM Plex Sans"/>
                <a:ea typeface="IBM Plex Sans"/>
                <a:cs typeface="IBM Plex Sans"/>
                <a:sym typeface="IBM Plex Sans"/>
              </a:rPr>
              <a:t>Це може бути ряд чисел, ряд слів або будь-який інший тип даних, який можна вп</a:t>
            </a:r>
            <a:r>
              <a:rPr b="0" i="0" lang="uk" sz="1600" u="none" cap="none" strike="noStrike">
                <a:solidFill>
                  <a:schemeClr val="lt1"/>
                </a:solidFill>
                <a:latin typeface="IBM Plex Sans"/>
                <a:ea typeface="IBM Plex Sans"/>
                <a:cs typeface="IBM Plex Sans"/>
                <a:sym typeface="IBM Plex Sans"/>
              </a:rPr>
              <a:t>орядкувати. </a:t>
            </a:r>
            <a:endParaRPr b="0" i="0" sz="1500" u="none" cap="none" strike="noStrike">
              <a:solidFill>
                <a:schemeClr val="lt1"/>
              </a:solidFill>
              <a:latin typeface="IBM Plex Sans"/>
              <a:ea typeface="IBM Plex Sans"/>
              <a:cs typeface="IBM Plex Sans"/>
              <a:sym typeface="IBM Plex Sans"/>
            </a:endParaRPr>
          </a:p>
        </p:txBody>
      </p:sp>
      <p:sp>
        <p:nvSpPr>
          <p:cNvPr id="266" name="Google Shape;266;p8"/>
          <p:cNvSpPr txBox="1"/>
          <p:nvPr/>
        </p:nvSpPr>
        <p:spPr>
          <a:xfrm>
            <a:off x="5284356" y="1552950"/>
            <a:ext cx="4235100" cy="2652600"/>
          </a:xfrm>
          <a:prstGeom prst="rect">
            <a:avLst/>
          </a:prstGeom>
          <a:noFill/>
          <a:ln>
            <a:noFill/>
          </a:ln>
        </p:spPr>
        <p:txBody>
          <a:bodyPr anchorCtr="0" anchor="t" bIns="75600" lIns="75600" spcFirstLastPara="1" rIns="75600" wrap="square" tIns="75600">
            <a:spAutoFit/>
          </a:bodyPr>
          <a:lstStyle/>
          <a:p>
            <a:pPr indent="0" lvl="0" marL="0" marR="0" rtl="0" algn="l">
              <a:lnSpc>
                <a:spcPct val="115000"/>
              </a:lnSpc>
              <a:spcBef>
                <a:spcPts val="800"/>
              </a:spcBef>
              <a:spcAft>
                <a:spcPts val="0"/>
              </a:spcAft>
              <a:buClr>
                <a:srgbClr val="000000"/>
              </a:buClr>
              <a:buSzPts val="1500"/>
              <a:buFont typeface="Arial"/>
              <a:buNone/>
            </a:pPr>
            <a:r>
              <a:rPr b="1" i="0" lang="uk" sz="1500" u="none" cap="none" strike="noStrike">
                <a:solidFill>
                  <a:schemeClr val="lt1"/>
                </a:solidFill>
                <a:latin typeface="IBM Plex Sans"/>
                <a:ea typeface="IBM Plex Sans"/>
                <a:cs typeface="IBM Plex Sans"/>
                <a:sym typeface="IBM Plex Sans"/>
              </a:rPr>
              <a:t>Діапазон - це різниця між найбільшим і найменшим значенням у вибірці. </a:t>
            </a:r>
            <a:br>
              <a:rPr b="1" i="0" lang="uk" sz="1500" u="none" cap="none" strike="noStrike">
                <a:solidFill>
                  <a:schemeClr val="lt1"/>
                </a:solidFill>
                <a:latin typeface="IBM Plex Sans"/>
                <a:ea typeface="IBM Plex Sans"/>
                <a:cs typeface="IBM Plex Sans"/>
                <a:sym typeface="IBM Plex Sans"/>
              </a:rPr>
            </a:br>
            <a:br>
              <a:rPr b="1" i="0" lang="uk" sz="1500" u="none" cap="none" strike="noStrike">
                <a:solidFill>
                  <a:schemeClr val="lt1"/>
                </a:solidFill>
                <a:latin typeface="IBM Plex Sans"/>
                <a:ea typeface="IBM Plex Sans"/>
                <a:cs typeface="IBM Plex Sans"/>
                <a:sym typeface="IBM Plex Sans"/>
              </a:rPr>
            </a:br>
            <a:r>
              <a:rPr b="1" i="0" lang="uk" sz="1500" u="none" cap="none" strike="noStrike">
                <a:solidFill>
                  <a:schemeClr val="lt1"/>
                </a:solidFill>
                <a:latin typeface="IBM Plex Sans"/>
                <a:ea typeface="IBM Plex Sans"/>
                <a:cs typeface="IBM Plex Sans"/>
                <a:sym typeface="IBM Plex Sans"/>
              </a:rPr>
              <a:t>Він показує розкид даних.</a:t>
            </a:r>
            <a:endParaRPr b="1" i="0" sz="15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1" i="0" sz="15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1" i="0" sz="1500" u="none" cap="none" strike="noStrike">
              <a:solidFill>
                <a:schemeClr val="dk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chemeClr val="dk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chemeClr val="dk1"/>
              </a:solidFill>
              <a:latin typeface="IBM Plex Sans"/>
              <a:ea typeface="IBM Plex Sans"/>
              <a:cs typeface="IBM Plex Sans"/>
              <a:sym typeface="IBM Plex Sans"/>
            </a:endParaRPr>
          </a:p>
        </p:txBody>
      </p:sp>
      <p:pic>
        <p:nvPicPr>
          <p:cNvPr id="267" name="Google Shape;267;p8"/>
          <p:cNvPicPr preferRelativeResize="0"/>
          <p:nvPr/>
        </p:nvPicPr>
        <p:blipFill rotWithShape="1">
          <a:blip r:embed="rId3">
            <a:alphaModFix/>
          </a:blip>
          <a:srcRect b="46435" l="9" r="11917" t="0"/>
          <a:stretch/>
        </p:blipFill>
        <p:spPr>
          <a:xfrm>
            <a:off x="1006225" y="3288250"/>
            <a:ext cx="9074400" cy="23823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271" name="Shape 271"/>
        <p:cNvGrpSpPr/>
        <p:nvPr/>
      </p:nvGrpSpPr>
      <p:grpSpPr>
        <a:xfrm>
          <a:off x="0" y="0"/>
          <a:ext cx="0" cy="0"/>
          <a:chOff x="0" y="0"/>
          <a:chExt cx="0" cy="0"/>
        </a:xfrm>
      </p:grpSpPr>
      <p:sp>
        <p:nvSpPr>
          <p:cNvPr id="272" name="Google Shape;272;p9"/>
          <p:cNvSpPr/>
          <p:nvPr/>
        </p:nvSpPr>
        <p:spPr>
          <a:xfrm>
            <a:off x="5040292" y="1263202"/>
            <a:ext cx="4723200" cy="3909600"/>
          </a:xfrm>
          <a:prstGeom prst="roundRect">
            <a:avLst>
              <a:gd fmla="val 8532" name="adj"/>
            </a:avLst>
          </a:prstGeom>
          <a:solidFill>
            <a:srgbClr val="282828"/>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73" name="Google Shape;273;p9"/>
          <p:cNvSpPr/>
          <p:nvPr/>
        </p:nvSpPr>
        <p:spPr>
          <a:xfrm>
            <a:off x="317231" y="1263202"/>
            <a:ext cx="4723200" cy="3909600"/>
          </a:xfrm>
          <a:prstGeom prst="roundRect">
            <a:avLst>
              <a:gd fmla="val 9593" name="adj"/>
            </a:avLst>
          </a:prstGeom>
          <a:solidFill>
            <a:srgbClr val="076CFC"/>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74" name="Google Shape;274;p9"/>
          <p:cNvSpPr txBox="1"/>
          <p:nvPr/>
        </p:nvSpPr>
        <p:spPr>
          <a:xfrm>
            <a:off x="238097" y="123173"/>
            <a:ext cx="9450300" cy="7851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ЩО ТАКЕ РОЗПОДІЛ ДАНИХ</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p:txBody>
      </p:sp>
      <p:sp>
        <p:nvSpPr>
          <p:cNvPr id="275" name="Google Shape;275;p9"/>
          <p:cNvSpPr txBox="1"/>
          <p:nvPr/>
        </p:nvSpPr>
        <p:spPr>
          <a:xfrm>
            <a:off x="561185" y="1531970"/>
            <a:ext cx="4235100" cy="2284500"/>
          </a:xfrm>
          <a:prstGeom prst="rect">
            <a:avLst/>
          </a:prstGeom>
          <a:noFill/>
          <a:ln>
            <a:noFill/>
          </a:ln>
        </p:spPr>
        <p:txBody>
          <a:bodyPr anchorCtr="0" anchor="t" bIns="75600" lIns="75600" spcFirstLastPara="1" rIns="75600" wrap="square" tIns="75600">
            <a:spAutoFit/>
          </a:bodyPr>
          <a:lstStyle/>
          <a:p>
            <a:pPr indent="0" lvl="0" marL="0" marR="0" rtl="0" algn="l">
              <a:lnSpc>
                <a:spcPct val="115000"/>
              </a:lnSpc>
              <a:spcBef>
                <a:spcPts val="800"/>
              </a:spcBef>
              <a:spcAft>
                <a:spcPts val="0"/>
              </a:spcAft>
              <a:buClr>
                <a:srgbClr val="000000"/>
              </a:buClr>
              <a:buSzPts val="1500"/>
              <a:buFont typeface="Arial"/>
              <a:buNone/>
            </a:pPr>
            <a:r>
              <a:rPr b="1" i="0" lang="uk" sz="1500" u="none" cap="none" strike="noStrike">
                <a:solidFill>
                  <a:schemeClr val="lt1"/>
                </a:solidFill>
                <a:latin typeface="IBM Plex Sans"/>
                <a:ea typeface="IBM Plex Sans"/>
                <a:cs typeface="IBM Plex Sans"/>
                <a:sym typeface="IBM Plex Sans"/>
              </a:rPr>
              <a:t>Розподіл </a:t>
            </a:r>
            <a:r>
              <a:rPr b="0" i="0" lang="uk" sz="1500" u="none" cap="none" strike="noStrike">
                <a:solidFill>
                  <a:schemeClr val="lt1"/>
                </a:solidFill>
                <a:latin typeface="IBM Plex Sans"/>
                <a:ea typeface="IBM Plex Sans"/>
                <a:cs typeface="IBM Plex Sans"/>
                <a:sym typeface="IBM Plex Sans"/>
              </a:rPr>
              <a:t>— спосіб представлення даних, </a:t>
            </a:r>
            <a:br>
              <a:rPr b="0" i="0" lang="uk" sz="1500" u="none" cap="none" strike="noStrike">
                <a:solidFill>
                  <a:schemeClr val="lt1"/>
                </a:solidFill>
                <a:latin typeface="IBM Plex Sans"/>
                <a:ea typeface="IBM Plex Sans"/>
                <a:cs typeface="IBM Plex Sans"/>
                <a:sym typeface="IBM Plex Sans"/>
              </a:rPr>
            </a:br>
            <a:r>
              <a:rPr b="0" i="0" lang="uk" sz="1500" u="none" cap="none" strike="noStrike">
                <a:solidFill>
                  <a:schemeClr val="lt1"/>
                </a:solidFill>
                <a:latin typeface="IBM Plex Sans"/>
                <a:ea typeface="IBM Plex Sans"/>
                <a:cs typeface="IBM Plex Sans"/>
                <a:sym typeface="IBM Plex Sans"/>
              </a:rPr>
              <a:t>за допомогою якого можна оцінити як часто зустрічається те, чи інше значення в датасеті.</a:t>
            </a:r>
            <a:endParaRPr b="0" i="0" sz="15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1" i="0" sz="15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chemeClr val="lt1"/>
              </a:solidFill>
              <a:latin typeface="IBM Plex Sans"/>
              <a:ea typeface="IBM Plex Sans"/>
              <a:cs typeface="IBM Plex Sans"/>
              <a:sym typeface="IBM Plex Sans"/>
            </a:endParaRPr>
          </a:p>
        </p:txBody>
      </p:sp>
      <p:sp>
        <p:nvSpPr>
          <p:cNvPr id="276" name="Google Shape;276;p9"/>
          <p:cNvSpPr txBox="1"/>
          <p:nvPr/>
        </p:nvSpPr>
        <p:spPr>
          <a:xfrm>
            <a:off x="5203031" y="1510162"/>
            <a:ext cx="4235100" cy="3020700"/>
          </a:xfrm>
          <a:prstGeom prst="rect">
            <a:avLst/>
          </a:prstGeom>
          <a:noFill/>
          <a:ln>
            <a:noFill/>
          </a:ln>
        </p:spPr>
        <p:txBody>
          <a:bodyPr anchorCtr="0" anchor="t" bIns="75600" lIns="75600" spcFirstLastPara="1" rIns="75600" wrap="square" tIns="75600">
            <a:spAutoFit/>
          </a:bodyPr>
          <a:lstStyle/>
          <a:p>
            <a:pPr indent="0" lvl="0" marL="0" marR="0" rtl="0" algn="l">
              <a:lnSpc>
                <a:spcPct val="115000"/>
              </a:lnSpc>
              <a:spcBef>
                <a:spcPts val="800"/>
              </a:spcBef>
              <a:spcAft>
                <a:spcPts val="0"/>
              </a:spcAft>
              <a:buClr>
                <a:srgbClr val="000000"/>
              </a:buClr>
              <a:buSzPts val="1500"/>
              <a:buFont typeface="Arial"/>
              <a:buNone/>
            </a:pPr>
            <a:r>
              <a:rPr b="1" i="0" lang="uk" sz="1500" u="none" cap="none" strike="noStrike">
                <a:solidFill>
                  <a:schemeClr val="lt1"/>
                </a:solidFill>
                <a:latin typeface="IBM Plex Sans"/>
                <a:ea typeface="IBM Plex Sans"/>
                <a:cs typeface="IBM Plex Sans"/>
                <a:sym typeface="IBM Plex Sans"/>
              </a:rPr>
              <a:t>Він показує:</a:t>
            </a:r>
            <a:endParaRPr b="1" i="0" sz="1500" u="none" cap="none" strike="noStrike">
              <a:solidFill>
                <a:schemeClr val="lt1"/>
              </a:solidFill>
              <a:latin typeface="IBM Plex Sans"/>
              <a:ea typeface="IBM Plex Sans"/>
              <a:cs typeface="IBM Plex Sans"/>
              <a:sym typeface="IBM Plex Sans"/>
            </a:endParaRPr>
          </a:p>
          <a:p>
            <a:pPr indent="-285750" lvl="0" marL="381000" marR="0" rtl="0" algn="l">
              <a:lnSpc>
                <a:spcPct val="115000"/>
              </a:lnSpc>
              <a:spcBef>
                <a:spcPts val="800"/>
              </a:spcBef>
              <a:spcAft>
                <a:spcPts val="0"/>
              </a:spcAft>
              <a:buClr>
                <a:schemeClr val="lt1"/>
              </a:buClr>
              <a:buSzPts val="1500"/>
              <a:buFont typeface="IBM Plex Sans"/>
              <a:buChar char="●"/>
            </a:pPr>
            <a:r>
              <a:rPr i="0" lang="uk" sz="1500" u="none" cap="none" strike="noStrike">
                <a:solidFill>
                  <a:schemeClr val="lt1"/>
                </a:solidFill>
                <a:latin typeface="IBM Plex Sans"/>
                <a:ea typeface="IBM Plex Sans"/>
                <a:cs typeface="IBM Plex Sans"/>
                <a:sym typeface="IBM Plex Sans"/>
              </a:rPr>
              <a:t>Як часто зустрічаються різні значення.</a:t>
            </a:r>
            <a:endParaRPr i="0" sz="1500" u="none" cap="none" strike="noStrike">
              <a:solidFill>
                <a:schemeClr val="lt1"/>
              </a:solidFill>
              <a:latin typeface="IBM Plex Sans"/>
              <a:ea typeface="IBM Plex Sans"/>
              <a:cs typeface="IBM Plex Sans"/>
              <a:sym typeface="IBM Plex Sans"/>
            </a:endParaRPr>
          </a:p>
          <a:p>
            <a:pPr indent="-285750" lvl="0" marL="381000" marR="0" rtl="0" algn="l">
              <a:lnSpc>
                <a:spcPct val="115000"/>
              </a:lnSpc>
              <a:spcBef>
                <a:spcPts val="0"/>
              </a:spcBef>
              <a:spcAft>
                <a:spcPts val="0"/>
              </a:spcAft>
              <a:buClr>
                <a:schemeClr val="lt1"/>
              </a:buClr>
              <a:buSzPts val="1500"/>
              <a:buFont typeface="IBM Plex Sans"/>
              <a:buChar char="●"/>
            </a:pPr>
            <a:r>
              <a:rPr i="0" lang="uk" sz="1500" u="none" cap="none" strike="noStrike">
                <a:solidFill>
                  <a:schemeClr val="lt1"/>
                </a:solidFill>
                <a:latin typeface="IBM Plex Sans"/>
                <a:ea typeface="IBM Plex Sans"/>
                <a:cs typeface="IBM Plex Sans"/>
                <a:sym typeface="IBM Plex Sans"/>
              </a:rPr>
              <a:t>Які значення типові, а які — рідкісні.</a:t>
            </a:r>
            <a:endParaRPr i="0" sz="1500" u="none" cap="none" strike="noStrike">
              <a:solidFill>
                <a:schemeClr val="lt1"/>
              </a:solidFill>
              <a:latin typeface="IBM Plex Sans"/>
              <a:ea typeface="IBM Plex Sans"/>
              <a:cs typeface="IBM Plex Sans"/>
              <a:sym typeface="IBM Plex Sans"/>
            </a:endParaRPr>
          </a:p>
          <a:p>
            <a:pPr indent="-285750" lvl="0" marL="381000" marR="0" rtl="0" algn="l">
              <a:lnSpc>
                <a:spcPct val="115000"/>
              </a:lnSpc>
              <a:spcBef>
                <a:spcPts val="0"/>
              </a:spcBef>
              <a:spcAft>
                <a:spcPts val="0"/>
              </a:spcAft>
              <a:buClr>
                <a:schemeClr val="lt1"/>
              </a:buClr>
              <a:buSzPts val="1500"/>
              <a:buFont typeface="IBM Plex Sans"/>
              <a:buChar char="●"/>
            </a:pPr>
            <a:r>
              <a:rPr i="0" lang="uk" sz="1500" u="none" cap="none" strike="noStrike">
                <a:solidFill>
                  <a:schemeClr val="lt1"/>
                </a:solidFill>
                <a:latin typeface="IBM Plex Sans"/>
                <a:ea typeface="IBM Plex Sans"/>
                <a:cs typeface="IBM Plex Sans"/>
                <a:sym typeface="IBM Plex Sans"/>
              </a:rPr>
              <a:t>Чи є в даних закономірності, викиди або аномалії.</a:t>
            </a:r>
            <a:endParaRPr i="0" sz="15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1" i="0" sz="15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1" i="0" sz="1500" u="none" cap="none" strike="noStrike">
              <a:solidFill>
                <a:schemeClr val="dk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chemeClr val="dk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chemeClr val="dk1"/>
              </a:solidFill>
              <a:latin typeface="IBM Plex Sans"/>
              <a:ea typeface="IBM Plex Sans"/>
              <a:cs typeface="IBM Plex Sans"/>
              <a:sym typeface="IBM Plex Sans"/>
            </a:endParaRPr>
          </a:p>
        </p:txBody>
      </p:sp>
      <p:pic>
        <p:nvPicPr>
          <p:cNvPr id="277" name="Google Shape;277;p9" title="4af432c4-eed7-46a6-b704-25245996bc89.png"/>
          <p:cNvPicPr preferRelativeResize="0"/>
          <p:nvPr/>
        </p:nvPicPr>
        <p:blipFill rotWithShape="1">
          <a:blip r:embed="rId3">
            <a:alphaModFix/>
          </a:blip>
          <a:srcRect b="0" l="0" r="0" t="0"/>
          <a:stretch/>
        </p:blipFill>
        <p:spPr>
          <a:xfrm>
            <a:off x="2263402" y="2418850"/>
            <a:ext cx="2532874" cy="25328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281" name="Shape 281"/>
        <p:cNvGrpSpPr/>
        <p:nvPr/>
      </p:nvGrpSpPr>
      <p:grpSpPr>
        <a:xfrm>
          <a:off x="0" y="0"/>
          <a:ext cx="0" cy="0"/>
          <a:chOff x="0" y="0"/>
          <a:chExt cx="0" cy="0"/>
        </a:xfrm>
      </p:grpSpPr>
      <p:sp>
        <p:nvSpPr>
          <p:cNvPr id="282" name="Google Shape;282;p10"/>
          <p:cNvSpPr/>
          <p:nvPr/>
        </p:nvSpPr>
        <p:spPr>
          <a:xfrm>
            <a:off x="317225" y="3125525"/>
            <a:ext cx="9371100" cy="2150700"/>
          </a:xfrm>
          <a:prstGeom prst="roundRect">
            <a:avLst>
              <a:gd fmla="val 8532" name="adj"/>
            </a:avLst>
          </a:prstGeom>
          <a:solidFill>
            <a:schemeClr val="lt1"/>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283" name="Google Shape;283;p10"/>
          <p:cNvSpPr/>
          <p:nvPr/>
        </p:nvSpPr>
        <p:spPr>
          <a:xfrm>
            <a:off x="317225" y="1108450"/>
            <a:ext cx="3151500" cy="2017200"/>
          </a:xfrm>
          <a:prstGeom prst="roundRect">
            <a:avLst>
              <a:gd fmla="val 20734" name="adj"/>
            </a:avLst>
          </a:prstGeom>
          <a:solidFill>
            <a:srgbClr val="282828"/>
          </a:solidFill>
          <a:ln>
            <a:noFill/>
          </a:ln>
        </p:spPr>
        <p:txBody>
          <a:bodyPr anchorCtr="0" anchor="ctr" bIns="100800" lIns="100800" spcFirstLastPara="1" rIns="100800" wrap="square" tIns="1008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IBM Plex Sans"/>
              <a:ea typeface="IBM Plex Sans"/>
              <a:cs typeface="IBM Plex Sans"/>
              <a:sym typeface="IBM Plex Sans"/>
            </a:endParaRPr>
          </a:p>
        </p:txBody>
      </p:sp>
      <p:sp>
        <p:nvSpPr>
          <p:cNvPr id="284" name="Google Shape;284;p10"/>
          <p:cNvSpPr txBox="1"/>
          <p:nvPr/>
        </p:nvSpPr>
        <p:spPr>
          <a:xfrm>
            <a:off x="238097" y="123173"/>
            <a:ext cx="9450300" cy="7851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ОСНОВНІ ТИПИ РОЗПОДІЛІВ</a:t>
            </a:r>
            <a:endParaRPr b="0" i="0" sz="3300" u="none" cap="none" strike="noStrike">
              <a:solidFill>
                <a:srgbClr val="E5E8EC"/>
              </a:solidFill>
              <a:latin typeface="IBM Plex Mono SemiBold"/>
              <a:ea typeface="IBM Plex Mono SemiBold"/>
              <a:cs typeface="IBM Plex Mono SemiBold"/>
              <a:sym typeface="IBM Plex Mono SemiBold"/>
            </a:endParaRPr>
          </a:p>
        </p:txBody>
      </p:sp>
      <p:pic>
        <p:nvPicPr>
          <p:cNvPr id="285" name="Google Shape;285;p10"/>
          <p:cNvPicPr preferRelativeResize="0"/>
          <p:nvPr/>
        </p:nvPicPr>
        <p:blipFill rotWithShape="1">
          <a:blip r:embed="rId3">
            <a:alphaModFix/>
          </a:blip>
          <a:srcRect b="0" l="0" r="0" t="0"/>
          <a:stretch/>
        </p:blipFill>
        <p:spPr>
          <a:xfrm>
            <a:off x="450150" y="3237333"/>
            <a:ext cx="6639876" cy="1945592"/>
          </a:xfrm>
          <a:prstGeom prst="rect">
            <a:avLst/>
          </a:prstGeom>
          <a:noFill/>
          <a:ln>
            <a:noFill/>
          </a:ln>
        </p:spPr>
      </p:pic>
      <p:pic>
        <p:nvPicPr>
          <p:cNvPr id="286" name="Google Shape;286;p10"/>
          <p:cNvPicPr preferRelativeResize="0"/>
          <p:nvPr/>
        </p:nvPicPr>
        <p:blipFill rotWithShape="1">
          <a:blip r:embed="rId4">
            <a:alphaModFix/>
          </a:blip>
          <a:srcRect b="0" l="2467" r="0" t="0"/>
          <a:stretch/>
        </p:blipFill>
        <p:spPr>
          <a:xfrm>
            <a:off x="6856475" y="3453675"/>
            <a:ext cx="2766525" cy="1648900"/>
          </a:xfrm>
          <a:prstGeom prst="rect">
            <a:avLst/>
          </a:prstGeom>
          <a:noFill/>
          <a:ln>
            <a:noFill/>
          </a:ln>
        </p:spPr>
      </p:pic>
      <p:sp>
        <p:nvSpPr>
          <p:cNvPr id="287" name="Google Shape;287;p10"/>
          <p:cNvSpPr/>
          <p:nvPr/>
        </p:nvSpPr>
        <p:spPr>
          <a:xfrm>
            <a:off x="3396425" y="1108450"/>
            <a:ext cx="3151500" cy="2017200"/>
          </a:xfrm>
          <a:prstGeom prst="roundRect">
            <a:avLst>
              <a:gd fmla="val 20734" name="adj"/>
            </a:avLst>
          </a:prstGeom>
          <a:solidFill>
            <a:srgbClr val="282828"/>
          </a:solidFill>
          <a:ln>
            <a:noFill/>
          </a:ln>
        </p:spPr>
        <p:txBody>
          <a:bodyPr anchorCtr="0" anchor="ctr" bIns="100800" lIns="100800" spcFirstLastPara="1" rIns="100800" wrap="square" tIns="1008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IBM Plex Sans"/>
              <a:ea typeface="IBM Plex Sans"/>
              <a:cs typeface="IBM Plex Sans"/>
              <a:sym typeface="IBM Plex Sans"/>
            </a:endParaRPr>
          </a:p>
        </p:txBody>
      </p:sp>
      <p:sp>
        <p:nvSpPr>
          <p:cNvPr id="288" name="Google Shape;288;p10"/>
          <p:cNvSpPr/>
          <p:nvPr/>
        </p:nvSpPr>
        <p:spPr>
          <a:xfrm>
            <a:off x="6536975" y="1108450"/>
            <a:ext cx="3151500" cy="2017200"/>
          </a:xfrm>
          <a:prstGeom prst="roundRect">
            <a:avLst>
              <a:gd fmla="val 20734" name="adj"/>
            </a:avLst>
          </a:prstGeom>
          <a:solidFill>
            <a:srgbClr val="282828"/>
          </a:solidFill>
          <a:ln>
            <a:noFill/>
          </a:ln>
        </p:spPr>
        <p:txBody>
          <a:bodyPr anchorCtr="0" anchor="ctr" bIns="100800" lIns="100800" spcFirstLastPara="1" rIns="100800" wrap="square" tIns="1008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IBM Plex Sans"/>
              <a:ea typeface="IBM Plex Sans"/>
              <a:cs typeface="IBM Plex Sans"/>
              <a:sym typeface="IBM Plex Sans"/>
            </a:endParaRPr>
          </a:p>
        </p:txBody>
      </p:sp>
      <p:sp>
        <p:nvSpPr>
          <p:cNvPr id="289" name="Google Shape;289;p10"/>
          <p:cNvSpPr txBox="1"/>
          <p:nvPr/>
        </p:nvSpPr>
        <p:spPr>
          <a:xfrm>
            <a:off x="6739738" y="1334050"/>
            <a:ext cx="30000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uk">
                <a:solidFill>
                  <a:srgbClr val="076CFC"/>
                </a:solidFill>
                <a:latin typeface="IBM Plex Sans"/>
                <a:ea typeface="IBM Plex Sans"/>
                <a:cs typeface="IBM Plex Sans"/>
                <a:sym typeface="IBM Plex Sans"/>
              </a:rPr>
              <a:t>Багатовершинні розподіли (мультимодальні): </a:t>
            </a:r>
            <a:br>
              <a:rPr lang="uk">
                <a:solidFill>
                  <a:schemeClr val="lt1"/>
                </a:solidFill>
                <a:latin typeface="IBM Plex Sans"/>
                <a:ea typeface="IBM Plex Sans"/>
                <a:cs typeface="IBM Plex Sans"/>
                <a:sym typeface="IBM Plex Sans"/>
              </a:rPr>
            </a:br>
            <a:br>
              <a:rPr lang="uk">
                <a:solidFill>
                  <a:schemeClr val="lt1"/>
                </a:solidFill>
                <a:latin typeface="IBM Plex Sans"/>
                <a:ea typeface="IBM Plex Sans"/>
                <a:cs typeface="IBM Plex Sans"/>
                <a:sym typeface="IBM Plex Sans"/>
              </a:rPr>
            </a:br>
            <a:r>
              <a:rPr lang="uk">
                <a:solidFill>
                  <a:schemeClr val="lt1"/>
                </a:solidFill>
                <a:latin typeface="IBM Plex Sans"/>
                <a:ea typeface="IBM Plex Sans"/>
                <a:cs typeface="IBM Plex Sans"/>
                <a:sym typeface="IBM Plex Sans"/>
              </a:rPr>
              <a:t>Дані мають кілька піків.</a:t>
            </a:r>
            <a:endParaRPr>
              <a:solidFill>
                <a:schemeClr val="lt1"/>
              </a:solidFill>
              <a:latin typeface="IBM Plex Sans"/>
              <a:ea typeface="IBM Plex Sans"/>
              <a:cs typeface="IBM Plex Sans"/>
              <a:sym typeface="IBM Plex Sans"/>
            </a:endParaRPr>
          </a:p>
          <a:p>
            <a:pPr indent="0" lvl="0" marL="0" rtl="0" algn="l">
              <a:spcBef>
                <a:spcPts val="0"/>
              </a:spcBef>
              <a:spcAft>
                <a:spcPts val="0"/>
              </a:spcAft>
              <a:buNone/>
            </a:pPr>
            <a:r>
              <a:t/>
            </a:r>
            <a:endParaRPr>
              <a:solidFill>
                <a:schemeClr val="lt1"/>
              </a:solidFill>
              <a:latin typeface="IBM Plex Sans"/>
              <a:ea typeface="IBM Plex Sans"/>
              <a:cs typeface="IBM Plex Sans"/>
              <a:sym typeface="IBM Plex Sans"/>
            </a:endParaRPr>
          </a:p>
          <a:p>
            <a:pPr indent="0" lvl="0" marL="0" rtl="0" algn="l">
              <a:spcBef>
                <a:spcPts val="0"/>
              </a:spcBef>
              <a:spcAft>
                <a:spcPts val="0"/>
              </a:spcAft>
              <a:buNone/>
            </a:pPr>
            <a:r>
              <a:t/>
            </a:r>
            <a:endParaRPr>
              <a:solidFill>
                <a:schemeClr val="lt1"/>
              </a:solidFill>
              <a:latin typeface="IBM Plex Sans"/>
              <a:ea typeface="IBM Plex Sans"/>
              <a:cs typeface="IBM Plex Sans"/>
              <a:sym typeface="IBM Plex Sans"/>
            </a:endParaRPr>
          </a:p>
        </p:txBody>
      </p:sp>
      <p:sp>
        <p:nvSpPr>
          <p:cNvPr id="290" name="Google Shape;290;p10"/>
          <p:cNvSpPr txBox="1"/>
          <p:nvPr/>
        </p:nvSpPr>
        <p:spPr>
          <a:xfrm>
            <a:off x="3604238" y="1385850"/>
            <a:ext cx="30000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uk">
                <a:solidFill>
                  <a:srgbClr val="076CFC"/>
                </a:solidFill>
                <a:latin typeface="IBM Plex Sans"/>
                <a:ea typeface="IBM Plex Sans"/>
                <a:cs typeface="IBM Plex Sans"/>
                <a:sym typeface="IBM Plex Sans"/>
              </a:rPr>
              <a:t>Асиметричні розподіли: </a:t>
            </a:r>
            <a:br>
              <a:rPr lang="uk">
                <a:solidFill>
                  <a:schemeClr val="lt1"/>
                </a:solidFill>
                <a:latin typeface="IBM Plex Sans"/>
                <a:ea typeface="IBM Plex Sans"/>
                <a:cs typeface="IBM Plex Sans"/>
                <a:sym typeface="IBM Plex Sans"/>
              </a:rPr>
            </a:br>
            <a:br>
              <a:rPr lang="uk">
                <a:solidFill>
                  <a:schemeClr val="lt1"/>
                </a:solidFill>
                <a:latin typeface="IBM Plex Sans"/>
                <a:ea typeface="IBM Plex Sans"/>
                <a:cs typeface="IBM Plex Sans"/>
                <a:sym typeface="IBM Plex Sans"/>
              </a:rPr>
            </a:br>
            <a:r>
              <a:rPr lang="uk">
                <a:solidFill>
                  <a:schemeClr val="lt1"/>
                </a:solidFill>
                <a:latin typeface="IBM Plex Sans"/>
                <a:ea typeface="IBM Plex Sans"/>
                <a:cs typeface="IBM Plex Sans"/>
                <a:sym typeface="IBM Plex Sans"/>
              </a:rPr>
              <a:t>Хвіст розподілу витягнутий ліворуч або праворуч                     (зміщення в один бік).</a:t>
            </a:r>
            <a:endParaRPr/>
          </a:p>
        </p:txBody>
      </p:sp>
      <p:sp>
        <p:nvSpPr>
          <p:cNvPr id="291" name="Google Shape;291;p10"/>
          <p:cNvSpPr txBox="1"/>
          <p:nvPr/>
        </p:nvSpPr>
        <p:spPr>
          <a:xfrm>
            <a:off x="392975" y="1334050"/>
            <a:ext cx="30000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uk">
                <a:solidFill>
                  <a:srgbClr val="076CFC"/>
                </a:solidFill>
                <a:latin typeface="IBM Plex Sans"/>
                <a:ea typeface="IBM Plex Sans"/>
                <a:cs typeface="IBM Plex Sans"/>
                <a:sym typeface="IBM Plex Sans"/>
              </a:rPr>
              <a:t>Нормальний розподіл (дзвоноподібний):</a:t>
            </a:r>
            <a:r>
              <a:rPr lang="uk">
                <a:solidFill>
                  <a:srgbClr val="076CFC"/>
                </a:solidFill>
                <a:latin typeface="IBM Plex Sans"/>
                <a:ea typeface="IBM Plex Sans"/>
                <a:cs typeface="IBM Plex Sans"/>
                <a:sym typeface="IBM Plex Sans"/>
              </a:rPr>
              <a:t> </a:t>
            </a:r>
            <a:br>
              <a:rPr lang="uk">
                <a:solidFill>
                  <a:srgbClr val="076CFC"/>
                </a:solidFill>
                <a:latin typeface="IBM Plex Sans"/>
                <a:ea typeface="IBM Plex Sans"/>
                <a:cs typeface="IBM Plex Sans"/>
                <a:sym typeface="IBM Plex Sans"/>
              </a:rPr>
            </a:br>
            <a:br>
              <a:rPr lang="uk">
                <a:solidFill>
                  <a:schemeClr val="lt1"/>
                </a:solidFill>
                <a:latin typeface="IBM Plex Sans"/>
                <a:ea typeface="IBM Plex Sans"/>
                <a:cs typeface="IBM Plex Sans"/>
                <a:sym typeface="IBM Plex Sans"/>
              </a:rPr>
            </a:br>
            <a:r>
              <a:rPr lang="uk">
                <a:solidFill>
                  <a:schemeClr val="lt1"/>
                </a:solidFill>
                <a:latin typeface="IBM Plex Sans"/>
                <a:ea typeface="IBM Plex Sans"/>
                <a:cs typeface="IBM Plex Sans"/>
                <a:sym typeface="IBM Plex Sans"/>
              </a:rPr>
              <a:t>Більшість значень згруповані навколо середнього,             симетричні хвости.</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295" name="Shape 295"/>
        <p:cNvGrpSpPr/>
        <p:nvPr/>
      </p:nvGrpSpPr>
      <p:grpSpPr>
        <a:xfrm>
          <a:off x="0" y="0"/>
          <a:ext cx="0" cy="0"/>
          <a:chOff x="0" y="0"/>
          <a:chExt cx="0" cy="0"/>
        </a:xfrm>
      </p:grpSpPr>
      <p:sp>
        <p:nvSpPr>
          <p:cNvPr id="296" name="Google Shape;296;p11"/>
          <p:cNvSpPr/>
          <p:nvPr/>
        </p:nvSpPr>
        <p:spPr>
          <a:xfrm>
            <a:off x="342925" y="2714415"/>
            <a:ext cx="9394800" cy="1308000"/>
          </a:xfrm>
          <a:prstGeom prst="roundRect">
            <a:avLst>
              <a:gd fmla="val 24721" name="adj"/>
            </a:avLst>
          </a:prstGeom>
          <a:solidFill>
            <a:srgbClr val="282828"/>
          </a:solidFill>
          <a:ln>
            <a:noFill/>
          </a:ln>
        </p:spPr>
        <p:txBody>
          <a:bodyPr anchorCtr="0" anchor="ctr" bIns="100900" lIns="100900" spcFirstLastPara="1" rIns="100900" wrap="square" tIns="100900">
            <a:noAutofit/>
          </a:bodyPr>
          <a:lstStyle/>
          <a:p>
            <a:pPr indent="0" lvl="0" marL="0" rtl="0" algn="ctr">
              <a:spcBef>
                <a:spcPts val="0"/>
              </a:spcBef>
              <a:spcAft>
                <a:spcPts val="0"/>
              </a:spcAft>
              <a:buNone/>
            </a:pPr>
            <a:r>
              <a:t/>
            </a:r>
            <a:endParaRPr sz="1545"/>
          </a:p>
        </p:txBody>
      </p:sp>
      <p:sp>
        <p:nvSpPr>
          <p:cNvPr id="297" name="Google Shape;297;p11"/>
          <p:cNvSpPr/>
          <p:nvPr/>
        </p:nvSpPr>
        <p:spPr>
          <a:xfrm>
            <a:off x="342925" y="4022666"/>
            <a:ext cx="9394800" cy="1323900"/>
          </a:xfrm>
          <a:prstGeom prst="roundRect">
            <a:avLst>
              <a:gd fmla="val 22849" name="adj"/>
            </a:avLst>
          </a:prstGeom>
          <a:solidFill>
            <a:srgbClr val="282828"/>
          </a:solidFill>
          <a:ln>
            <a:noFill/>
          </a:ln>
        </p:spPr>
        <p:txBody>
          <a:bodyPr anchorCtr="0" anchor="ctr" bIns="100900" lIns="100900" spcFirstLastPara="1" rIns="100900" wrap="square" tIns="100900">
            <a:noAutofit/>
          </a:bodyPr>
          <a:lstStyle/>
          <a:p>
            <a:pPr indent="0" lvl="0" marL="0" rtl="0" algn="ctr">
              <a:spcBef>
                <a:spcPts val="0"/>
              </a:spcBef>
              <a:spcAft>
                <a:spcPts val="0"/>
              </a:spcAft>
              <a:buNone/>
            </a:pPr>
            <a:r>
              <a:t/>
            </a:r>
            <a:endParaRPr sz="1545"/>
          </a:p>
        </p:txBody>
      </p:sp>
      <p:sp>
        <p:nvSpPr>
          <p:cNvPr id="298" name="Google Shape;298;p11"/>
          <p:cNvSpPr/>
          <p:nvPr/>
        </p:nvSpPr>
        <p:spPr>
          <a:xfrm>
            <a:off x="323150" y="1406450"/>
            <a:ext cx="9394800" cy="1308000"/>
          </a:xfrm>
          <a:prstGeom prst="roundRect">
            <a:avLst>
              <a:gd fmla="val 31124" name="adj"/>
            </a:avLst>
          </a:prstGeom>
          <a:solidFill>
            <a:srgbClr val="282828"/>
          </a:solidFill>
          <a:ln>
            <a:noFill/>
          </a:ln>
        </p:spPr>
        <p:txBody>
          <a:bodyPr anchorCtr="0" anchor="ctr" bIns="100900" lIns="100900" spcFirstLastPara="1" rIns="100900" wrap="square" tIns="100900">
            <a:noAutofit/>
          </a:bodyPr>
          <a:lstStyle/>
          <a:p>
            <a:pPr indent="0" lvl="0" marL="0" rtl="0" algn="ctr">
              <a:spcBef>
                <a:spcPts val="0"/>
              </a:spcBef>
              <a:spcAft>
                <a:spcPts val="0"/>
              </a:spcAft>
              <a:buNone/>
            </a:pPr>
            <a:r>
              <a:t/>
            </a:r>
            <a:endParaRPr sz="1545"/>
          </a:p>
        </p:txBody>
      </p:sp>
      <p:pic>
        <p:nvPicPr>
          <p:cNvPr id="299" name="Google Shape;299;p11"/>
          <p:cNvPicPr preferRelativeResize="0"/>
          <p:nvPr/>
        </p:nvPicPr>
        <p:blipFill>
          <a:blip r:embed="rId3">
            <a:alphaModFix/>
          </a:blip>
          <a:stretch>
            <a:fillRect/>
          </a:stretch>
        </p:blipFill>
        <p:spPr>
          <a:xfrm>
            <a:off x="472450" y="1749710"/>
            <a:ext cx="831421" cy="673199"/>
          </a:xfrm>
          <a:prstGeom prst="rect">
            <a:avLst/>
          </a:prstGeom>
          <a:noFill/>
          <a:ln>
            <a:noFill/>
          </a:ln>
        </p:spPr>
      </p:pic>
      <p:pic>
        <p:nvPicPr>
          <p:cNvPr id="300" name="Google Shape;300;p11"/>
          <p:cNvPicPr preferRelativeResize="0"/>
          <p:nvPr/>
        </p:nvPicPr>
        <p:blipFill>
          <a:blip r:embed="rId3">
            <a:alphaModFix/>
          </a:blip>
          <a:stretch>
            <a:fillRect/>
          </a:stretch>
        </p:blipFill>
        <p:spPr>
          <a:xfrm>
            <a:off x="472450" y="3031973"/>
            <a:ext cx="831421" cy="673199"/>
          </a:xfrm>
          <a:prstGeom prst="rect">
            <a:avLst/>
          </a:prstGeom>
          <a:noFill/>
          <a:ln>
            <a:noFill/>
          </a:ln>
        </p:spPr>
      </p:pic>
      <p:pic>
        <p:nvPicPr>
          <p:cNvPr id="301" name="Google Shape;301;p11"/>
          <p:cNvPicPr preferRelativeResize="0"/>
          <p:nvPr/>
        </p:nvPicPr>
        <p:blipFill>
          <a:blip r:embed="rId3">
            <a:alphaModFix/>
          </a:blip>
          <a:stretch>
            <a:fillRect/>
          </a:stretch>
        </p:blipFill>
        <p:spPr>
          <a:xfrm>
            <a:off x="472450" y="4368573"/>
            <a:ext cx="831421" cy="673199"/>
          </a:xfrm>
          <a:prstGeom prst="rect">
            <a:avLst/>
          </a:prstGeom>
          <a:noFill/>
          <a:ln>
            <a:noFill/>
          </a:ln>
        </p:spPr>
      </p:pic>
      <p:sp>
        <p:nvSpPr>
          <p:cNvPr id="302" name="Google Shape;302;p11"/>
          <p:cNvSpPr txBox="1"/>
          <p:nvPr>
            <p:ph idx="4294967295" type="body"/>
          </p:nvPr>
        </p:nvSpPr>
        <p:spPr>
          <a:xfrm>
            <a:off x="1620350" y="1693200"/>
            <a:ext cx="6800400" cy="492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SzPts val="1400"/>
              <a:buNone/>
            </a:pPr>
            <a:r>
              <a:rPr lang="uk" sz="1600">
                <a:solidFill>
                  <a:schemeClr val="lt1"/>
                </a:solidFill>
                <a:latin typeface="IBM Plex Sans"/>
                <a:ea typeface="IBM Plex Sans"/>
                <a:cs typeface="IBM Plex Sans"/>
                <a:sym typeface="IBM Plex Sans"/>
              </a:rPr>
              <a:t>Виявляти структурні аномалії                                                             наприклад, групи з підозрілою поведінкою)</a:t>
            </a:r>
            <a:endParaRPr sz="1600">
              <a:solidFill>
                <a:schemeClr val="lt1"/>
              </a:solidFill>
              <a:latin typeface="IBM Plex Sans"/>
              <a:ea typeface="IBM Plex Sans"/>
              <a:cs typeface="IBM Plex Sans"/>
              <a:sym typeface="IBM Plex Sans"/>
            </a:endParaRPr>
          </a:p>
        </p:txBody>
      </p:sp>
      <p:sp>
        <p:nvSpPr>
          <p:cNvPr id="303" name="Google Shape;303;p11"/>
          <p:cNvSpPr txBox="1"/>
          <p:nvPr/>
        </p:nvSpPr>
        <p:spPr>
          <a:xfrm>
            <a:off x="238097" y="144578"/>
            <a:ext cx="9564900" cy="10878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4000"/>
              <a:buFont typeface="Arial"/>
              <a:buNone/>
            </a:pPr>
            <a:r>
              <a:rPr b="0" i="0" lang="uk" sz="3000" u="none" cap="none" strike="noStrike">
                <a:solidFill>
                  <a:srgbClr val="E5E8EC"/>
                </a:solidFill>
                <a:latin typeface="IBM Plex Mono SemiBold"/>
                <a:ea typeface="IBM Plex Mono SemiBold"/>
                <a:cs typeface="IBM Plex Mono SemiBold"/>
                <a:sym typeface="IBM Plex Mono SemiBold"/>
              </a:rPr>
              <a:t>НАВІЩО АНАЛІЗУВАТИ РОЗПОДІЛИ </a:t>
            </a:r>
            <a:br>
              <a:rPr b="0" i="0" lang="uk" sz="3000" u="none" cap="none" strike="noStrike">
                <a:solidFill>
                  <a:srgbClr val="E5E8EC"/>
                </a:solidFill>
                <a:latin typeface="IBM Plex Mono SemiBold"/>
                <a:ea typeface="IBM Plex Mono SemiBold"/>
                <a:cs typeface="IBM Plex Mono SemiBold"/>
                <a:sym typeface="IBM Plex Mono SemiBold"/>
              </a:rPr>
            </a:br>
            <a:r>
              <a:rPr b="0" i="0" lang="uk" sz="3000" u="none" cap="none" strike="noStrike">
                <a:solidFill>
                  <a:srgbClr val="E5E8EC"/>
                </a:solidFill>
                <a:latin typeface="IBM Plex Mono SemiBold"/>
                <a:ea typeface="IBM Plex Mono SemiBold"/>
                <a:cs typeface="IBM Plex Mono SemiBold"/>
                <a:sym typeface="IBM Plex Mono SemiBold"/>
              </a:rPr>
              <a:t>В ДОСЛІДЖЕННЯХ?</a:t>
            </a:r>
            <a:endParaRPr b="0" i="0" sz="3000" u="none" cap="none" strike="noStrike">
              <a:solidFill>
                <a:srgbClr val="E5E8EC"/>
              </a:solidFill>
              <a:latin typeface="IBM Plex Mono SemiBold"/>
              <a:ea typeface="IBM Plex Mono SemiBold"/>
              <a:cs typeface="IBM Plex Mono SemiBold"/>
              <a:sym typeface="IBM Plex Mono SemiBold"/>
            </a:endParaRPr>
          </a:p>
        </p:txBody>
      </p:sp>
      <p:sp>
        <p:nvSpPr>
          <p:cNvPr id="304" name="Google Shape;304;p11"/>
          <p:cNvSpPr txBox="1"/>
          <p:nvPr/>
        </p:nvSpPr>
        <p:spPr>
          <a:xfrm>
            <a:off x="1506800" y="3031975"/>
            <a:ext cx="7983300" cy="714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800"/>
              </a:spcBef>
              <a:spcAft>
                <a:spcPts val="0"/>
              </a:spcAft>
              <a:buClr>
                <a:srgbClr val="000000"/>
              </a:buClr>
              <a:buSzPts val="1820"/>
              <a:buFont typeface="Arial"/>
              <a:buNone/>
            </a:pPr>
            <a:r>
              <a:rPr i="0" lang="uk" sz="1600" u="none" cap="none" strike="noStrike">
                <a:solidFill>
                  <a:schemeClr val="lt1"/>
                </a:solidFill>
                <a:latin typeface="IBM Plex Sans"/>
                <a:ea typeface="IBM Plex Sans"/>
                <a:cs typeface="IBM Plex Sans"/>
                <a:sym typeface="IBM Plex Sans"/>
              </a:rPr>
              <a:t>Правильно обирати методи подальшого аналізу                                                  (наприклад, чи застосовувати параметричні чи непараметричні тести)</a:t>
            </a:r>
            <a:endParaRPr i="0" sz="1600" u="none" cap="none" strike="noStrike">
              <a:solidFill>
                <a:schemeClr val="lt1"/>
              </a:solidFill>
              <a:latin typeface="IBM Plex Sans"/>
              <a:ea typeface="IBM Plex Sans"/>
              <a:cs typeface="IBM Plex Sans"/>
              <a:sym typeface="IBM Plex Sans"/>
            </a:endParaRPr>
          </a:p>
        </p:txBody>
      </p:sp>
      <p:sp>
        <p:nvSpPr>
          <p:cNvPr id="305" name="Google Shape;305;p11"/>
          <p:cNvSpPr txBox="1"/>
          <p:nvPr/>
        </p:nvSpPr>
        <p:spPr>
          <a:xfrm>
            <a:off x="1506800" y="4327475"/>
            <a:ext cx="7475400" cy="714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800"/>
              </a:spcBef>
              <a:spcAft>
                <a:spcPts val="0"/>
              </a:spcAft>
              <a:buClr>
                <a:srgbClr val="000000"/>
              </a:buClr>
              <a:buSzPts val="1820"/>
              <a:buFont typeface="Arial"/>
              <a:buNone/>
            </a:pPr>
            <a:r>
              <a:rPr i="0" lang="uk" sz="1600" u="none" cap="none" strike="noStrike">
                <a:solidFill>
                  <a:schemeClr val="lt1"/>
                </a:solidFill>
                <a:latin typeface="IBM Plex Sans"/>
                <a:ea typeface="IBM Plex Sans"/>
                <a:cs typeface="IBM Plex Sans"/>
                <a:sym typeface="IBM Plex Sans"/>
              </a:rPr>
              <a:t>Підвищувати якість прогнозування </a:t>
            </a:r>
            <a:br>
              <a:rPr i="0" lang="uk" sz="1600" u="none" cap="none" strike="noStrike">
                <a:solidFill>
                  <a:schemeClr val="lt1"/>
                </a:solidFill>
                <a:latin typeface="IBM Plex Sans"/>
                <a:ea typeface="IBM Plex Sans"/>
                <a:cs typeface="IBM Plex Sans"/>
                <a:sym typeface="IBM Plex Sans"/>
              </a:rPr>
            </a:br>
            <a:r>
              <a:rPr i="0" lang="uk" sz="1600" u="none" cap="none" strike="noStrike">
                <a:solidFill>
                  <a:schemeClr val="lt1"/>
                </a:solidFill>
                <a:latin typeface="IBM Plex Sans"/>
                <a:ea typeface="IBM Plex Sans"/>
                <a:cs typeface="IBM Plex Sans"/>
                <a:sym typeface="IBM Plex Sans"/>
              </a:rPr>
              <a:t>та аналітичних моделей</a:t>
            </a:r>
            <a:endParaRPr i="0" sz="1600" u="none" cap="none" strike="noStrike">
              <a:solidFill>
                <a:schemeClr val="lt1"/>
              </a:solidFill>
              <a:latin typeface="IBM Plex Sans"/>
              <a:ea typeface="IBM Plex Sans"/>
              <a:cs typeface="IBM Plex Sans"/>
              <a:sym typeface="IBM Plex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309" name="Shape 309"/>
        <p:cNvGrpSpPr/>
        <p:nvPr/>
      </p:nvGrpSpPr>
      <p:grpSpPr>
        <a:xfrm>
          <a:off x="0" y="0"/>
          <a:ext cx="0" cy="0"/>
          <a:chOff x="0" y="0"/>
          <a:chExt cx="0" cy="0"/>
        </a:xfrm>
      </p:grpSpPr>
      <p:sp>
        <p:nvSpPr>
          <p:cNvPr id="310" name="Google Shape;310;p12"/>
          <p:cNvSpPr/>
          <p:nvPr/>
        </p:nvSpPr>
        <p:spPr>
          <a:xfrm>
            <a:off x="317224" y="570225"/>
            <a:ext cx="2957400" cy="3505800"/>
          </a:xfrm>
          <a:prstGeom prst="roundRect">
            <a:avLst>
              <a:gd fmla="val 7197" name="adj"/>
            </a:avLst>
          </a:prstGeom>
          <a:solidFill>
            <a:schemeClr val="lt1"/>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311" name="Google Shape;311;p12"/>
          <p:cNvSpPr/>
          <p:nvPr/>
        </p:nvSpPr>
        <p:spPr>
          <a:xfrm>
            <a:off x="3561622" y="570225"/>
            <a:ext cx="2957400" cy="3505800"/>
          </a:xfrm>
          <a:prstGeom prst="roundRect">
            <a:avLst>
              <a:gd fmla="val 7197" name="adj"/>
            </a:avLst>
          </a:prstGeom>
          <a:solidFill>
            <a:schemeClr val="lt1"/>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312" name="Google Shape;312;p12"/>
          <p:cNvSpPr/>
          <p:nvPr/>
        </p:nvSpPr>
        <p:spPr>
          <a:xfrm>
            <a:off x="6806020" y="570285"/>
            <a:ext cx="2957400" cy="3505800"/>
          </a:xfrm>
          <a:prstGeom prst="roundRect">
            <a:avLst>
              <a:gd fmla="val 7197" name="adj"/>
            </a:avLst>
          </a:prstGeom>
          <a:solidFill>
            <a:schemeClr val="lt1"/>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313" name="Google Shape;313;p12"/>
          <p:cNvSpPr txBox="1"/>
          <p:nvPr/>
        </p:nvSpPr>
        <p:spPr>
          <a:xfrm>
            <a:off x="417013" y="4482500"/>
            <a:ext cx="9246600" cy="8979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rgbClr val="000000"/>
              </a:buClr>
              <a:buSzPts val="1200"/>
              <a:buFont typeface="Arial"/>
              <a:buNone/>
            </a:pPr>
            <a:r>
              <a:rPr b="0" i="0" lang="uk" sz="3700" u="none" cap="none" strike="noStrike">
                <a:solidFill>
                  <a:srgbClr val="076CFC"/>
                </a:solidFill>
                <a:latin typeface="IBM Plex Mono SemiBold"/>
                <a:ea typeface="IBM Plex Mono SemiBold"/>
                <a:cs typeface="IBM Plex Mono SemiBold"/>
                <a:sym typeface="IBM Plex Mono SemiBold"/>
              </a:rPr>
              <a:t>ПРИКЛАДИ ВІЗУАЛІЗАЦІЇ РОЗПОДІЛІВ</a:t>
            </a:r>
            <a:endParaRPr b="0" i="0" sz="3700" u="none" cap="none" strike="noStrike">
              <a:solidFill>
                <a:srgbClr val="076CF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rgbClr val="000000"/>
              </a:buClr>
              <a:buSzPts val="1200"/>
              <a:buFont typeface="Arial"/>
              <a:buNone/>
            </a:pPr>
            <a:r>
              <a:t/>
            </a:r>
            <a:endParaRPr b="0" i="0" sz="5500" u="none" cap="none" strike="noStrike">
              <a:solidFill>
                <a:srgbClr val="076CFC"/>
              </a:solidFill>
              <a:latin typeface="IBM Plex Mono SemiBold"/>
              <a:ea typeface="IBM Plex Mono SemiBold"/>
              <a:cs typeface="IBM Plex Mono SemiBold"/>
              <a:sym typeface="IBM Plex Mono SemiBold"/>
            </a:endParaRPr>
          </a:p>
        </p:txBody>
      </p:sp>
      <p:pic>
        <p:nvPicPr>
          <p:cNvPr id="314" name="Google Shape;314;p12"/>
          <p:cNvPicPr preferRelativeResize="0"/>
          <p:nvPr/>
        </p:nvPicPr>
        <p:blipFill rotWithShape="1">
          <a:blip r:embed="rId3">
            <a:alphaModFix/>
          </a:blip>
          <a:srcRect b="0" l="0" r="0" t="0"/>
          <a:stretch/>
        </p:blipFill>
        <p:spPr>
          <a:xfrm>
            <a:off x="357825" y="880200"/>
            <a:ext cx="2916800" cy="1736050"/>
          </a:xfrm>
          <a:prstGeom prst="rect">
            <a:avLst/>
          </a:prstGeom>
          <a:noFill/>
          <a:ln>
            <a:noFill/>
          </a:ln>
        </p:spPr>
      </p:pic>
      <p:pic>
        <p:nvPicPr>
          <p:cNvPr id="315" name="Google Shape;315;p12"/>
          <p:cNvPicPr preferRelativeResize="0"/>
          <p:nvPr/>
        </p:nvPicPr>
        <p:blipFill rotWithShape="1">
          <a:blip r:embed="rId4">
            <a:alphaModFix/>
          </a:blip>
          <a:srcRect b="0" l="0" r="0" t="9633"/>
          <a:stretch/>
        </p:blipFill>
        <p:spPr>
          <a:xfrm>
            <a:off x="3699513" y="880200"/>
            <a:ext cx="2681636" cy="1736050"/>
          </a:xfrm>
          <a:prstGeom prst="rect">
            <a:avLst/>
          </a:prstGeom>
          <a:noFill/>
          <a:ln>
            <a:noFill/>
          </a:ln>
        </p:spPr>
      </p:pic>
      <p:pic>
        <p:nvPicPr>
          <p:cNvPr id="316" name="Google Shape;316;p12"/>
          <p:cNvPicPr preferRelativeResize="0"/>
          <p:nvPr/>
        </p:nvPicPr>
        <p:blipFill rotWithShape="1">
          <a:blip r:embed="rId5">
            <a:alphaModFix/>
          </a:blip>
          <a:srcRect b="0" l="0" r="0" t="0"/>
          <a:stretch/>
        </p:blipFill>
        <p:spPr>
          <a:xfrm>
            <a:off x="7130475" y="757525"/>
            <a:ext cx="2252442" cy="2287300"/>
          </a:xfrm>
          <a:prstGeom prst="rect">
            <a:avLst/>
          </a:prstGeom>
          <a:noFill/>
          <a:ln>
            <a:noFill/>
          </a:ln>
        </p:spPr>
      </p:pic>
      <p:sp>
        <p:nvSpPr>
          <p:cNvPr id="317" name="Google Shape;317;p12"/>
          <p:cNvSpPr txBox="1"/>
          <p:nvPr/>
        </p:nvSpPr>
        <p:spPr>
          <a:xfrm>
            <a:off x="357825" y="3044825"/>
            <a:ext cx="2916900" cy="897900"/>
          </a:xfrm>
          <a:prstGeom prst="rect">
            <a:avLst/>
          </a:prstGeom>
          <a:noFill/>
          <a:ln>
            <a:noFill/>
          </a:ln>
        </p:spPr>
        <p:txBody>
          <a:bodyPr anchorCtr="0" anchor="ctr" bIns="75600" lIns="75600" spcFirstLastPara="1" rIns="75600" wrap="square" tIns="75600">
            <a:noAutofit/>
          </a:bodyPr>
          <a:lstStyle/>
          <a:p>
            <a:pPr indent="0" lvl="0" marL="0" marR="0" rtl="0" algn="ctr">
              <a:lnSpc>
                <a:spcPct val="100000"/>
              </a:lnSpc>
              <a:spcBef>
                <a:spcPts val="0"/>
              </a:spcBef>
              <a:spcAft>
                <a:spcPts val="0"/>
              </a:spcAft>
              <a:buClr>
                <a:srgbClr val="000000"/>
              </a:buClr>
              <a:buSzPts val="1200"/>
              <a:buFont typeface="Arial"/>
              <a:buNone/>
            </a:pPr>
            <a:r>
              <a:rPr b="0" i="0" lang="uk" sz="1500" u="none" cap="none" strike="noStrike">
                <a:solidFill>
                  <a:srgbClr val="181919"/>
                </a:solidFill>
                <a:latin typeface="IBM Plex Mono SemiBold"/>
                <a:ea typeface="IBM Plex Mono SemiBold"/>
                <a:cs typeface="IBM Plex Mono SemiBold"/>
                <a:sym typeface="IBM Plex Mono SemiBold"/>
              </a:rPr>
              <a:t>Гістограма </a:t>
            </a:r>
            <a:br>
              <a:rPr b="0" i="0" lang="uk" sz="1500" u="none" cap="none" strike="noStrike">
                <a:solidFill>
                  <a:srgbClr val="181919"/>
                </a:solidFill>
                <a:latin typeface="IBM Plex Mono SemiBold"/>
                <a:ea typeface="IBM Plex Mono SemiBold"/>
                <a:cs typeface="IBM Plex Mono SemiBold"/>
                <a:sym typeface="IBM Plex Mono SemiBold"/>
              </a:rPr>
            </a:br>
            <a:r>
              <a:rPr b="0" i="0" lang="uk" sz="1500" u="none" cap="none" strike="noStrike">
                <a:solidFill>
                  <a:srgbClr val="181919"/>
                </a:solidFill>
                <a:latin typeface="IBM Plex Mono SemiBold"/>
                <a:ea typeface="IBM Plex Mono SemiBold"/>
                <a:cs typeface="IBM Plex Mono SemiBold"/>
                <a:sym typeface="IBM Plex Mono SemiBold"/>
              </a:rPr>
              <a:t>(частота різних значень)</a:t>
            </a:r>
            <a:endParaRPr b="0" i="0" sz="1500" u="none" cap="none" strike="noStrike">
              <a:solidFill>
                <a:srgbClr val="181919"/>
              </a:solidFill>
              <a:latin typeface="IBM Plex Mono SemiBold"/>
              <a:ea typeface="IBM Plex Mono SemiBold"/>
              <a:cs typeface="IBM Plex Mono SemiBold"/>
              <a:sym typeface="IBM Plex Mono SemiBold"/>
            </a:endParaRPr>
          </a:p>
        </p:txBody>
      </p:sp>
      <p:sp>
        <p:nvSpPr>
          <p:cNvPr id="318" name="Google Shape;318;p12"/>
          <p:cNvSpPr txBox="1"/>
          <p:nvPr/>
        </p:nvSpPr>
        <p:spPr>
          <a:xfrm>
            <a:off x="3581875" y="3044813"/>
            <a:ext cx="2916900" cy="897900"/>
          </a:xfrm>
          <a:prstGeom prst="rect">
            <a:avLst/>
          </a:prstGeom>
          <a:noFill/>
          <a:ln>
            <a:noFill/>
          </a:ln>
        </p:spPr>
        <p:txBody>
          <a:bodyPr anchorCtr="0" anchor="ctr" bIns="75600" lIns="75600" spcFirstLastPara="1" rIns="75600" wrap="square" tIns="75600">
            <a:noAutofit/>
          </a:bodyPr>
          <a:lstStyle/>
          <a:p>
            <a:pPr indent="0" lvl="0" marL="0" marR="0" rtl="0" algn="ctr">
              <a:lnSpc>
                <a:spcPct val="100000"/>
              </a:lnSpc>
              <a:spcBef>
                <a:spcPts val="0"/>
              </a:spcBef>
              <a:spcAft>
                <a:spcPts val="0"/>
              </a:spcAft>
              <a:buClr>
                <a:srgbClr val="000000"/>
              </a:buClr>
              <a:buSzPts val="1200"/>
              <a:buFont typeface="Arial"/>
              <a:buNone/>
            </a:pPr>
            <a:r>
              <a:rPr b="0" i="0" lang="uk" sz="1500" u="none" cap="none" strike="noStrike">
                <a:solidFill>
                  <a:srgbClr val="181919"/>
                </a:solidFill>
                <a:latin typeface="IBM Plex Mono SemiBold"/>
                <a:ea typeface="IBM Plex Mono SemiBold"/>
                <a:cs typeface="IBM Plex Mono SemiBold"/>
                <a:sym typeface="IBM Plex Mono SemiBold"/>
              </a:rPr>
              <a:t>Boxplot </a:t>
            </a:r>
            <a:br>
              <a:rPr b="0" i="0" lang="uk" sz="1500" u="none" cap="none" strike="noStrike">
                <a:solidFill>
                  <a:srgbClr val="181919"/>
                </a:solidFill>
                <a:latin typeface="IBM Plex Mono SemiBold"/>
                <a:ea typeface="IBM Plex Mono SemiBold"/>
                <a:cs typeface="IBM Plex Mono SemiBold"/>
                <a:sym typeface="IBM Plex Mono SemiBold"/>
              </a:rPr>
            </a:br>
            <a:r>
              <a:rPr b="0" i="0" lang="uk" sz="1500" u="none" cap="none" strike="noStrike">
                <a:solidFill>
                  <a:srgbClr val="181919"/>
                </a:solidFill>
                <a:latin typeface="IBM Plex Mono SemiBold"/>
                <a:ea typeface="IBM Plex Mono SemiBold"/>
                <a:cs typeface="IBM Plex Mono SemiBold"/>
                <a:sym typeface="IBM Plex Mono SemiBold"/>
              </a:rPr>
              <a:t>(медіана, квартили, викиди)</a:t>
            </a:r>
            <a:endParaRPr b="0" i="0" sz="1500" u="none" cap="none" strike="noStrike">
              <a:solidFill>
                <a:srgbClr val="181919"/>
              </a:solidFill>
              <a:latin typeface="IBM Plex Mono SemiBold"/>
              <a:ea typeface="IBM Plex Mono SemiBold"/>
              <a:cs typeface="IBM Plex Mono SemiBold"/>
              <a:sym typeface="IBM Plex Mono SemiBold"/>
            </a:endParaRPr>
          </a:p>
        </p:txBody>
      </p:sp>
      <p:sp>
        <p:nvSpPr>
          <p:cNvPr id="319" name="Google Shape;319;p12"/>
          <p:cNvSpPr txBox="1"/>
          <p:nvPr/>
        </p:nvSpPr>
        <p:spPr>
          <a:xfrm>
            <a:off x="6805925" y="3044825"/>
            <a:ext cx="2916900" cy="897900"/>
          </a:xfrm>
          <a:prstGeom prst="rect">
            <a:avLst/>
          </a:prstGeom>
          <a:noFill/>
          <a:ln>
            <a:noFill/>
          </a:ln>
        </p:spPr>
        <p:txBody>
          <a:bodyPr anchorCtr="0" anchor="ctr" bIns="75600" lIns="75600" spcFirstLastPara="1" rIns="75600" wrap="square" tIns="75600">
            <a:noAutofit/>
          </a:bodyPr>
          <a:lstStyle/>
          <a:p>
            <a:pPr indent="0" lvl="0" marL="0" marR="0" rtl="0" algn="ctr">
              <a:lnSpc>
                <a:spcPct val="100000"/>
              </a:lnSpc>
              <a:spcBef>
                <a:spcPts val="0"/>
              </a:spcBef>
              <a:spcAft>
                <a:spcPts val="0"/>
              </a:spcAft>
              <a:buClr>
                <a:srgbClr val="000000"/>
              </a:buClr>
              <a:buSzPts val="1200"/>
              <a:buFont typeface="Arial"/>
              <a:buNone/>
            </a:pPr>
            <a:r>
              <a:rPr b="0" i="0" lang="uk" sz="1500" u="none" cap="none" strike="noStrike">
                <a:solidFill>
                  <a:srgbClr val="181919"/>
                </a:solidFill>
                <a:latin typeface="IBM Plex Mono SemiBold"/>
                <a:ea typeface="IBM Plex Mono SemiBold"/>
                <a:cs typeface="IBM Plex Mono SemiBold"/>
                <a:sym typeface="IBM Plex Mono SemiBold"/>
              </a:rPr>
              <a:t>Density Plot </a:t>
            </a:r>
            <a:br>
              <a:rPr b="0" i="0" lang="uk" sz="1500" u="none" cap="none" strike="noStrike">
                <a:solidFill>
                  <a:srgbClr val="181919"/>
                </a:solidFill>
                <a:latin typeface="IBM Plex Mono SemiBold"/>
                <a:ea typeface="IBM Plex Mono SemiBold"/>
                <a:cs typeface="IBM Plex Mono SemiBold"/>
                <a:sym typeface="IBM Plex Mono SemiBold"/>
              </a:rPr>
            </a:br>
            <a:r>
              <a:rPr b="0" i="0" lang="uk" sz="1500" u="none" cap="none" strike="noStrike">
                <a:solidFill>
                  <a:srgbClr val="181919"/>
                </a:solidFill>
                <a:latin typeface="IBM Plex Mono SemiBold"/>
                <a:ea typeface="IBM Plex Mono SemiBold"/>
                <a:cs typeface="IBM Plex Mono SemiBold"/>
                <a:sym typeface="IBM Plex Mono SemiBold"/>
              </a:rPr>
              <a:t>(плавна оцінка розподілу)</a:t>
            </a:r>
            <a:endParaRPr b="0" i="0" sz="1500" u="none" cap="none" strike="noStrike">
              <a:solidFill>
                <a:srgbClr val="181919"/>
              </a:solidFill>
              <a:latin typeface="IBM Plex Mono SemiBold"/>
              <a:ea typeface="IBM Plex Mono SemiBold"/>
              <a:cs typeface="IBM Plex Mono SemiBold"/>
              <a:sym typeface="IBM Plex Mono SemiBo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323" name="Shape 323"/>
        <p:cNvGrpSpPr/>
        <p:nvPr/>
      </p:nvGrpSpPr>
      <p:grpSpPr>
        <a:xfrm>
          <a:off x="0" y="0"/>
          <a:ext cx="0" cy="0"/>
          <a:chOff x="0" y="0"/>
          <a:chExt cx="0" cy="0"/>
        </a:xfrm>
      </p:grpSpPr>
      <p:sp>
        <p:nvSpPr>
          <p:cNvPr id="324" name="Google Shape;324;p13"/>
          <p:cNvSpPr/>
          <p:nvPr/>
        </p:nvSpPr>
        <p:spPr>
          <a:xfrm>
            <a:off x="317225" y="353350"/>
            <a:ext cx="9450300" cy="5038800"/>
          </a:xfrm>
          <a:prstGeom prst="roundRect">
            <a:avLst>
              <a:gd fmla="val 7197" name="adj"/>
            </a:avLst>
          </a:prstGeom>
          <a:solidFill>
            <a:schemeClr val="lt1"/>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pic>
        <p:nvPicPr>
          <p:cNvPr id="325" name="Google Shape;325;p13"/>
          <p:cNvPicPr preferRelativeResize="0"/>
          <p:nvPr/>
        </p:nvPicPr>
        <p:blipFill rotWithShape="1">
          <a:blip r:embed="rId3">
            <a:alphaModFix/>
          </a:blip>
          <a:srcRect b="0" l="0" r="0" t="0"/>
          <a:stretch/>
        </p:blipFill>
        <p:spPr>
          <a:xfrm>
            <a:off x="1094300" y="445488"/>
            <a:ext cx="7811776" cy="47795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81919"/>
        </a:solidFill>
      </p:bgPr>
    </p:bg>
    <p:spTree>
      <p:nvGrpSpPr>
        <p:cNvPr id="329" name="Shape 329"/>
        <p:cNvGrpSpPr/>
        <p:nvPr/>
      </p:nvGrpSpPr>
      <p:grpSpPr>
        <a:xfrm>
          <a:off x="0" y="0"/>
          <a:ext cx="0" cy="0"/>
          <a:chOff x="0" y="0"/>
          <a:chExt cx="0" cy="0"/>
        </a:xfrm>
      </p:grpSpPr>
      <p:sp>
        <p:nvSpPr>
          <p:cNvPr id="330" name="Google Shape;330;g3e52ebd8282_0_404"/>
          <p:cNvSpPr/>
          <p:nvPr/>
        </p:nvSpPr>
        <p:spPr>
          <a:xfrm>
            <a:off x="342900" y="342875"/>
            <a:ext cx="4817100" cy="4984800"/>
          </a:xfrm>
          <a:prstGeom prst="roundRect">
            <a:avLst>
              <a:gd fmla="val 7992" name="adj"/>
            </a:avLst>
          </a:prstGeom>
          <a:solidFill>
            <a:srgbClr val="076C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1" name="Google Shape;331;g3e52ebd8282_0_404"/>
          <p:cNvSpPr txBox="1"/>
          <p:nvPr/>
        </p:nvSpPr>
        <p:spPr>
          <a:xfrm>
            <a:off x="595525" y="3647875"/>
            <a:ext cx="5172900" cy="1584300"/>
          </a:xfrm>
          <a:prstGeom prst="rect">
            <a:avLst/>
          </a:prstGeom>
          <a:noFill/>
          <a:ln>
            <a:noFill/>
          </a:ln>
        </p:spPr>
        <p:txBody>
          <a:bodyPr anchorCtr="0" anchor="t" bIns="75600" lIns="75600" spcFirstLastPara="1" rIns="75600" wrap="square" tIns="75600">
            <a:spAutoFit/>
          </a:bodyPr>
          <a:lstStyle/>
          <a:p>
            <a:pPr indent="0" lvl="0" marL="0" rtl="0" algn="l">
              <a:spcBef>
                <a:spcPts val="0"/>
              </a:spcBef>
              <a:spcAft>
                <a:spcPts val="0"/>
              </a:spcAft>
              <a:buClr>
                <a:srgbClr val="000000"/>
              </a:buClr>
              <a:buSzPts val="1200"/>
              <a:buFont typeface="Arial"/>
              <a:buNone/>
            </a:pPr>
            <a:r>
              <a:rPr lang="uk" sz="4900">
                <a:solidFill>
                  <a:schemeClr val="lt1"/>
                </a:solidFill>
                <a:latin typeface="IBM Plex Mono SemiBold"/>
                <a:ea typeface="IBM Plex Mono SemiBold"/>
                <a:cs typeface="IBM Plex Mono SemiBold"/>
                <a:sym typeface="IBM Plex Mono SemiBold"/>
              </a:rPr>
              <a:t>МОДУЛЬ 2</a:t>
            </a:r>
            <a:endParaRPr sz="4900">
              <a:solidFill>
                <a:schemeClr val="lt1"/>
              </a:solidFill>
              <a:latin typeface="IBM Plex Mono SemiBold"/>
              <a:ea typeface="IBM Plex Mono SemiBold"/>
              <a:cs typeface="IBM Plex Mono SemiBold"/>
              <a:sym typeface="IBM Plex Mono SemiBold"/>
            </a:endParaRPr>
          </a:p>
          <a:p>
            <a:pPr indent="0" lvl="0" marL="0" rtl="0" algn="l">
              <a:spcBef>
                <a:spcPts val="0"/>
              </a:spcBef>
              <a:spcAft>
                <a:spcPts val="0"/>
              </a:spcAft>
              <a:buClr>
                <a:srgbClr val="000000"/>
              </a:buClr>
              <a:buSzPts val="1200"/>
              <a:buFont typeface="Arial"/>
              <a:buNone/>
            </a:pPr>
            <a:r>
              <a:rPr lang="uk" sz="2200">
                <a:solidFill>
                  <a:schemeClr val="lt1"/>
                </a:solidFill>
                <a:latin typeface="IBM Plex Mono SemiBold"/>
                <a:ea typeface="IBM Plex Mono SemiBold"/>
                <a:cs typeface="IBM Plex Mono SemiBold"/>
                <a:sym typeface="IBM Plex Mono SemiBold"/>
              </a:rPr>
              <a:t>Класифікація статистичних </a:t>
            </a:r>
            <a:endParaRPr sz="2200">
              <a:solidFill>
                <a:schemeClr val="lt1"/>
              </a:solidFill>
              <a:latin typeface="IBM Plex Mono SemiBold"/>
              <a:ea typeface="IBM Plex Mono SemiBold"/>
              <a:cs typeface="IBM Plex Mono SemiBold"/>
              <a:sym typeface="IBM Plex Mono SemiBold"/>
            </a:endParaRPr>
          </a:p>
          <a:p>
            <a:pPr indent="0" lvl="0" marL="0" rtl="0" algn="l">
              <a:spcBef>
                <a:spcPts val="0"/>
              </a:spcBef>
              <a:spcAft>
                <a:spcPts val="0"/>
              </a:spcAft>
              <a:buClr>
                <a:srgbClr val="000000"/>
              </a:buClr>
              <a:buSzPts val="1200"/>
              <a:buFont typeface="Arial"/>
              <a:buNone/>
            </a:pPr>
            <a:r>
              <a:rPr lang="uk" sz="2200">
                <a:solidFill>
                  <a:schemeClr val="lt1"/>
                </a:solidFill>
                <a:latin typeface="IBM Plex Mono SemiBold"/>
                <a:ea typeface="IBM Plex Mono SemiBold"/>
                <a:cs typeface="IBM Plex Mono SemiBold"/>
                <a:sym typeface="IBM Plex Mono SemiBold"/>
              </a:rPr>
              <a:t>методів в OSINT</a:t>
            </a:r>
            <a:endParaRPr sz="2200">
              <a:solidFill>
                <a:schemeClr val="lt1"/>
              </a:solidFill>
              <a:latin typeface="IBM Plex Mono SemiBold"/>
              <a:ea typeface="IBM Plex Mono SemiBold"/>
              <a:cs typeface="IBM Plex Mono SemiBold"/>
              <a:sym typeface="IBM Plex Mono SemiBold"/>
            </a:endParaRPr>
          </a:p>
        </p:txBody>
      </p:sp>
      <p:sp>
        <p:nvSpPr>
          <p:cNvPr id="332" name="Google Shape;332;g3e52ebd8282_0_404"/>
          <p:cNvSpPr txBox="1"/>
          <p:nvPr/>
        </p:nvSpPr>
        <p:spPr>
          <a:xfrm>
            <a:off x="595525" y="696825"/>
            <a:ext cx="4236300" cy="2447400"/>
          </a:xfrm>
          <a:prstGeom prst="rect">
            <a:avLst/>
          </a:prstGeom>
          <a:noFill/>
          <a:ln>
            <a:noFill/>
          </a:ln>
        </p:spPr>
        <p:txBody>
          <a:bodyPr anchorCtr="0" anchor="t" bIns="91425" lIns="91425" spcFirstLastPara="1" rIns="91425" wrap="square" tIns="91425">
            <a:spAutoFit/>
          </a:bodyPr>
          <a:lstStyle/>
          <a:p>
            <a:pPr indent="-361950" lvl="0" marL="457200" rtl="0" algn="l">
              <a:spcBef>
                <a:spcPts val="0"/>
              </a:spcBef>
              <a:spcAft>
                <a:spcPts val="0"/>
              </a:spcAft>
              <a:buClr>
                <a:schemeClr val="lt1"/>
              </a:buClr>
              <a:buSzPts val="2100"/>
              <a:buFont typeface="IBM Plex Sans"/>
              <a:buChar char="●"/>
            </a:pPr>
            <a:r>
              <a:rPr lang="uk" sz="2100">
                <a:solidFill>
                  <a:schemeClr val="lt1"/>
                </a:solidFill>
                <a:latin typeface="IBM Plex Sans"/>
                <a:ea typeface="IBM Plex Sans"/>
                <a:cs typeface="IBM Plex Sans"/>
                <a:sym typeface="IBM Plex Sans"/>
              </a:rPr>
              <a:t>Описова статистика</a:t>
            </a:r>
            <a:endParaRPr sz="2100">
              <a:solidFill>
                <a:schemeClr val="lt1"/>
              </a:solidFill>
              <a:latin typeface="IBM Plex Sans"/>
              <a:ea typeface="IBM Plex Sans"/>
              <a:cs typeface="IBM Plex Sans"/>
              <a:sym typeface="IBM Plex Sans"/>
            </a:endParaRPr>
          </a:p>
          <a:p>
            <a:pPr indent="-361950" lvl="0" marL="457200" rtl="0" algn="l">
              <a:spcBef>
                <a:spcPts val="0"/>
              </a:spcBef>
              <a:spcAft>
                <a:spcPts val="0"/>
              </a:spcAft>
              <a:buClr>
                <a:schemeClr val="lt1"/>
              </a:buClr>
              <a:buSzPts val="2100"/>
              <a:buFont typeface="IBM Plex Sans"/>
              <a:buChar char="●"/>
            </a:pPr>
            <a:r>
              <a:rPr lang="uk" sz="2100">
                <a:solidFill>
                  <a:schemeClr val="lt1"/>
                </a:solidFill>
                <a:latin typeface="IBM Plex Sans"/>
                <a:ea typeface="IBM Plex Sans"/>
                <a:cs typeface="IBM Plex Sans"/>
                <a:sym typeface="IBM Plex Sans"/>
              </a:rPr>
              <a:t>Інференційна статистика</a:t>
            </a:r>
            <a:endParaRPr sz="2100">
              <a:solidFill>
                <a:schemeClr val="lt1"/>
              </a:solidFill>
              <a:latin typeface="IBM Plex Sans"/>
              <a:ea typeface="IBM Plex Sans"/>
              <a:cs typeface="IBM Plex Sans"/>
              <a:sym typeface="IBM Plex Sans"/>
            </a:endParaRPr>
          </a:p>
          <a:p>
            <a:pPr indent="-361950" lvl="0" marL="457200" rtl="0" algn="l">
              <a:spcBef>
                <a:spcPts val="0"/>
              </a:spcBef>
              <a:spcAft>
                <a:spcPts val="0"/>
              </a:spcAft>
              <a:buClr>
                <a:schemeClr val="lt1"/>
              </a:buClr>
              <a:buSzPts val="2100"/>
              <a:buFont typeface="IBM Plex Sans"/>
              <a:buChar char="●"/>
            </a:pPr>
            <a:r>
              <a:rPr lang="uk" sz="2100">
                <a:solidFill>
                  <a:schemeClr val="lt1"/>
                </a:solidFill>
                <a:latin typeface="IBM Plex Sans"/>
                <a:ea typeface="IBM Plex Sans"/>
                <a:cs typeface="IBM Plex Sans"/>
                <a:sym typeface="IBM Plex Sans"/>
              </a:rPr>
              <a:t>Кореляційний аналі</a:t>
            </a:r>
            <a:r>
              <a:rPr lang="uk" sz="2100">
                <a:solidFill>
                  <a:schemeClr val="lt1"/>
                </a:solidFill>
                <a:latin typeface="IBM Plex Sans"/>
                <a:ea typeface="IBM Plex Sans"/>
                <a:cs typeface="IBM Plex Sans"/>
                <a:sym typeface="IBM Plex Sans"/>
              </a:rPr>
              <a:t>з                       </a:t>
            </a:r>
            <a:r>
              <a:rPr lang="uk" sz="2100">
                <a:solidFill>
                  <a:schemeClr val="lt1"/>
                </a:solidFill>
                <a:latin typeface="IBM Plex Sans"/>
                <a:ea typeface="IBM Plex Sans"/>
                <a:cs typeface="IBM Plex Sans"/>
                <a:sym typeface="IBM Plex Sans"/>
              </a:rPr>
              <a:t> і регресія</a:t>
            </a:r>
            <a:endParaRPr sz="2100">
              <a:solidFill>
                <a:schemeClr val="lt1"/>
              </a:solidFill>
              <a:latin typeface="IBM Plex Sans"/>
              <a:ea typeface="IBM Plex Sans"/>
              <a:cs typeface="IBM Plex Sans"/>
              <a:sym typeface="IBM Plex Sans"/>
            </a:endParaRPr>
          </a:p>
          <a:p>
            <a:pPr indent="-361950" lvl="0" marL="457200" rtl="0" algn="l">
              <a:spcBef>
                <a:spcPts val="0"/>
              </a:spcBef>
              <a:spcAft>
                <a:spcPts val="0"/>
              </a:spcAft>
              <a:buClr>
                <a:schemeClr val="lt1"/>
              </a:buClr>
              <a:buSzPts val="2100"/>
              <a:buFont typeface="IBM Plex Sans"/>
              <a:buChar char="●"/>
            </a:pPr>
            <a:r>
              <a:rPr lang="uk" sz="2100">
                <a:solidFill>
                  <a:schemeClr val="lt1"/>
                </a:solidFill>
                <a:latin typeface="IBM Plex Sans"/>
                <a:ea typeface="IBM Plex Sans"/>
                <a:cs typeface="IBM Plex Sans"/>
                <a:sym typeface="IBM Plex Sans"/>
              </a:rPr>
              <a:t>Баєсовий аналіз</a:t>
            </a:r>
            <a:endParaRPr sz="2100">
              <a:solidFill>
                <a:schemeClr val="lt1"/>
              </a:solidFill>
              <a:latin typeface="IBM Plex Sans"/>
              <a:ea typeface="IBM Plex Sans"/>
              <a:cs typeface="IBM Plex Sans"/>
              <a:sym typeface="IBM Plex Sans"/>
            </a:endParaRPr>
          </a:p>
          <a:p>
            <a:pPr indent="-361950" lvl="0" marL="457200" rtl="0" algn="l">
              <a:spcBef>
                <a:spcPts val="0"/>
              </a:spcBef>
              <a:spcAft>
                <a:spcPts val="0"/>
              </a:spcAft>
              <a:buClr>
                <a:schemeClr val="lt1"/>
              </a:buClr>
              <a:buSzPts val="2100"/>
              <a:buFont typeface="IBM Plex Sans"/>
              <a:buChar char="●"/>
            </a:pPr>
            <a:r>
              <a:rPr lang="uk" sz="2100">
                <a:solidFill>
                  <a:schemeClr val="lt1"/>
                </a:solidFill>
                <a:latin typeface="IBM Plex Sans"/>
                <a:ea typeface="IBM Plex Sans"/>
                <a:cs typeface="IBM Plex Sans"/>
                <a:sym typeface="IBM Plex Sans"/>
              </a:rPr>
              <a:t>Кластеризація та сегментація </a:t>
            </a:r>
            <a:endParaRPr sz="2100">
              <a:solidFill>
                <a:schemeClr val="lt1"/>
              </a:solidFill>
              <a:latin typeface="IBM Plex Sans"/>
              <a:ea typeface="IBM Plex Sans"/>
              <a:cs typeface="IBM Plex Sans"/>
              <a:sym typeface="IBM Plex Sans"/>
            </a:endParaRPr>
          </a:p>
        </p:txBody>
      </p:sp>
      <p:pic>
        <p:nvPicPr>
          <p:cNvPr id="333" name="Google Shape;333;g3e52ebd8282_0_404"/>
          <p:cNvPicPr preferRelativeResize="0"/>
          <p:nvPr/>
        </p:nvPicPr>
        <p:blipFill rotWithShape="1">
          <a:blip r:embed="rId3">
            <a:alphaModFix/>
          </a:blip>
          <a:srcRect b="12805" l="6575" r="6566" t="6046"/>
          <a:stretch/>
        </p:blipFill>
        <p:spPr>
          <a:xfrm>
            <a:off x="5268171" y="696825"/>
            <a:ext cx="4577782" cy="42769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337" name="Shape 337"/>
        <p:cNvGrpSpPr/>
        <p:nvPr/>
      </p:nvGrpSpPr>
      <p:grpSpPr>
        <a:xfrm>
          <a:off x="0" y="0"/>
          <a:ext cx="0" cy="0"/>
          <a:chOff x="0" y="0"/>
          <a:chExt cx="0" cy="0"/>
        </a:xfrm>
      </p:grpSpPr>
      <p:sp>
        <p:nvSpPr>
          <p:cNvPr id="338" name="Google Shape;338;p15"/>
          <p:cNvSpPr/>
          <p:nvPr/>
        </p:nvSpPr>
        <p:spPr>
          <a:xfrm>
            <a:off x="5040300" y="1263200"/>
            <a:ext cx="4723200" cy="978300"/>
          </a:xfrm>
          <a:prstGeom prst="roundRect">
            <a:avLst>
              <a:gd fmla="val 22228" name="adj"/>
            </a:avLst>
          </a:prstGeom>
          <a:solidFill>
            <a:srgbClr val="076CFC"/>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39" name="Google Shape;339;p15"/>
          <p:cNvSpPr/>
          <p:nvPr/>
        </p:nvSpPr>
        <p:spPr>
          <a:xfrm>
            <a:off x="317231" y="1263202"/>
            <a:ext cx="4723200" cy="3909600"/>
          </a:xfrm>
          <a:prstGeom prst="roundRect">
            <a:avLst>
              <a:gd fmla="val 9593" name="adj"/>
            </a:avLst>
          </a:prstGeom>
          <a:solidFill>
            <a:schemeClr val="lt1"/>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40" name="Google Shape;340;p15"/>
          <p:cNvSpPr txBox="1"/>
          <p:nvPr/>
        </p:nvSpPr>
        <p:spPr>
          <a:xfrm>
            <a:off x="238097" y="123173"/>
            <a:ext cx="9450300" cy="7851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ОПИСОВА СТАТИСТИКА</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p:txBody>
      </p:sp>
      <p:sp>
        <p:nvSpPr>
          <p:cNvPr id="341" name="Google Shape;341;p15"/>
          <p:cNvSpPr txBox="1"/>
          <p:nvPr/>
        </p:nvSpPr>
        <p:spPr>
          <a:xfrm>
            <a:off x="561185" y="1531970"/>
            <a:ext cx="4235100" cy="1753500"/>
          </a:xfrm>
          <a:prstGeom prst="rect">
            <a:avLst/>
          </a:prstGeom>
          <a:noFill/>
          <a:ln>
            <a:noFill/>
          </a:ln>
        </p:spPr>
        <p:txBody>
          <a:bodyPr anchorCtr="0" anchor="t" bIns="75600" lIns="75600" spcFirstLastPara="1" rIns="75600" wrap="square" tIns="75600">
            <a:spAutoFit/>
          </a:bodyPr>
          <a:lstStyle/>
          <a:p>
            <a:pPr indent="0" lvl="0" marL="0" marR="0" rtl="0" algn="l">
              <a:lnSpc>
                <a:spcPct val="115000"/>
              </a:lnSpc>
              <a:spcBef>
                <a:spcPts val="800"/>
              </a:spcBef>
              <a:spcAft>
                <a:spcPts val="0"/>
              </a:spcAft>
              <a:buClr>
                <a:srgbClr val="000000"/>
              </a:buClr>
              <a:buSzPts val="1500"/>
              <a:buFont typeface="Arial"/>
              <a:buNone/>
            </a:pPr>
            <a:r>
              <a:rPr b="1" i="0" lang="uk" sz="1500" u="none" cap="none" strike="noStrike">
                <a:solidFill>
                  <a:schemeClr val="dk1"/>
                </a:solidFill>
                <a:latin typeface="IBM Plex Sans"/>
                <a:ea typeface="IBM Plex Sans"/>
                <a:cs typeface="IBM Plex Sans"/>
                <a:sym typeface="IBM Plex Sans"/>
              </a:rPr>
              <a:t>Середні значення </a:t>
            </a:r>
            <a:r>
              <a:rPr b="0" i="0" lang="uk" sz="1500" u="none" cap="none" strike="noStrike">
                <a:solidFill>
                  <a:schemeClr val="dk1"/>
                </a:solidFill>
                <a:latin typeface="IBM Plex Sans"/>
                <a:ea typeface="IBM Plex Sans"/>
                <a:cs typeface="IBM Plex Sans"/>
                <a:sym typeface="IBM Plex Sans"/>
              </a:rPr>
              <a:t>– це сума всіх елементів вибірки, поділена на їхню кількість.</a:t>
            </a:r>
            <a:endParaRPr b="0" i="0" sz="1500" u="none" cap="none" strike="noStrike">
              <a:solidFill>
                <a:schemeClr val="dk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1" i="0" sz="1500" u="none" cap="none" strike="noStrike">
              <a:solidFill>
                <a:schemeClr val="dk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chemeClr val="dk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chemeClr val="dk1"/>
              </a:solidFill>
              <a:latin typeface="IBM Plex Sans"/>
              <a:ea typeface="IBM Plex Sans"/>
              <a:cs typeface="IBM Plex Sans"/>
              <a:sym typeface="IBM Plex Sans"/>
            </a:endParaRPr>
          </a:p>
        </p:txBody>
      </p:sp>
      <p:sp>
        <p:nvSpPr>
          <p:cNvPr id="342" name="Google Shape;342;p15"/>
          <p:cNvSpPr txBox="1"/>
          <p:nvPr/>
        </p:nvSpPr>
        <p:spPr>
          <a:xfrm>
            <a:off x="10659731" y="3689612"/>
            <a:ext cx="4235100" cy="2489700"/>
          </a:xfrm>
          <a:prstGeom prst="rect">
            <a:avLst/>
          </a:prstGeom>
          <a:noFill/>
          <a:ln>
            <a:noFill/>
          </a:ln>
        </p:spPr>
        <p:txBody>
          <a:bodyPr anchorCtr="0" anchor="t" bIns="75600" lIns="75600" spcFirstLastPara="1" rIns="75600" wrap="square" tIns="75600">
            <a:spAutoFit/>
          </a:bodyPr>
          <a:lstStyle/>
          <a:p>
            <a:pPr indent="0" lvl="0" marL="0" marR="0" rtl="0" algn="l">
              <a:lnSpc>
                <a:spcPct val="115000"/>
              </a:lnSpc>
              <a:spcBef>
                <a:spcPts val="800"/>
              </a:spcBef>
              <a:spcAft>
                <a:spcPts val="0"/>
              </a:spcAft>
              <a:buClr>
                <a:srgbClr val="000000"/>
              </a:buClr>
              <a:buSzPts val="1500"/>
              <a:buFont typeface="Arial"/>
              <a:buNone/>
            </a:pPr>
            <a:r>
              <a:rPr b="0" i="0" lang="uk" sz="1500" u="none" cap="none" strike="noStrike">
                <a:solidFill>
                  <a:schemeClr val="dk1"/>
                </a:solidFill>
                <a:latin typeface="IBM Plex Sans"/>
                <a:ea typeface="IBM Plex Sans"/>
                <a:cs typeface="IBM Plex Sans"/>
                <a:sym typeface="IBM Plex Sans"/>
              </a:rPr>
              <a:t>.</a:t>
            </a:r>
            <a:endParaRPr b="0" i="0" sz="1500" u="none" cap="none" strike="noStrike">
              <a:solidFill>
                <a:schemeClr val="dk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br>
              <a:rPr b="0" i="1" lang="uk" sz="1500" u="none" cap="none" strike="noStrike">
                <a:solidFill>
                  <a:schemeClr val="dk1"/>
                </a:solidFill>
                <a:latin typeface="IBM Plex Sans"/>
                <a:ea typeface="IBM Plex Sans"/>
                <a:cs typeface="IBM Plex Sans"/>
                <a:sym typeface="IBM Plex Sans"/>
              </a:rPr>
            </a:br>
            <a:endParaRPr b="0" i="1" sz="1500" u="none" cap="none" strike="noStrike">
              <a:solidFill>
                <a:schemeClr val="dk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1" i="0" sz="15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1" i="0" sz="1500" u="none" cap="none" strike="noStrike">
              <a:solidFill>
                <a:schemeClr val="dk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chemeClr val="dk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chemeClr val="dk1"/>
              </a:solidFill>
              <a:latin typeface="IBM Plex Sans"/>
              <a:ea typeface="IBM Plex Sans"/>
              <a:cs typeface="IBM Plex Sans"/>
              <a:sym typeface="IBM Plex Sans"/>
            </a:endParaRPr>
          </a:p>
        </p:txBody>
      </p:sp>
      <p:sp>
        <p:nvSpPr>
          <p:cNvPr id="343" name="Google Shape;343;p15"/>
          <p:cNvSpPr txBox="1"/>
          <p:nvPr/>
        </p:nvSpPr>
        <p:spPr>
          <a:xfrm>
            <a:off x="561185" y="3233395"/>
            <a:ext cx="4235100" cy="2121600"/>
          </a:xfrm>
          <a:prstGeom prst="rect">
            <a:avLst/>
          </a:prstGeom>
          <a:noFill/>
          <a:ln>
            <a:noFill/>
          </a:ln>
        </p:spPr>
        <p:txBody>
          <a:bodyPr anchorCtr="0" anchor="t" bIns="75600" lIns="75600" spcFirstLastPara="1" rIns="75600" wrap="square" tIns="75600">
            <a:spAutoFit/>
          </a:bodyPr>
          <a:lstStyle/>
          <a:p>
            <a:pPr indent="0" lvl="0" marL="0" marR="0" rtl="0" algn="l">
              <a:lnSpc>
                <a:spcPct val="115000"/>
              </a:lnSpc>
              <a:spcBef>
                <a:spcPts val="800"/>
              </a:spcBef>
              <a:spcAft>
                <a:spcPts val="0"/>
              </a:spcAft>
              <a:buClr>
                <a:srgbClr val="000000"/>
              </a:buClr>
              <a:buSzPts val="1500"/>
              <a:buFont typeface="Arial"/>
              <a:buNone/>
            </a:pPr>
            <a:r>
              <a:rPr b="1" i="0" lang="uk" sz="1500" u="none" cap="none" strike="noStrike">
                <a:solidFill>
                  <a:schemeClr val="dk1"/>
                </a:solidFill>
                <a:latin typeface="IBM Plex Sans"/>
                <a:ea typeface="IBM Plex Sans"/>
                <a:cs typeface="IBM Plex Sans"/>
                <a:sym typeface="IBM Plex Sans"/>
              </a:rPr>
              <a:t>Мода </a:t>
            </a:r>
            <a:r>
              <a:rPr b="0" i="0" lang="uk" sz="1500" u="none" cap="none" strike="noStrike">
                <a:solidFill>
                  <a:schemeClr val="dk1"/>
                </a:solidFill>
                <a:latin typeface="IBM Plex Sans"/>
                <a:ea typeface="IBM Plex Sans"/>
                <a:cs typeface="IBM Plex Sans"/>
                <a:sym typeface="IBM Plex Sans"/>
              </a:rPr>
              <a:t>– це значення, яке найчастіше зустрічається у вибірці даних.</a:t>
            </a:r>
            <a:endParaRPr b="0" i="0" sz="1500" u="none" cap="none" strike="noStrike">
              <a:solidFill>
                <a:schemeClr val="dk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1" i="0" sz="1500" u="none" cap="none" strike="noStrike">
              <a:solidFill>
                <a:schemeClr val="dk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1" i="0" sz="1500" u="none" cap="none" strike="noStrike">
              <a:solidFill>
                <a:schemeClr val="dk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chemeClr val="dk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chemeClr val="dk1"/>
              </a:solidFill>
              <a:latin typeface="IBM Plex Sans"/>
              <a:ea typeface="IBM Plex Sans"/>
              <a:cs typeface="IBM Plex Sans"/>
              <a:sym typeface="IBM Plex Sans"/>
            </a:endParaRPr>
          </a:p>
        </p:txBody>
      </p:sp>
      <p:sp>
        <p:nvSpPr>
          <p:cNvPr id="344" name="Google Shape;344;p15"/>
          <p:cNvSpPr/>
          <p:nvPr/>
        </p:nvSpPr>
        <p:spPr>
          <a:xfrm>
            <a:off x="5040300" y="2237572"/>
            <a:ext cx="4723200" cy="978300"/>
          </a:xfrm>
          <a:prstGeom prst="roundRect">
            <a:avLst>
              <a:gd fmla="val 22228" name="adj"/>
            </a:avLst>
          </a:prstGeom>
          <a:solidFill>
            <a:srgbClr val="282828"/>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45" name="Google Shape;345;p15"/>
          <p:cNvSpPr/>
          <p:nvPr/>
        </p:nvSpPr>
        <p:spPr>
          <a:xfrm>
            <a:off x="5040300" y="3215987"/>
            <a:ext cx="4723200" cy="978300"/>
          </a:xfrm>
          <a:prstGeom prst="roundRect">
            <a:avLst>
              <a:gd fmla="val 22228" name="adj"/>
            </a:avLst>
          </a:prstGeom>
          <a:solidFill>
            <a:srgbClr val="282828"/>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46" name="Google Shape;346;p15"/>
          <p:cNvSpPr/>
          <p:nvPr/>
        </p:nvSpPr>
        <p:spPr>
          <a:xfrm>
            <a:off x="5040300" y="4194394"/>
            <a:ext cx="4723200" cy="978300"/>
          </a:xfrm>
          <a:prstGeom prst="roundRect">
            <a:avLst>
              <a:gd fmla="val 22228" name="adj"/>
            </a:avLst>
          </a:prstGeom>
          <a:solidFill>
            <a:srgbClr val="282828"/>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47" name="Google Shape;347;p15"/>
          <p:cNvSpPr txBox="1"/>
          <p:nvPr/>
        </p:nvSpPr>
        <p:spPr>
          <a:xfrm>
            <a:off x="5239750" y="1355300"/>
            <a:ext cx="4235100" cy="79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800"/>
              </a:spcBef>
              <a:spcAft>
                <a:spcPts val="0"/>
              </a:spcAft>
              <a:buNone/>
            </a:pPr>
            <a:r>
              <a:rPr b="1" lang="uk" sz="1200">
                <a:solidFill>
                  <a:schemeClr val="lt1"/>
                </a:solidFill>
                <a:latin typeface="IBM Plex Sans"/>
                <a:ea typeface="IBM Plex Sans"/>
                <a:cs typeface="IBM Plex Sans"/>
                <a:sym typeface="IBM Plex Sans"/>
              </a:rPr>
              <a:t>Медіана</a:t>
            </a:r>
            <a:r>
              <a:rPr lang="uk" sz="1200">
                <a:solidFill>
                  <a:schemeClr val="lt1"/>
                </a:solidFill>
                <a:latin typeface="IBM Plex Sans"/>
                <a:ea typeface="IBM Plex Sans"/>
                <a:cs typeface="IBM Plex Sans"/>
                <a:sym typeface="IBM Plex Sans"/>
              </a:rPr>
              <a:t> – це середнє значення у впорядкованому ряду даних. Вона розділяє вибірку навпіл: 50% значень менше або дорівнюють медіані, а 50% — більше</a:t>
            </a:r>
            <a:endParaRPr sz="1200">
              <a:solidFill>
                <a:schemeClr val="lt1"/>
              </a:solidFill>
            </a:endParaRPr>
          </a:p>
        </p:txBody>
      </p:sp>
      <p:sp>
        <p:nvSpPr>
          <p:cNvPr id="348" name="Google Shape;348;p15"/>
          <p:cNvSpPr txBox="1"/>
          <p:nvPr/>
        </p:nvSpPr>
        <p:spPr>
          <a:xfrm>
            <a:off x="5239750" y="2437875"/>
            <a:ext cx="42351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800"/>
              </a:spcBef>
              <a:spcAft>
                <a:spcPts val="0"/>
              </a:spcAft>
              <a:buNone/>
            </a:pPr>
            <a:r>
              <a:rPr lang="uk" sz="1200">
                <a:solidFill>
                  <a:schemeClr val="lt1"/>
                </a:solidFill>
                <a:latin typeface="IBM Plex Sans"/>
                <a:ea typeface="IBM Plex Sans"/>
                <a:cs typeface="IBM Plex Sans"/>
                <a:sym typeface="IBM Plex Sans"/>
              </a:rPr>
              <a:t>Для непарної кількості спостережень —                        середній елемент.</a:t>
            </a:r>
            <a:endParaRPr sz="1200">
              <a:solidFill>
                <a:schemeClr val="lt1"/>
              </a:solidFill>
              <a:latin typeface="IBM Plex Sans"/>
              <a:ea typeface="IBM Plex Sans"/>
              <a:cs typeface="IBM Plex Sans"/>
              <a:sym typeface="IBM Plex Sans"/>
            </a:endParaRPr>
          </a:p>
        </p:txBody>
      </p:sp>
      <p:sp>
        <p:nvSpPr>
          <p:cNvPr id="349" name="Google Shape;349;p15"/>
          <p:cNvSpPr txBox="1"/>
          <p:nvPr/>
        </p:nvSpPr>
        <p:spPr>
          <a:xfrm>
            <a:off x="5239750" y="3520488"/>
            <a:ext cx="42351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800"/>
              </a:spcBef>
              <a:spcAft>
                <a:spcPts val="0"/>
              </a:spcAft>
              <a:buNone/>
            </a:pPr>
            <a:r>
              <a:rPr lang="uk" sz="1200">
                <a:solidFill>
                  <a:schemeClr val="lt1"/>
                </a:solidFill>
                <a:latin typeface="IBM Plex Sans"/>
                <a:ea typeface="IBM Plex Sans"/>
                <a:cs typeface="IBM Plex Sans"/>
                <a:sym typeface="IBM Plex Sans"/>
              </a:rPr>
              <a:t>Для парної — середнє двох середніх значень.</a:t>
            </a:r>
            <a:endParaRPr sz="1200">
              <a:solidFill>
                <a:schemeClr val="lt1"/>
              </a:solidFill>
              <a:latin typeface="IBM Plex Sans"/>
              <a:ea typeface="IBM Plex Sans"/>
              <a:cs typeface="IBM Plex Sans"/>
              <a:sym typeface="IBM Plex Sans"/>
            </a:endParaRPr>
          </a:p>
        </p:txBody>
      </p:sp>
      <p:sp>
        <p:nvSpPr>
          <p:cNvPr id="350" name="Google Shape;350;p15"/>
          <p:cNvSpPr txBox="1"/>
          <p:nvPr/>
        </p:nvSpPr>
        <p:spPr>
          <a:xfrm>
            <a:off x="5239750" y="4284450"/>
            <a:ext cx="4235100" cy="79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800"/>
              </a:spcBef>
              <a:spcAft>
                <a:spcPts val="0"/>
              </a:spcAft>
              <a:buNone/>
            </a:pPr>
            <a:r>
              <a:rPr b="1" lang="uk" sz="1200">
                <a:solidFill>
                  <a:schemeClr val="lt1"/>
                </a:solidFill>
                <a:latin typeface="IBM Plex Sans"/>
                <a:ea typeface="IBM Plex Sans"/>
                <a:cs typeface="IBM Plex Sans"/>
                <a:sym typeface="IBM Plex Sans"/>
              </a:rPr>
              <a:t>Коли є багато викидів (наприклад, акаунти-гіганти з мільйонами підписників), медіана краще відображає типовий випадок.</a:t>
            </a:r>
            <a:endParaRPr sz="1200">
              <a:solidFill>
                <a:schemeClr val="lt1"/>
              </a:solidFill>
            </a:endParaRPr>
          </a:p>
        </p:txBody>
      </p:sp>
      <p:pic>
        <p:nvPicPr>
          <p:cNvPr id="351" name="Google Shape;351;p15"/>
          <p:cNvPicPr preferRelativeResize="0"/>
          <p:nvPr/>
        </p:nvPicPr>
        <p:blipFill>
          <a:blip r:embed="rId3">
            <a:alphaModFix/>
          </a:blip>
          <a:stretch>
            <a:fillRect/>
          </a:stretch>
        </p:blipFill>
        <p:spPr>
          <a:xfrm>
            <a:off x="3239176" y="3261175"/>
            <a:ext cx="1657224" cy="1817376"/>
          </a:xfrm>
          <a:prstGeom prst="rect">
            <a:avLst/>
          </a:prstGeom>
          <a:noFill/>
          <a:ln>
            <a:noFill/>
          </a:ln>
        </p:spPr>
      </p:pic>
      <p:pic>
        <p:nvPicPr>
          <p:cNvPr id="352" name="Google Shape;352;p15"/>
          <p:cNvPicPr preferRelativeResize="0"/>
          <p:nvPr/>
        </p:nvPicPr>
        <p:blipFill>
          <a:blip r:embed="rId4">
            <a:alphaModFix/>
          </a:blip>
          <a:stretch>
            <a:fillRect/>
          </a:stretch>
        </p:blipFill>
        <p:spPr>
          <a:xfrm>
            <a:off x="616925" y="2149400"/>
            <a:ext cx="1857325" cy="11117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356" name="Shape 356"/>
        <p:cNvGrpSpPr/>
        <p:nvPr/>
      </p:nvGrpSpPr>
      <p:grpSpPr>
        <a:xfrm>
          <a:off x="0" y="0"/>
          <a:ext cx="0" cy="0"/>
          <a:chOff x="0" y="0"/>
          <a:chExt cx="0" cy="0"/>
        </a:xfrm>
      </p:grpSpPr>
      <p:sp>
        <p:nvSpPr>
          <p:cNvPr id="357" name="Google Shape;357;p16"/>
          <p:cNvSpPr/>
          <p:nvPr/>
        </p:nvSpPr>
        <p:spPr>
          <a:xfrm>
            <a:off x="317225" y="3125525"/>
            <a:ext cx="6069300" cy="1276500"/>
          </a:xfrm>
          <a:prstGeom prst="roundRect">
            <a:avLst>
              <a:gd fmla="val 27358" name="adj"/>
            </a:avLst>
          </a:prstGeom>
          <a:solidFill>
            <a:schemeClr val="lt1"/>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58" name="Google Shape;358;p16"/>
          <p:cNvSpPr/>
          <p:nvPr/>
        </p:nvSpPr>
        <p:spPr>
          <a:xfrm>
            <a:off x="317225" y="1108450"/>
            <a:ext cx="4724100" cy="2017200"/>
          </a:xfrm>
          <a:prstGeom prst="roundRect">
            <a:avLst>
              <a:gd fmla="val 20734" name="adj"/>
            </a:avLst>
          </a:prstGeom>
          <a:solidFill>
            <a:srgbClr val="076CFC"/>
          </a:solidFill>
          <a:ln>
            <a:noFill/>
          </a:ln>
        </p:spPr>
        <p:txBody>
          <a:bodyPr anchorCtr="0" anchor="ctr" bIns="100800" lIns="100800" spcFirstLastPara="1" rIns="100800" wrap="square" tIns="100800">
            <a:noAutofit/>
          </a:bodyPr>
          <a:lstStyle/>
          <a:p>
            <a:pPr indent="0" lvl="0" marL="0" marR="0" rtl="0" algn="l">
              <a:lnSpc>
                <a:spcPct val="100000"/>
              </a:lnSpc>
              <a:spcBef>
                <a:spcPts val="0"/>
              </a:spcBef>
              <a:spcAft>
                <a:spcPts val="0"/>
              </a:spcAft>
              <a:buClr>
                <a:srgbClr val="000000"/>
              </a:buClr>
              <a:buSzPts val="1600"/>
              <a:buFont typeface="Arial"/>
              <a:buNone/>
            </a:pPr>
            <a:r>
              <a:rPr b="1" i="0" lang="uk" sz="1600" u="none" cap="none" strike="noStrike">
                <a:solidFill>
                  <a:schemeClr val="lt1"/>
                </a:solidFill>
                <a:latin typeface="IBM Plex Sans"/>
                <a:ea typeface="IBM Plex Sans"/>
                <a:cs typeface="IBM Plex Sans"/>
                <a:sym typeface="IBM Plex Sans"/>
              </a:rPr>
              <a:t>Діапазон</a:t>
            </a:r>
            <a:br>
              <a:rPr b="1" i="0" lang="uk" sz="1600" u="none" cap="none" strike="noStrike">
                <a:solidFill>
                  <a:schemeClr val="lt1"/>
                </a:solidFill>
                <a:latin typeface="IBM Plex Sans"/>
                <a:ea typeface="IBM Plex Sans"/>
                <a:cs typeface="IBM Plex Sans"/>
                <a:sym typeface="IBM Plex Sans"/>
              </a:rPr>
            </a:br>
            <a:endParaRPr b="1" i="0" sz="1600" u="none" cap="none" strike="noStrike">
              <a:solidFill>
                <a:schemeClr val="lt1"/>
              </a:solidFill>
              <a:latin typeface="IBM Plex Sans"/>
              <a:ea typeface="IBM Plex Sans"/>
              <a:cs typeface="IBM Plex Sans"/>
              <a:sym typeface="IBM Plex Sans"/>
            </a:endParaRPr>
          </a:p>
          <a:p>
            <a:pPr indent="0" lvl="0" marL="0" marR="0" rtl="0" algn="l">
              <a:lnSpc>
                <a:spcPct val="100000"/>
              </a:lnSpc>
              <a:spcBef>
                <a:spcPts val="0"/>
              </a:spcBef>
              <a:spcAft>
                <a:spcPts val="0"/>
              </a:spcAft>
              <a:buClr>
                <a:srgbClr val="000000"/>
              </a:buClr>
              <a:buSzPts val="1600"/>
              <a:buFont typeface="Arial"/>
              <a:buNone/>
            </a:pPr>
            <a:r>
              <a:rPr b="0" i="0" lang="uk" sz="1600" u="none" cap="none" strike="noStrike">
                <a:solidFill>
                  <a:schemeClr val="lt1"/>
                </a:solidFill>
                <a:latin typeface="IBM Plex Sans"/>
                <a:ea typeface="IBM Plex Sans"/>
                <a:cs typeface="IBM Plex Sans"/>
                <a:sym typeface="IBM Plex Sans"/>
              </a:rPr>
              <a:t>Приклад: Мінімальний і максимальний </a:t>
            </a:r>
            <a:br>
              <a:rPr b="0" i="0" lang="uk" sz="1600" u="none" cap="none" strike="noStrike">
                <a:solidFill>
                  <a:schemeClr val="lt1"/>
                </a:solidFill>
                <a:latin typeface="IBM Plex Sans"/>
                <a:ea typeface="IBM Plex Sans"/>
                <a:cs typeface="IBM Plex Sans"/>
                <a:sym typeface="IBM Plex Sans"/>
              </a:rPr>
            </a:br>
            <a:r>
              <a:rPr b="0" i="0" lang="uk" sz="1600" u="none" cap="none" strike="noStrike">
                <a:solidFill>
                  <a:schemeClr val="lt1"/>
                </a:solidFill>
                <a:latin typeface="IBM Plex Sans"/>
                <a:ea typeface="IBM Plex Sans"/>
                <a:cs typeface="IBM Plex Sans"/>
                <a:sym typeface="IBM Plex Sans"/>
              </a:rPr>
              <a:t>вік респондентів.</a:t>
            </a:r>
            <a:endParaRPr b="0" i="0" sz="1600" u="none" cap="none" strike="noStrike">
              <a:solidFill>
                <a:schemeClr val="lt1"/>
              </a:solidFill>
              <a:latin typeface="IBM Plex Sans"/>
              <a:ea typeface="IBM Plex Sans"/>
              <a:cs typeface="IBM Plex Sans"/>
              <a:sym typeface="IBM Plex Sans"/>
            </a:endParaRPr>
          </a:p>
        </p:txBody>
      </p:sp>
      <p:sp>
        <p:nvSpPr>
          <p:cNvPr id="359" name="Google Shape;359;p16"/>
          <p:cNvSpPr txBox="1"/>
          <p:nvPr/>
        </p:nvSpPr>
        <p:spPr>
          <a:xfrm>
            <a:off x="238097" y="123173"/>
            <a:ext cx="9450300" cy="7851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РОЗКИД І ВАРІАТИВНІСТЬ</a:t>
            </a:r>
            <a:endParaRPr b="0" i="0" sz="3300" u="none" cap="none" strike="noStrike">
              <a:solidFill>
                <a:srgbClr val="E5E8EC"/>
              </a:solidFill>
              <a:latin typeface="IBM Plex Mono SemiBold"/>
              <a:ea typeface="IBM Plex Mono SemiBold"/>
              <a:cs typeface="IBM Plex Mono SemiBold"/>
              <a:sym typeface="IBM Plex Mono SemiBold"/>
            </a:endParaRPr>
          </a:p>
        </p:txBody>
      </p:sp>
      <p:sp>
        <p:nvSpPr>
          <p:cNvPr id="360" name="Google Shape;360;p16"/>
          <p:cNvSpPr/>
          <p:nvPr/>
        </p:nvSpPr>
        <p:spPr>
          <a:xfrm>
            <a:off x="4964375" y="1108450"/>
            <a:ext cx="4724100" cy="2017200"/>
          </a:xfrm>
          <a:prstGeom prst="roundRect">
            <a:avLst>
              <a:gd fmla="val 20734" name="adj"/>
            </a:avLst>
          </a:prstGeom>
          <a:solidFill>
            <a:srgbClr val="076CFC"/>
          </a:solidFill>
          <a:ln>
            <a:noFill/>
          </a:ln>
        </p:spPr>
        <p:txBody>
          <a:bodyPr anchorCtr="0" anchor="ctr" bIns="100800" lIns="100800" spcFirstLastPara="1" rIns="100800" wrap="square" tIns="100800">
            <a:noAutofit/>
          </a:bodyPr>
          <a:lstStyle/>
          <a:p>
            <a:pPr indent="0" lvl="0" marL="0" marR="0" rtl="0" algn="l">
              <a:lnSpc>
                <a:spcPct val="100000"/>
              </a:lnSpc>
              <a:spcBef>
                <a:spcPts val="0"/>
              </a:spcBef>
              <a:spcAft>
                <a:spcPts val="0"/>
              </a:spcAft>
              <a:buClr>
                <a:srgbClr val="000000"/>
              </a:buClr>
              <a:buSzPts val="1600"/>
              <a:buFont typeface="Arial"/>
              <a:buNone/>
            </a:pPr>
            <a:r>
              <a:rPr b="1" i="0" lang="uk" sz="1600" u="none" cap="none" strike="noStrike">
                <a:solidFill>
                  <a:schemeClr val="lt1"/>
                </a:solidFill>
                <a:latin typeface="IBM Plex Sans"/>
                <a:ea typeface="IBM Plex Sans"/>
                <a:cs typeface="IBM Plex Sans"/>
                <a:sym typeface="IBM Plex Sans"/>
              </a:rPr>
              <a:t>Дисперсія (Variance) та Стандартне відхилення (Standard Deviation)</a:t>
            </a:r>
            <a:br>
              <a:rPr b="1" i="0" lang="uk" sz="1600" u="none" cap="none" strike="noStrike">
                <a:solidFill>
                  <a:schemeClr val="lt1"/>
                </a:solidFill>
                <a:latin typeface="IBM Plex Sans"/>
                <a:ea typeface="IBM Plex Sans"/>
                <a:cs typeface="IBM Plex Sans"/>
                <a:sym typeface="IBM Plex Sans"/>
              </a:rPr>
            </a:br>
            <a:endParaRPr b="1" i="0" sz="1600" u="none" cap="none" strike="noStrike">
              <a:solidFill>
                <a:schemeClr val="lt1"/>
              </a:solidFill>
              <a:latin typeface="IBM Plex Sans"/>
              <a:ea typeface="IBM Plex Sans"/>
              <a:cs typeface="IBM Plex Sans"/>
              <a:sym typeface="IBM Plex Sans"/>
            </a:endParaRPr>
          </a:p>
          <a:p>
            <a:pPr indent="0" lvl="0" marL="0" marR="0" rtl="0" algn="l">
              <a:lnSpc>
                <a:spcPct val="100000"/>
              </a:lnSpc>
              <a:spcBef>
                <a:spcPts val="0"/>
              </a:spcBef>
              <a:spcAft>
                <a:spcPts val="0"/>
              </a:spcAft>
              <a:buClr>
                <a:srgbClr val="000000"/>
              </a:buClr>
              <a:buSzPts val="1600"/>
              <a:buFont typeface="Arial"/>
              <a:buNone/>
            </a:pPr>
            <a:r>
              <a:rPr b="0" i="0" lang="uk" sz="1600" u="none" cap="none" strike="noStrike">
                <a:solidFill>
                  <a:schemeClr val="lt1"/>
                </a:solidFill>
                <a:latin typeface="IBM Plex Sans"/>
                <a:ea typeface="IBM Plex Sans"/>
                <a:cs typeface="IBM Plex Sans"/>
                <a:sym typeface="IBM Plex Sans"/>
              </a:rPr>
              <a:t>Відображають розкид навколо середнього значення і відповідно ширину розподілу</a:t>
            </a:r>
            <a:endParaRPr b="0" i="0" sz="1600" u="none" cap="none" strike="noStrike">
              <a:solidFill>
                <a:schemeClr val="lt1"/>
              </a:solidFill>
              <a:latin typeface="IBM Plex Sans"/>
              <a:ea typeface="IBM Plex Sans"/>
              <a:cs typeface="IBM Plex Sans"/>
              <a:sym typeface="IBM Plex Sans"/>
            </a:endParaRPr>
          </a:p>
        </p:txBody>
      </p:sp>
      <p:pic>
        <p:nvPicPr>
          <p:cNvPr id="361" name="Google Shape;361;p16"/>
          <p:cNvPicPr preferRelativeResize="0"/>
          <p:nvPr/>
        </p:nvPicPr>
        <p:blipFill rotWithShape="1">
          <a:blip r:embed="rId3">
            <a:alphaModFix/>
          </a:blip>
          <a:srcRect b="0" l="0" r="0" t="0"/>
          <a:stretch/>
        </p:blipFill>
        <p:spPr>
          <a:xfrm>
            <a:off x="6386599" y="3125650"/>
            <a:ext cx="3301800" cy="2244300"/>
          </a:xfrm>
          <a:prstGeom prst="roundRect">
            <a:avLst>
              <a:gd fmla="val 16667" name="adj"/>
            </a:avLst>
          </a:prstGeom>
          <a:noFill/>
          <a:ln>
            <a:noFill/>
          </a:ln>
        </p:spPr>
      </p:pic>
      <p:pic>
        <p:nvPicPr>
          <p:cNvPr id="362" name="Google Shape;362;p16"/>
          <p:cNvPicPr preferRelativeResize="0"/>
          <p:nvPr/>
        </p:nvPicPr>
        <p:blipFill>
          <a:blip r:embed="rId4">
            <a:alphaModFix/>
          </a:blip>
          <a:stretch>
            <a:fillRect/>
          </a:stretch>
        </p:blipFill>
        <p:spPr>
          <a:xfrm>
            <a:off x="1827863" y="3225600"/>
            <a:ext cx="3048000" cy="10763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366" name="Shape 366"/>
        <p:cNvGrpSpPr/>
        <p:nvPr/>
      </p:nvGrpSpPr>
      <p:grpSpPr>
        <a:xfrm>
          <a:off x="0" y="0"/>
          <a:ext cx="0" cy="0"/>
          <a:chOff x="0" y="0"/>
          <a:chExt cx="0" cy="0"/>
        </a:xfrm>
      </p:grpSpPr>
      <p:sp>
        <p:nvSpPr>
          <p:cNvPr id="367" name="Google Shape;367;p17"/>
          <p:cNvSpPr/>
          <p:nvPr/>
        </p:nvSpPr>
        <p:spPr>
          <a:xfrm>
            <a:off x="317231" y="1263202"/>
            <a:ext cx="9450300" cy="890700"/>
          </a:xfrm>
          <a:prstGeom prst="roundRect">
            <a:avLst>
              <a:gd fmla="val 28752" name="adj"/>
            </a:avLst>
          </a:prstGeom>
          <a:solidFill>
            <a:srgbClr val="282828"/>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68" name="Google Shape;368;p17"/>
          <p:cNvSpPr txBox="1"/>
          <p:nvPr/>
        </p:nvSpPr>
        <p:spPr>
          <a:xfrm>
            <a:off x="553062" y="1468248"/>
            <a:ext cx="8553900" cy="480600"/>
          </a:xfrm>
          <a:prstGeom prst="rect">
            <a:avLst/>
          </a:prstGeom>
          <a:noFill/>
          <a:ln>
            <a:noFill/>
          </a:ln>
        </p:spPr>
        <p:txBody>
          <a:bodyPr anchorCtr="0" anchor="t" bIns="100800" lIns="100800" spcFirstLastPara="1" rIns="100800" wrap="square" tIns="100800">
            <a:spAutoFit/>
          </a:bodyPr>
          <a:lstStyle/>
          <a:p>
            <a:pPr indent="0" lvl="0" marL="0" marR="0" rtl="0" algn="l">
              <a:lnSpc>
                <a:spcPct val="100000"/>
              </a:lnSpc>
              <a:spcBef>
                <a:spcPts val="0"/>
              </a:spcBef>
              <a:spcAft>
                <a:spcPts val="1100"/>
              </a:spcAft>
              <a:buClr>
                <a:srgbClr val="000000"/>
              </a:buClr>
              <a:buSzPts val="1800"/>
              <a:buFont typeface="Arial"/>
              <a:buNone/>
            </a:pPr>
            <a:r>
              <a:rPr b="0" i="0" lang="uk" sz="1800" u="none" cap="none" strike="noStrike">
                <a:solidFill>
                  <a:schemeClr val="lt1"/>
                </a:solidFill>
                <a:latin typeface="IBM Plex Sans"/>
                <a:ea typeface="IBM Plex Sans"/>
                <a:cs typeface="IBM Plex Sans"/>
                <a:sym typeface="IBM Plex Sans"/>
              </a:rPr>
              <a:t>Частоти згадок ключових слів чи подій у соціальних мережах.</a:t>
            </a:r>
            <a:endParaRPr b="0" i="0" sz="1800" u="none" cap="none" strike="noStrike">
              <a:solidFill>
                <a:schemeClr val="lt1"/>
              </a:solidFill>
              <a:latin typeface="IBM Plex Sans SemiBold"/>
              <a:ea typeface="IBM Plex Sans SemiBold"/>
              <a:cs typeface="IBM Plex Sans SemiBold"/>
              <a:sym typeface="IBM Plex Sans SemiBold"/>
            </a:endParaRPr>
          </a:p>
        </p:txBody>
      </p:sp>
      <p:sp>
        <p:nvSpPr>
          <p:cNvPr id="369" name="Google Shape;369;p17"/>
          <p:cNvSpPr txBox="1"/>
          <p:nvPr/>
        </p:nvSpPr>
        <p:spPr>
          <a:xfrm>
            <a:off x="238097" y="123173"/>
            <a:ext cx="9450300" cy="7851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ОПИСОВА АНАЛІТИКА. ПРАКТИЧНИЙ СЕНС</a:t>
            </a:r>
            <a:endParaRPr b="0" i="0" sz="3300" u="none" cap="none" strike="noStrike">
              <a:solidFill>
                <a:srgbClr val="E5E8EC"/>
              </a:solidFill>
              <a:latin typeface="IBM Plex Mono SemiBold"/>
              <a:ea typeface="IBM Plex Mono SemiBold"/>
              <a:cs typeface="IBM Plex Mono SemiBold"/>
              <a:sym typeface="IBM Plex Mono SemiBold"/>
            </a:endParaRPr>
          </a:p>
        </p:txBody>
      </p:sp>
      <p:sp>
        <p:nvSpPr>
          <p:cNvPr id="370" name="Google Shape;370;p17"/>
          <p:cNvSpPr/>
          <p:nvPr/>
        </p:nvSpPr>
        <p:spPr>
          <a:xfrm>
            <a:off x="315144" y="2153906"/>
            <a:ext cx="9450300" cy="890700"/>
          </a:xfrm>
          <a:prstGeom prst="roundRect">
            <a:avLst>
              <a:gd fmla="val 24911" name="adj"/>
            </a:avLst>
          </a:prstGeom>
          <a:solidFill>
            <a:srgbClr val="282828"/>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71" name="Google Shape;371;p17"/>
          <p:cNvSpPr txBox="1"/>
          <p:nvPr/>
        </p:nvSpPr>
        <p:spPr>
          <a:xfrm>
            <a:off x="553062" y="2220354"/>
            <a:ext cx="8553900" cy="757800"/>
          </a:xfrm>
          <a:prstGeom prst="rect">
            <a:avLst/>
          </a:prstGeom>
          <a:noFill/>
          <a:ln>
            <a:noFill/>
          </a:ln>
        </p:spPr>
        <p:txBody>
          <a:bodyPr anchorCtr="0" anchor="t" bIns="100800" lIns="100800" spcFirstLastPara="1" rIns="100800" wrap="square" tIns="100800">
            <a:spAutoFit/>
          </a:bodyPr>
          <a:lstStyle/>
          <a:p>
            <a:pPr indent="0" lvl="0" marL="0" marR="0" rtl="0" algn="l">
              <a:lnSpc>
                <a:spcPct val="100000"/>
              </a:lnSpc>
              <a:spcBef>
                <a:spcPts val="0"/>
              </a:spcBef>
              <a:spcAft>
                <a:spcPts val="1100"/>
              </a:spcAft>
              <a:buClr>
                <a:srgbClr val="000000"/>
              </a:buClr>
              <a:buSzPts val="1800"/>
              <a:buFont typeface="Arial"/>
              <a:buNone/>
            </a:pPr>
            <a:r>
              <a:rPr b="0" i="0" lang="uk" sz="1800" u="none" cap="none" strike="noStrike">
                <a:solidFill>
                  <a:schemeClr val="lt1"/>
                </a:solidFill>
                <a:latin typeface="IBM Plex Sans"/>
                <a:ea typeface="IBM Plex Sans"/>
                <a:cs typeface="IBM Plex Sans"/>
                <a:sym typeface="IBM Plex Sans"/>
              </a:rPr>
              <a:t>Розподіл інформаційних подій у часі (таймсерії), аналіз активності за днями, тижнями.</a:t>
            </a:r>
            <a:endParaRPr b="0" i="0" sz="1800" u="none" cap="none" strike="noStrike">
              <a:solidFill>
                <a:schemeClr val="lt1"/>
              </a:solidFill>
              <a:latin typeface="IBM Plex Sans"/>
              <a:ea typeface="IBM Plex Sans"/>
              <a:cs typeface="IBM Plex Sans"/>
              <a:sym typeface="IBM Plex Sans"/>
            </a:endParaRPr>
          </a:p>
        </p:txBody>
      </p:sp>
      <p:sp>
        <p:nvSpPr>
          <p:cNvPr id="372" name="Google Shape;372;p17"/>
          <p:cNvSpPr/>
          <p:nvPr/>
        </p:nvSpPr>
        <p:spPr>
          <a:xfrm>
            <a:off x="317225" y="3044603"/>
            <a:ext cx="9450300" cy="890700"/>
          </a:xfrm>
          <a:prstGeom prst="roundRect">
            <a:avLst>
              <a:gd fmla="val 22639" name="adj"/>
            </a:avLst>
          </a:prstGeom>
          <a:solidFill>
            <a:srgbClr val="282828"/>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73" name="Google Shape;373;p17"/>
          <p:cNvSpPr txBox="1"/>
          <p:nvPr/>
        </p:nvSpPr>
        <p:spPr>
          <a:xfrm>
            <a:off x="553062" y="3249654"/>
            <a:ext cx="8553900" cy="465300"/>
          </a:xfrm>
          <a:prstGeom prst="rect">
            <a:avLst/>
          </a:prstGeom>
          <a:noFill/>
          <a:ln>
            <a:noFill/>
          </a:ln>
        </p:spPr>
        <p:txBody>
          <a:bodyPr anchorCtr="0" anchor="t" bIns="100800" lIns="100800" spcFirstLastPara="1" rIns="100800" wrap="square" tIns="100800">
            <a:spAutoFit/>
          </a:bodyPr>
          <a:lstStyle/>
          <a:p>
            <a:pPr indent="0" lvl="0" marL="0" marR="0" rtl="0" algn="l">
              <a:lnSpc>
                <a:spcPct val="100000"/>
              </a:lnSpc>
              <a:spcBef>
                <a:spcPts val="0"/>
              </a:spcBef>
              <a:spcAft>
                <a:spcPts val="1100"/>
              </a:spcAft>
              <a:buClr>
                <a:srgbClr val="000000"/>
              </a:buClr>
              <a:buSzPts val="1700"/>
              <a:buFont typeface="Arial"/>
              <a:buNone/>
            </a:pPr>
            <a:r>
              <a:rPr b="0" i="0" lang="uk" sz="1700" u="none" cap="none" strike="noStrike">
                <a:solidFill>
                  <a:schemeClr val="lt1"/>
                </a:solidFill>
                <a:latin typeface="IBM Plex Sans"/>
                <a:ea typeface="IBM Plex Sans"/>
                <a:cs typeface="IBM Plex Sans"/>
                <a:sym typeface="IBM Plex Sans"/>
              </a:rPr>
              <a:t>Виявлення піків активності в інформаційних кампаніях.</a:t>
            </a:r>
            <a:endParaRPr b="0" i="0" sz="1700" u="none" cap="none" strike="noStrike">
              <a:solidFill>
                <a:schemeClr val="lt1"/>
              </a:solidFill>
              <a:latin typeface="IBM Plex Sans"/>
              <a:ea typeface="IBM Plex Sans"/>
              <a:cs typeface="IBM Plex Sans"/>
              <a:sym typeface="IBM Plex Sans"/>
            </a:endParaRPr>
          </a:p>
        </p:txBody>
      </p:sp>
      <p:pic>
        <p:nvPicPr>
          <p:cNvPr id="374" name="Google Shape;374;p17"/>
          <p:cNvPicPr preferRelativeResize="0"/>
          <p:nvPr/>
        </p:nvPicPr>
        <p:blipFill>
          <a:blip r:embed="rId3">
            <a:alphaModFix/>
          </a:blip>
          <a:stretch>
            <a:fillRect/>
          </a:stretch>
        </p:blipFill>
        <p:spPr>
          <a:xfrm>
            <a:off x="6884899" y="2846728"/>
            <a:ext cx="2574827" cy="257484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378" name="Shape 378"/>
        <p:cNvGrpSpPr/>
        <p:nvPr/>
      </p:nvGrpSpPr>
      <p:grpSpPr>
        <a:xfrm>
          <a:off x="0" y="0"/>
          <a:ext cx="0" cy="0"/>
          <a:chOff x="0" y="0"/>
          <a:chExt cx="0" cy="0"/>
        </a:xfrm>
      </p:grpSpPr>
      <p:sp>
        <p:nvSpPr>
          <p:cNvPr id="379" name="Google Shape;379;p18"/>
          <p:cNvSpPr/>
          <p:nvPr/>
        </p:nvSpPr>
        <p:spPr>
          <a:xfrm>
            <a:off x="5040292" y="1263202"/>
            <a:ext cx="4723200" cy="3909600"/>
          </a:xfrm>
          <a:prstGeom prst="roundRect">
            <a:avLst>
              <a:gd fmla="val 8532" name="adj"/>
            </a:avLst>
          </a:prstGeom>
          <a:solidFill>
            <a:srgbClr val="1E1E1E"/>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80" name="Google Shape;380;p18"/>
          <p:cNvSpPr/>
          <p:nvPr/>
        </p:nvSpPr>
        <p:spPr>
          <a:xfrm>
            <a:off x="317231" y="1263202"/>
            <a:ext cx="4723200" cy="3909600"/>
          </a:xfrm>
          <a:prstGeom prst="roundRect">
            <a:avLst>
              <a:gd fmla="val 9593" name="adj"/>
            </a:avLst>
          </a:prstGeom>
          <a:solidFill>
            <a:srgbClr val="076CFC"/>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81" name="Google Shape;381;p18"/>
          <p:cNvSpPr txBox="1"/>
          <p:nvPr/>
        </p:nvSpPr>
        <p:spPr>
          <a:xfrm>
            <a:off x="238097" y="123173"/>
            <a:ext cx="9450300" cy="7851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ІНФЕРЕНЦІЙНА СТАТИСТИКА</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p:txBody>
      </p:sp>
      <p:sp>
        <p:nvSpPr>
          <p:cNvPr id="382" name="Google Shape;382;p18"/>
          <p:cNvSpPr txBox="1"/>
          <p:nvPr/>
        </p:nvSpPr>
        <p:spPr>
          <a:xfrm>
            <a:off x="561185" y="1531970"/>
            <a:ext cx="4235100" cy="2921700"/>
          </a:xfrm>
          <a:prstGeom prst="rect">
            <a:avLst/>
          </a:prstGeom>
          <a:noFill/>
          <a:ln>
            <a:noFill/>
          </a:ln>
        </p:spPr>
        <p:txBody>
          <a:bodyPr anchorCtr="0" anchor="t" bIns="75600" lIns="75600" spcFirstLastPara="1" rIns="75600" wrap="square" tIns="75600">
            <a:spAutoFit/>
          </a:bodyPr>
          <a:lstStyle/>
          <a:p>
            <a:pPr indent="0" lvl="0" marL="0" marR="0" rtl="0" algn="l">
              <a:lnSpc>
                <a:spcPct val="115000"/>
              </a:lnSpc>
              <a:spcBef>
                <a:spcPts val="800"/>
              </a:spcBef>
              <a:spcAft>
                <a:spcPts val="0"/>
              </a:spcAft>
              <a:buClr>
                <a:srgbClr val="000000"/>
              </a:buClr>
              <a:buSzPts val="1600"/>
              <a:buFont typeface="Arial"/>
              <a:buNone/>
            </a:pPr>
            <a:r>
              <a:rPr b="1" i="0" lang="uk" sz="1600" u="none" cap="none" strike="noStrike">
                <a:solidFill>
                  <a:schemeClr val="lt1"/>
                </a:solidFill>
                <a:latin typeface="IBM Plex Sans"/>
                <a:ea typeface="IBM Plex Sans"/>
                <a:cs typeface="IBM Plex Sans"/>
                <a:sym typeface="IBM Plex Sans"/>
              </a:rPr>
              <a:t>Описова статистика </a:t>
            </a:r>
            <a:r>
              <a:rPr b="0" i="0" lang="uk" sz="1600" u="none" cap="none" strike="noStrike">
                <a:solidFill>
                  <a:schemeClr val="lt1"/>
                </a:solidFill>
                <a:latin typeface="IBM Plex Sans"/>
                <a:ea typeface="IBM Plex Sans"/>
                <a:cs typeface="IBM Plex Sans"/>
                <a:sym typeface="IBM Plex Sans"/>
              </a:rPr>
              <a:t>обчислює такі показники, як середнє значення, медіана, мода, дисперсія та стандартне відхилення — але робить це тільки для конкретної вибірки чи сукупності даних, яку ми маємо на руках</a:t>
            </a:r>
            <a:endParaRPr b="0" i="0" sz="16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1" i="0" sz="15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chemeClr val="lt1"/>
              </a:solidFill>
              <a:latin typeface="IBM Plex Sans"/>
              <a:ea typeface="IBM Plex Sans"/>
              <a:cs typeface="IBM Plex Sans"/>
              <a:sym typeface="IBM Plex Sans"/>
            </a:endParaRPr>
          </a:p>
        </p:txBody>
      </p:sp>
      <p:sp>
        <p:nvSpPr>
          <p:cNvPr id="383" name="Google Shape;383;p18"/>
          <p:cNvSpPr txBox="1"/>
          <p:nvPr/>
        </p:nvSpPr>
        <p:spPr>
          <a:xfrm>
            <a:off x="5203031" y="1510162"/>
            <a:ext cx="4235100" cy="3817500"/>
          </a:xfrm>
          <a:prstGeom prst="rect">
            <a:avLst/>
          </a:prstGeom>
          <a:noFill/>
          <a:ln>
            <a:noFill/>
          </a:ln>
        </p:spPr>
        <p:txBody>
          <a:bodyPr anchorCtr="0" anchor="t" bIns="75600" lIns="75600" spcFirstLastPara="1" rIns="75600" wrap="square" tIns="75600">
            <a:spAutoFit/>
          </a:bodyPr>
          <a:lstStyle/>
          <a:p>
            <a:pPr indent="0" lvl="0" marL="0" marR="0" rtl="0" algn="l">
              <a:lnSpc>
                <a:spcPct val="115000"/>
              </a:lnSpc>
              <a:spcBef>
                <a:spcPts val="800"/>
              </a:spcBef>
              <a:spcAft>
                <a:spcPts val="0"/>
              </a:spcAft>
              <a:buClr>
                <a:srgbClr val="000000"/>
              </a:buClr>
              <a:buSzPts val="1500"/>
              <a:buFont typeface="Arial"/>
              <a:buNone/>
            </a:pPr>
            <a:r>
              <a:rPr b="1" i="0" lang="uk" sz="1500" u="none" cap="none" strike="noStrike">
                <a:solidFill>
                  <a:schemeClr val="lt1"/>
                </a:solidFill>
                <a:latin typeface="IBM Plex Sans"/>
                <a:ea typeface="IBM Plex Sans"/>
                <a:cs typeface="IBM Plex Sans"/>
                <a:sym typeface="IBM Plex Sans"/>
              </a:rPr>
              <a:t>Інференційна статистика </a:t>
            </a:r>
            <a:r>
              <a:rPr b="0" i="0" lang="uk" sz="1500" u="none" cap="none" strike="noStrike">
                <a:solidFill>
                  <a:schemeClr val="lt1"/>
                </a:solidFill>
                <a:latin typeface="IBM Plex Sans"/>
                <a:ea typeface="IBM Plex Sans"/>
                <a:cs typeface="IBM Plex Sans"/>
                <a:sym typeface="IBM Plex Sans"/>
              </a:rPr>
              <a:t>використовується для того, щоб за допомогою вибіркових даних зробити висновки про невідому генеральну сукупність. </a:t>
            </a:r>
            <a:endParaRPr b="0" i="0" sz="15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rPr b="0" i="0" lang="uk" sz="1500" u="none" cap="none" strike="noStrike">
                <a:solidFill>
                  <a:schemeClr val="lt1"/>
                </a:solidFill>
                <a:latin typeface="IBM Plex Sans"/>
                <a:ea typeface="IBM Plex Sans"/>
                <a:cs typeface="IBM Plex Sans"/>
                <a:sym typeface="IBM Plex Sans"/>
              </a:rPr>
              <a:t>І саме тут починається робота з ймовірностями та похибками. Тобто замість "що є в нашій вибірці" ми вже питаємо "яке справжнє значення в усій популяції?"</a:t>
            </a:r>
            <a:endParaRPr b="0" i="0" sz="15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1" i="0" sz="15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1" i="0" sz="1500" u="none" cap="none" strike="noStrike">
              <a:solidFill>
                <a:schemeClr val="dk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chemeClr val="dk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chemeClr val="dk1"/>
              </a:solidFill>
              <a:latin typeface="IBM Plex Sans"/>
              <a:ea typeface="IBM Plex Sans"/>
              <a:cs typeface="IBM Plex Sans"/>
              <a:sym typeface="IBM Plex Sans"/>
            </a:endParaRPr>
          </a:p>
        </p:txBody>
      </p:sp>
      <p:pic>
        <p:nvPicPr>
          <p:cNvPr id="384" name="Google Shape;384;p18"/>
          <p:cNvPicPr preferRelativeResize="0"/>
          <p:nvPr/>
        </p:nvPicPr>
        <p:blipFill>
          <a:blip r:embed="rId3">
            <a:alphaModFix/>
          </a:blip>
          <a:stretch>
            <a:fillRect/>
          </a:stretch>
        </p:blipFill>
        <p:spPr>
          <a:xfrm>
            <a:off x="2536226" y="2800373"/>
            <a:ext cx="2504073" cy="250410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388" name="Shape 388"/>
        <p:cNvGrpSpPr/>
        <p:nvPr/>
      </p:nvGrpSpPr>
      <p:grpSpPr>
        <a:xfrm>
          <a:off x="0" y="0"/>
          <a:ext cx="0" cy="0"/>
          <a:chOff x="0" y="0"/>
          <a:chExt cx="0" cy="0"/>
        </a:xfrm>
      </p:grpSpPr>
      <p:sp>
        <p:nvSpPr>
          <p:cNvPr id="389" name="Google Shape;389;p19"/>
          <p:cNvSpPr/>
          <p:nvPr/>
        </p:nvSpPr>
        <p:spPr>
          <a:xfrm>
            <a:off x="3567425" y="1327775"/>
            <a:ext cx="6196200" cy="3909600"/>
          </a:xfrm>
          <a:prstGeom prst="roundRect">
            <a:avLst>
              <a:gd fmla="val 8532" name="adj"/>
            </a:avLst>
          </a:prstGeom>
          <a:solidFill>
            <a:srgbClr val="282828"/>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90" name="Google Shape;390;p19"/>
          <p:cNvSpPr/>
          <p:nvPr/>
        </p:nvSpPr>
        <p:spPr>
          <a:xfrm>
            <a:off x="317225" y="1327775"/>
            <a:ext cx="3250200" cy="3909600"/>
          </a:xfrm>
          <a:prstGeom prst="roundRect">
            <a:avLst>
              <a:gd fmla="val 9593" name="adj"/>
            </a:avLst>
          </a:prstGeom>
          <a:solidFill>
            <a:srgbClr val="282828"/>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91" name="Google Shape;391;p19"/>
          <p:cNvSpPr txBox="1"/>
          <p:nvPr/>
        </p:nvSpPr>
        <p:spPr>
          <a:xfrm>
            <a:off x="238097" y="123173"/>
            <a:ext cx="9450300" cy="7851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МЕТОДИ ІНФЕРЕНЦІЙНОЇ СТАТИСТИКИ. ТЕСТУВАННЯ ГІПОТЕЗ</a:t>
            </a:r>
            <a:endParaRPr b="0" i="0" sz="3300" u="none" cap="none" strike="noStrike">
              <a:solidFill>
                <a:srgbClr val="E5E8EC"/>
              </a:solidFill>
              <a:latin typeface="IBM Plex Mono SemiBold"/>
              <a:ea typeface="IBM Plex Mono SemiBold"/>
              <a:cs typeface="IBM Plex Mono SemiBold"/>
              <a:sym typeface="IBM Plex Mono SemiBold"/>
            </a:endParaRPr>
          </a:p>
        </p:txBody>
      </p:sp>
      <p:sp>
        <p:nvSpPr>
          <p:cNvPr id="392" name="Google Shape;392;p19"/>
          <p:cNvSpPr txBox="1"/>
          <p:nvPr/>
        </p:nvSpPr>
        <p:spPr>
          <a:xfrm>
            <a:off x="634175" y="1596550"/>
            <a:ext cx="2882700" cy="3817500"/>
          </a:xfrm>
          <a:prstGeom prst="rect">
            <a:avLst/>
          </a:prstGeom>
          <a:noFill/>
          <a:ln>
            <a:noFill/>
          </a:ln>
        </p:spPr>
        <p:txBody>
          <a:bodyPr anchorCtr="0" anchor="t" bIns="75600" lIns="75600" spcFirstLastPara="1" rIns="75600" wrap="square" tIns="75600">
            <a:spAutoFit/>
          </a:bodyPr>
          <a:lstStyle/>
          <a:p>
            <a:pPr indent="0" lvl="0" marL="0" marR="0" rtl="0" algn="l">
              <a:lnSpc>
                <a:spcPct val="115000"/>
              </a:lnSpc>
              <a:spcBef>
                <a:spcPts val="800"/>
              </a:spcBef>
              <a:spcAft>
                <a:spcPts val="0"/>
              </a:spcAft>
              <a:buClr>
                <a:srgbClr val="000000"/>
              </a:buClr>
              <a:buSzPts val="1500"/>
              <a:buFont typeface="Arial"/>
              <a:buNone/>
            </a:pPr>
            <a:r>
              <a:rPr b="0" i="0" lang="uk" sz="1500" u="none" cap="none" strike="noStrike">
                <a:solidFill>
                  <a:schemeClr val="lt1"/>
                </a:solidFill>
                <a:latin typeface="IBM Plex Sans"/>
                <a:ea typeface="IBM Plex Sans"/>
                <a:cs typeface="IBM Plex Sans"/>
                <a:sym typeface="IBM Plex Sans"/>
              </a:rPr>
              <a:t>Це метод перевірки припущень про характеристики сукупності на основі вибіркових даних.</a:t>
            </a:r>
            <a:endParaRPr b="0" i="0" sz="15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rPr b="1" i="0" lang="uk" sz="1500" u="none" cap="none" strike="noStrike">
                <a:solidFill>
                  <a:schemeClr val="lt1"/>
                </a:solidFill>
                <a:latin typeface="IBM Plex Sans"/>
                <a:ea typeface="IBM Plex Sans"/>
                <a:cs typeface="IBM Plex Sans"/>
                <a:sym typeface="IBM Plex Sans"/>
              </a:rPr>
              <a:t>Приклад: </a:t>
            </a:r>
            <a:r>
              <a:rPr b="0" i="0" lang="uk" sz="1500" u="none" cap="none" strike="noStrike">
                <a:solidFill>
                  <a:schemeClr val="lt1"/>
                </a:solidFill>
                <a:latin typeface="IBM Plex Sans"/>
                <a:ea typeface="IBM Plex Sans"/>
                <a:cs typeface="IBM Plex Sans"/>
                <a:sym typeface="IBM Plex Sans"/>
              </a:rPr>
              <a:t>перевірка гіпотези про зростання активності фейкових акаунтів під час виборів.</a:t>
            </a:r>
            <a:endParaRPr b="0" i="0" sz="15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1" i="0" sz="15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1" i="0" sz="15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chemeClr val="lt1"/>
              </a:solidFill>
              <a:latin typeface="IBM Plex Sans"/>
              <a:ea typeface="IBM Plex Sans"/>
              <a:cs typeface="IBM Plex Sans"/>
              <a:sym typeface="IBM Plex Sans"/>
            </a:endParaRPr>
          </a:p>
        </p:txBody>
      </p:sp>
      <p:sp>
        <p:nvSpPr>
          <p:cNvPr id="393" name="Google Shape;393;p19"/>
          <p:cNvSpPr txBox="1"/>
          <p:nvPr/>
        </p:nvSpPr>
        <p:spPr>
          <a:xfrm>
            <a:off x="3785600" y="1574725"/>
            <a:ext cx="5902800" cy="5247600"/>
          </a:xfrm>
          <a:prstGeom prst="rect">
            <a:avLst/>
          </a:prstGeom>
          <a:noFill/>
          <a:ln>
            <a:noFill/>
          </a:ln>
        </p:spPr>
        <p:txBody>
          <a:bodyPr anchorCtr="0" anchor="t" bIns="75600" lIns="75600" spcFirstLastPara="1" rIns="75600" wrap="square" tIns="75600">
            <a:spAutoFit/>
          </a:bodyPr>
          <a:lstStyle/>
          <a:p>
            <a:pPr indent="0" lvl="0" marL="0" marR="0" rtl="0" algn="l">
              <a:lnSpc>
                <a:spcPct val="115000"/>
              </a:lnSpc>
              <a:spcBef>
                <a:spcPts val="800"/>
              </a:spcBef>
              <a:spcAft>
                <a:spcPts val="0"/>
              </a:spcAft>
              <a:buClr>
                <a:srgbClr val="000000"/>
              </a:buClr>
              <a:buSzPts val="1500"/>
              <a:buFont typeface="Arial"/>
              <a:buNone/>
            </a:pPr>
            <a:r>
              <a:rPr b="1" i="0" lang="uk" sz="1500" u="none" cap="none" strike="noStrike">
                <a:solidFill>
                  <a:srgbClr val="076CFC"/>
                </a:solidFill>
                <a:latin typeface="IBM Plex Sans"/>
                <a:ea typeface="IBM Plex Sans"/>
                <a:cs typeface="IBM Plex Sans"/>
                <a:sym typeface="IBM Plex Sans"/>
              </a:rPr>
              <a:t>Основні етапи:</a:t>
            </a:r>
            <a:endParaRPr b="1" i="0" sz="1500" u="none" cap="none" strike="noStrike">
              <a:solidFill>
                <a:srgbClr val="076CFC"/>
              </a:solidFill>
              <a:latin typeface="IBM Plex Sans"/>
              <a:ea typeface="IBM Plex Sans"/>
              <a:cs typeface="IBM Plex Sans"/>
              <a:sym typeface="IBM Plex Sans"/>
            </a:endParaRPr>
          </a:p>
          <a:p>
            <a:pPr indent="-323850" lvl="0" marL="457200" marR="0" rtl="0" algn="l">
              <a:lnSpc>
                <a:spcPct val="115000"/>
              </a:lnSpc>
              <a:spcBef>
                <a:spcPts val="800"/>
              </a:spcBef>
              <a:spcAft>
                <a:spcPts val="0"/>
              </a:spcAft>
              <a:buClr>
                <a:srgbClr val="076CFC"/>
              </a:buClr>
              <a:buSzPts val="1500"/>
              <a:buFont typeface="IBM Plex Sans"/>
              <a:buChar char="●"/>
            </a:pPr>
            <a:r>
              <a:rPr b="1" i="0" lang="uk" sz="1500" u="none" cap="none" strike="noStrike">
                <a:solidFill>
                  <a:srgbClr val="076CFC"/>
                </a:solidFill>
                <a:latin typeface="IBM Plex Sans"/>
                <a:ea typeface="IBM Plex Sans"/>
                <a:cs typeface="IBM Plex Sans"/>
                <a:sym typeface="IBM Plex Sans"/>
              </a:rPr>
              <a:t>Формулювання нульової гіпотези (H₀):</a:t>
            </a:r>
            <a:br>
              <a:rPr b="0" i="0" lang="uk" sz="1500" u="none" cap="none" strike="noStrike">
                <a:solidFill>
                  <a:srgbClr val="076CFC"/>
                </a:solidFill>
                <a:latin typeface="IBM Plex Sans"/>
                <a:ea typeface="IBM Plex Sans"/>
                <a:cs typeface="IBM Plex Sans"/>
                <a:sym typeface="IBM Plex Sans"/>
              </a:rPr>
            </a:br>
            <a:r>
              <a:rPr b="0" i="0" lang="uk" sz="1500" u="none" cap="none" strike="noStrike">
                <a:solidFill>
                  <a:schemeClr val="lt1"/>
                </a:solidFill>
                <a:latin typeface="IBM Plex Sans"/>
                <a:ea typeface="IBM Plex Sans"/>
                <a:cs typeface="IBM Plex Sans"/>
                <a:sym typeface="IBM Plex Sans"/>
              </a:rPr>
              <a:t>Це твердження, яке ми перевіряємо і за замовчуванням вважаємо істинним. Зазвичай H₀ каже: "нічого не змінилося", "різниці немає", "ефекту немає".</a:t>
            </a:r>
            <a:endParaRPr b="0" i="0" sz="1500" u="none" cap="none" strike="noStrike">
              <a:solidFill>
                <a:schemeClr val="lt1"/>
              </a:solidFill>
              <a:latin typeface="IBM Plex Sans"/>
              <a:ea typeface="IBM Plex Sans"/>
              <a:cs typeface="IBM Plex Sans"/>
              <a:sym typeface="IBM Plex Sans"/>
            </a:endParaRPr>
          </a:p>
          <a:p>
            <a:pPr indent="-323850" lvl="0" marL="457200" marR="0" rtl="0" algn="l">
              <a:lnSpc>
                <a:spcPct val="115000"/>
              </a:lnSpc>
              <a:spcBef>
                <a:spcPts val="0"/>
              </a:spcBef>
              <a:spcAft>
                <a:spcPts val="0"/>
              </a:spcAft>
              <a:buClr>
                <a:srgbClr val="076CFC"/>
              </a:buClr>
              <a:buSzPts val="1500"/>
              <a:buFont typeface="IBM Plex Sans"/>
              <a:buChar char="●"/>
            </a:pPr>
            <a:r>
              <a:rPr b="1" i="0" lang="uk" sz="1500" u="none" cap="none" strike="noStrike">
                <a:solidFill>
                  <a:srgbClr val="076CFC"/>
                </a:solidFill>
                <a:latin typeface="IBM Plex Sans"/>
                <a:ea typeface="IBM Plex Sans"/>
                <a:cs typeface="IBM Plex Sans"/>
                <a:sym typeface="IBM Plex Sans"/>
              </a:rPr>
              <a:t>Альтернативна гіпотеза (H₁):</a:t>
            </a:r>
            <a:br>
              <a:rPr b="1" i="0" lang="uk" sz="1500" u="none" cap="none" strike="noStrike">
                <a:solidFill>
                  <a:srgbClr val="076CFC"/>
                </a:solidFill>
                <a:latin typeface="IBM Plex Sans"/>
                <a:ea typeface="IBM Plex Sans"/>
                <a:cs typeface="IBM Plex Sans"/>
                <a:sym typeface="IBM Plex Sans"/>
              </a:rPr>
            </a:br>
            <a:r>
              <a:rPr b="0" i="0" lang="uk" sz="1500" u="none" cap="none" strike="noStrike">
                <a:solidFill>
                  <a:schemeClr val="lt1"/>
                </a:solidFill>
                <a:latin typeface="IBM Plex Sans"/>
                <a:ea typeface="IBM Plex Sans"/>
                <a:cs typeface="IBM Plex Sans"/>
                <a:sym typeface="IBM Plex Sans"/>
              </a:rPr>
              <a:t>Це припущення, яке ми хочемо довести. Вона каже: "є різниця", "ефект присутній", "щось змінилося".</a:t>
            </a:r>
            <a:endParaRPr b="0" i="0" sz="1500" u="none" cap="none" strike="noStrike">
              <a:solidFill>
                <a:schemeClr val="lt1"/>
              </a:solidFill>
              <a:latin typeface="IBM Plex Sans"/>
              <a:ea typeface="IBM Plex Sans"/>
              <a:cs typeface="IBM Plex Sans"/>
              <a:sym typeface="IBM Plex Sans"/>
            </a:endParaRPr>
          </a:p>
          <a:p>
            <a:pPr indent="-323850" lvl="0" marL="457200" marR="0" rtl="0" algn="l">
              <a:lnSpc>
                <a:spcPct val="115000"/>
              </a:lnSpc>
              <a:spcBef>
                <a:spcPts val="0"/>
              </a:spcBef>
              <a:spcAft>
                <a:spcPts val="0"/>
              </a:spcAft>
              <a:buClr>
                <a:srgbClr val="076CFC"/>
              </a:buClr>
              <a:buSzPts val="1500"/>
              <a:buFont typeface="IBM Plex Sans"/>
              <a:buChar char="●"/>
            </a:pPr>
            <a:r>
              <a:rPr b="1" i="0" lang="uk" sz="1500" u="none" cap="none" strike="noStrike">
                <a:solidFill>
                  <a:srgbClr val="076CFC"/>
                </a:solidFill>
                <a:latin typeface="IBM Plex Sans"/>
                <a:ea typeface="IBM Plex Sans"/>
                <a:cs typeface="IBM Plex Sans"/>
                <a:sym typeface="IBM Plex Sans"/>
              </a:rPr>
              <a:t>Обчислюємо p-value</a:t>
            </a:r>
            <a:r>
              <a:rPr b="0" i="0" lang="uk" sz="1500" u="none" cap="none" strike="noStrike">
                <a:solidFill>
                  <a:schemeClr val="lt1"/>
                </a:solidFill>
                <a:latin typeface="IBM Plex Sans"/>
                <a:ea typeface="IBM Plex Sans"/>
                <a:cs typeface="IBM Plex Sans"/>
                <a:sym typeface="IBM Plex Sans"/>
              </a:rPr>
              <a:t> - ймовірність отримати наш результат, </a:t>
            </a:r>
            <a:r>
              <a:rPr b="1" i="0" lang="uk" sz="1500" u="none" cap="none" strike="noStrike">
                <a:solidFill>
                  <a:schemeClr val="lt1"/>
                </a:solidFill>
                <a:latin typeface="IBM Plex Sans"/>
                <a:ea typeface="IBM Plex Sans"/>
                <a:cs typeface="IBM Plex Sans"/>
                <a:sym typeface="IBM Plex Sans"/>
              </a:rPr>
              <a:t>якщо H₀ була б правдою.</a:t>
            </a:r>
            <a:endParaRPr b="1" i="0" sz="1500" u="none" cap="none" strike="noStrike">
              <a:solidFill>
                <a:schemeClr val="lt1"/>
              </a:solidFill>
              <a:latin typeface="IBM Plex Sans"/>
              <a:ea typeface="IBM Plex Sans"/>
              <a:cs typeface="IBM Plex Sans"/>
              <a:sym typeface="IBM Plex Sans"/>
            </a:endParaRPr>
          </a:p>
          <a:p>
            <a:pPr indent="-323850" lvl="0" marL="457200" marR="0" rtl="0" algn="l">
              <a:lnSpc>
                <a:spcPct val="115000"/>
              </a:lnSpc>
              <a:spcBef>
                <a:spcPts val="0"/>
              </a:spcBef>
              <a:spcAft>
                <a:spcPts val="0"/>
              </a:spcAft>
              <a:buClr>
                <a:srgbClr val="076CFC"/>
              </a:buClr>
              <a:buSzPts val="1500"/>
              <a:buFont typeface="IBM Plex Sans"/>
              <a:buChar char="●"/>
            </a:pPr>
            <a:r>
              <a:rPr b="0" i="0" lang="uk" sz="1500" u="none" cap="none" strike="noStrike">
                <a:solidFill>
                  <a:schemeClr val="lt1"/>
                </a:solidFill>
                <a:latin typeface="IBM Plex Sans"/>
                <a:ea typeface="IBM Plex Sans"/>
                <a:cs typeface="IBM Plex Sans"/>
                <a:sym typeface="IBM Plex Sans"/>
              </a:rPr>
              <a:t>Ми обираємо </a:t>
            </a:r>
            <a:r>
              <a:rPr b="1" i="0" lang="uk" sz="1500" u="none" cap="none" strike="noStrike">
                <a:solidFill>
                  <a:schemeClr val="lt1"/>
                </a:solidFill>
                <a:latin typeface="IBM Plex Sans"/>
                <a:ea typeface="IBM Plex Sans"/>
                <a:cs typeface="IBM Plex Sans"/>
                <a:sym typeface="IBM Plex Sans"/>
              </a:rPr>
              <a:t>рівень значущості</a:t>
            </a:r>
            <a:r>
              <a:rPr b="0" i="0" lang="uk" sz="1500" u="none" cap="none" strike="noStrike">
                <a:solidFill>
                  <a:schemeClr val="lt1"/>
                </a:solidFill>
                <a:latin typeface="IBM Plex Sans"/>
                <a:ea typeface="IBM Plex Sans"/>
                <a:cs typeface="IBM Plex Sans"/>
                <a:sym typeface="IBM Plex Sans"/>
              </a:rPr>
              <a:t> (найчастіше α=0.05) та порівнюємо з </a:t>
            </a:r>
            <a:r>
              <a:rPr b="1" i="0" lang="uk" sz="1500" u="none" cap="none" strike="noStrike">
                <a:solidFill>
                  <a:schemeClr val="lt1"/>
                </a:solidFill>
                <a:latin typeface="IBM Plex Sans"/>
                <a:ea typeface="IBM Plex Sans"/>
                <a:cs typeface="IBM Plex Sans"/>
                <a:sym typeface="IBM Plex Sans"/>
              </a:rPr>
              <a:t>p-value.</a:t>
            </a:r>
            <a:endParaRPr b="1" i="0" sz="15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1" i="0" sz="15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1" i="0" sz="15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1" i="0" sz="15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chemeClr val="lt1"/>
              </a:solidFill>
              <a:latin typeface="IBM Plex Sans"/>
              <a:ea typeface="IBM Plex Sans"/>
              <a:cs typeface="IBM Plex Sans"/>
              <a:sym typeface="IBM Plex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397" name="Shape 397"/>
        <p:cNvGrpSpPr/>
        <p:nvPr/>
      </p:nvGrpSpPr>
      <p:grpSpPr>
        <a:xfrm>
          <a:off x="0" y="0"/>
          <a:ext cx="0" cy="0"/>
          <a:chOff x="0" y="0"/>
          <a:chExt cx="0" cy="0"/>
        </a:xfrm>
      </p:grpSpPr>
      <p:sp>
        <p:nvSpPr>
          <p:cNvPr id="398" name="Google Shape;398;p20"/>
          <p:cNvSpPr/>
          <p:nvPr/>
        </p:nvSpPr>
        <p:spPr>
          <a:xfrm>
            <a:off x="5038625" y="2149100"/>
            <a:ext cx="4725000" cy="3023700"/>
          </a:xfrm>
          <a:prstGeom prst="roundRect">
            <a:avLst>
              <a:gd fmla="val 8532" name="adj"/>
            </a:avLst>
          </a:prstGeom>
          <a:solidFill>
            <a:schemeClr val="lt1"/>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399" name="Google Shape;399;p20"/>
          <p:cNvSpPr/>
          <p:nvPr/>
        </p:nvSpPr>
        <p:spPr>
          <a:xfrm>
            <a:off x="317225" y="2149100"/>
            <a:ext cx="4725000" cy="3023700"/>
          </a:xfrm>
          <a:prstGeom prst="roundRect">
            <a:avLst>
              <a:gd fmla="val 9593" name="adj"/>
            </a:avLst>
          </a:prstGeom>
          <a:solidFill>
            <a:schemeClr val="lt1"/>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00" name="Google Shape;400;p20"/>
          <p:cNvSpPr txBox="1"/>
          <p:nvPr/>
        </p:nvSpPr>
        <p:spPr>
          <a:xfrm>
            <a:off x="238097" y="123173"/>
            <a:ext cx="9450300" cy="7851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ПОБУДОВА ДОВІРЧИХ ІНТЕРВАЛІВ</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p:txBody>
      </p:sp>
      <p:sp>
        <p:nvSpPr>
          <p:cNvPr id="401" name="Google Shape;401;p20"/>
          <p:cNvSpPr txBox="1"/>
          <p:nvPr/>
        </p:nvSpPr>
        <p:spPr>
          <a:xfrm>
            <a:off x="1158500" y="-1677450"/>
            <a:ext cx="2882700" cy="383700"/>
          </a:xfrm>
          <a:prstGeom prst="rect">
            <a:avLst/>
          </a:prstGeom>
          <a:noFill/>
          <a:ln>
            <a:noFill/>
          </a:ln>
        </p:spPr>
        <p:txBody>
          <a:bodyPr anchorCtr="0" anchor="t" bIns="75600" lIns="75600" spcFirstLastPara="1" rIns="75600" wrap="square" tIns="75600">
            <a:spAutoFit/>
          </a:bodyPr>
          <a:lstStyle/>
          <a:p>
            <a:pPr indent="-323850" lvl="0" marL="457200" marR="0" rtl="0" algn="l">
              <a:lnSpc>
                <a:spcPct val="115000"/>
              </a:lnSpc>
              <a:spcBef>
                <a:spcPts val="0"/>
              </a:spcBef>
              <a:spcAft>
                <a:spcPts val="0"/>
              </a:spcAft>
              <a:buClr>
                <a:schemeClr val="dk1"/>
              </a:buClr>
              <a:buSzPts val="1500"/>
              <a:buFont typeface="IBM Plex Sans"/>
              <a:buChar char="●"/>
            </a:pPr>
            <a:r>
              <a:t/>
            </a:r>
            <a:endParaRPr b="0" i="0" sz="1500" u="none" cap="none" strike="noStrike">
              <a:solidFill>
                <a:schemeClr val="dk1"/>
              </a:solidFill>
              <a:latin typeface="IBM Plex Sans"/>
              <a:ea typeface="IBM Plex Sans"/>
              <a:cs typeface="IBM Plex Sans"/>
              <a:sym typeface="IBM Plex Sans"/>
            </a:endParaRPr>
          </a:p>
        </p:txBody>
      </p:sp>
      <p:pic>
        <p:nvPicPr>
          <p:cNvPr id="402" name="Google Shape;402;p20"/>
          <p:cNvPicPr preferRelativeResize="0"/>
          <p:nvPr/>
        </p:nvPicPr>
        <p:blipFill rotWithShape="1">
          <a:blip r:embed="rId3">
            <a:alphaModFix/>
          </a:blip>
          <a:srcRect b="0" l="0" r="0" t="0"/>
          <a:stretch/>
        </p:blipFill>
        <p:spPr>
          <a:xfrm>
            <a:off x="5166575" y="3393000"/>
            <a:ext cx="4469100" cy="1480000"/>
          </a:xfrm>
          <a:prstGeom prst="rect">
            <a:avLst/>
          </a:prstGeom>
          <a:noFill/>
          <a:ln>
            <a:noFill/>
          </a:ln>
        </p:spPr>
      </p:pic>
      <p:pic>
        <p:nvPicPr>
          <p:cNvPr id="403" name="Google Shape;403;p20"/>
          <p:cNvPicPr preferRelativeResize="0"/>
          <p:nvPr/>
        </p:nvPicPr>
        <p:blipFill rotWithShape="1">
          <a:blip r:embed="rId4">
            <a:alphaModFix/>
          </a:blip>
          <a:srcRect b="0" l="0" r="0" t="0"/>
          <a:stretch/>
        </p:blipFill>
        <p:spPr>
          <a:xfrm>
            <a:off x="750525" y="2492650"/>
            <a:ext cx="3909749" cy="2240350"/>
          </a:xfrm>
          <a:prstGeom prst="rect">
            <a:avLst/>
          </a:prstGeom>
          <a:noFill/>
          <a:ln>
            <a:noFill/>
          </a:ln>
        </p:spPr>
      </p:pic>
      <p:sp>
        <p:nvSpPr>
          <p:cNvPr id="404" name="Google Shape;404;p20"/>
          <p:cNvSpPr/>
          <p:nvPr/>
        </p:nvSpPr>
        <p:spPr>
          <a:xfrm>
            <a:off x="342900" y="905900"/>
            <a:ext cx="4725000" cy="621600"/>
          </a:xfrm>
          <a:prstGeom prst="roundRect">
            <a:avLst>
              <a:gd fmla="val 50000" name="adj"/>
            </a:avLst>
          </a:prstGeom>
          <a:solidFill>
            <a:srgbClr val="076CFC"/>
          </a:solidFill>
          <a:ln>
            <a:noFill/>
          </a:ln>
        </p:spPr>
        <p:txBody>
          <a:bodyPr anchorCtr="0" anchor="ctr" bIns="91425" lIns="91425" spcFirstLastPara="1" rIns="91425" wrap="square" tIns="91425">
            <a:noAutofit/>
          </a:bodyPr>
          <a:lstStyle/>
          <a:p>
            <a:pPr indent="0" lvl="0" marL="457200" marR="0" rtl="0" algn="l">
              <a:lnSpc>
                <a:spcPct val="100000"/>
              </a:lnSpc>
              <a:spcBef>
                <a:spcPts val="0"/>
              </a:spcBef>
              <a:spcAft>
                <a:spcPts val="0"/>
              </a:spcAft>
              <a:buNone/>
            </a:pPr>
            <a:r>
              <a:rPr lang="uk" sz="1500">
                <a:solidFill>
                  <a:srgbClr val="FFFFFF"/>
                </a:solidFill>
                <a:latin typeface="IBM Plex Sans"/>
                <a:ea typeface="IBM Plex Sans"/>
                <a:cs typeface="IBM Plex Sans"/>
                <a:sym typeface="IBM Plex Sans"/>
              </a:rPr>
              <a:t>вибіркове середнє</a:t>
            </a:r>
            <a:endParaRPr sz="1500">
              <a:solidFill>
                <a:srgbClr val="FFFFFF"/>
              </a:solidFill>
              <a:latin typeface="IBM Plex Sans"/>
              <a:ea typeface="IBM Plex Sans"/>
              <a:cs typeface="IBM Plex Sans"/>
              <a:sym typeface="IBM Plex Sans"/>
            </a:endParaRPr>
          </a:p>
        </p:txBody>
      </p:sp>
      <p:sp>
        <p:nvSpPr>
          <p:cNvPr id="405" name="Google Shape;405;p20"/>
          <p:cNvSpPr/>
          <p:nvPr/>
        </p:nvSpPr>
        <p:spPr>
          <a:xfrm>
            <a:off x="342900" y="1527500"/>
            <a:ext cx="4725000" cy="621600"/>
          </a:xfrm>
          <a:prstGeom prst="roundRect">
            <a:avLst>
              <a:gd fmla="val 50000" name="adj"/>
            </a:avLst>
          </a:prstGeom>
          <a:solidFill>
            <a:srgbClr val="076CFC"/>
          </a:solidFill>
          <a:ln>
            <a:noFill/>
          </a:ln>
        </p:spPr>
        <p:txBody>
          <a:bodyPr anchorCtr="0" anchor="ctr" bIns="91425" lIns="91425" spcFirstLastPara="1" rIns="91425" wrap="square" tIns="91425">
            <a:noAutofit/>
          </a:bodyPr>
          <a:lstStyle/>
          <a:p>
            <a:pPr indent="0" lvl="0" marL="457200" marR="0" rtl="0" algn="l">
              <a:lnSpc>
                <a:spcPct val="100000"/>
              </a:lnSpc>
              <a:spcBef>
                <a:spcPts val="0"/>
              </a:spcBef>
              <a:spcAft>
                <a:spcPts val="0"/>
              </a:spcAft>
              <a:buNone/>
            </a:pPr>
            <a:r>
              <a:rPr lang="uk" sz="1500">
                <a:solidFill>
                  <a:srgbClr val="FFFFFF"/>
                </a:solidFill>
                <a:latin typeface="IBM Plex Sans"/>
                <a:ea typeface="IBM Plex Sans"/>
                <a:cs typeface="IBM Plex Sans"/>
                <a:sym typeface="IBM Plex Sans"/>
              </a:rPr>
              <a:t>критичне значення для заданого рівня довіри </a:t>
            </a:r>
            <a:endParaRPr sz="1500">
              <a:solidFill>
                <a:srgbClr val="FFFFFF"/>
              </a:solidFill>
              <a:latin typeface="IBM Plex Sans"/>
              <a:ea typeface="IBM Plex Sans"/>
              <a:cs typeface="IBM Plex Sans"/>
              <a:sym typeface="IBM Plex Sans"/>
            </a:endParaRPr>
          </a:p>
        </p:txBody>
      </p:sp>
      <p:sp>
        <p:nvSpPr>
          <p:cNvPr id="406" name="Google Shape;406;p20"/>
          <p:cNvSpPr/>
          <p:nvPr/>
        </p:nvSpPr>
        <p:spPr>
          <a:xfrm>
            <a:off x="5068050" y="905900"/>
            <a:ext cx="4725000" cy="621600"/>
          </a:xfrm>
          <a:prstGeom prst="roundRect">
            <a:avLst>
              <a:gd fmla="val 50000" name="adj"/>
            </a:avLst>
          </a:prstGeom>
          <a:solidFill>
            <a:srgbClr val="076CFC"/>
          </a:solidFill>
          <a:ln>
            <a:noFill/>
          </a:ln>
        </p:spPr>
        <p:txBody>
          <a:bodyPr anchorCtr="0" anchor="ctr" bIns="91425" lIns="91425" spcFirstLastPara="1" rIns="91425" wrap="square" tIns="91425">
            <a:noAutofit/>
          </a:bodyPr>
          <a:lstStyle/>
          <a:p>
            <a:pPr indent="0" lvl="0" marL="457200" marR="0" rtl="0" algn="l">
              <a:lnSpc>
                <a:spcPct val="100000"/>
              </a:lnSpc>
              <a:spcBef>
                <a:spcPts val="0"/>
              </a:spcBef>
              <a:spcAft>
                <a:spcPts val="0"/>
              </a:spcAft>
              <a:buNone/>
            </a:pPr>
            <a:r>
              <a:rPr lang="uk" sz="1500">
                <a:solidFill>
                  <a:srgbClr val="FFFFFF"/>
                </a:solidFill>
                <a:latin typeface="IBM Plex Sans"/>
                <a:ea typeface="IBM Plex Sans"/>
                <a:cs typeface="IBM Plex Sans"/>
                <a:sym typeface="IBM Plex Sans"/>
              </a:rPr>
              <a:t>стандартне відхилення</a:t>
            </a:r>
            <a:endParaRPr sz="1500">
              <a:solidFill>
                <a:srgbClr val="FFFFFF"/>
              </a:solidFill>
              <a:latin typeface="IBM Plex Sans"/>
              <a:ea typeface="IBM Plex Sans"/>
              <a:cs typeface="IBM Plex Sans"/>
              <a:sym typeface="IBM Plex Sans"/>
            </a:endParaRPr>
          </a:p>
        </p:txBody>
      </p:sp>
      <p:sp>
        <p:nvSpPr>
          <p:cNvPr id="407" name="Google Shape;407;p20"/>
          <p:cNvSpPr/>
          <p:nvPr/>
        </p:nvSpPr>
        <p:spPr>
          <a:xfrm>
            <a:off x="5068050" y="1527500"/>
            <a:ext cx="4725000" cy="621600"/>
          </a:xfrm>
          <a:prstGeom prst="roundRect">
            <a:avLst>
              <a:gd fmla="val 50000" name="adj"/>
            </a:avLst>
          </a:prstGeom>
          <a:solidFill>
            <a:srgbClr val="076CFC"/>
          </a:solidFill>
          <a:ln>
            <a:noFill/>
          </a:ln>
        </p:spPr>
        <p:txBody>
          <a:bodyPr anchorCtr="0" anchor="ctr" bIns="91425" lIns="91425" spcFirstLastPara="1" rIns="91425" wrap="square" tIns="91425">
            <a:noAutofit/>
          </a:bodyPr>
          <a:lstStyle/>
          <a:p>
            <a:pPr indent="0" lvl="0" marL="457200" marR="0" rtl="0" algn="l">
              <a:lnSpc>
                <a:spcPct val="100000"/>
              </a:lnSpc>
              <a:spcBef>
                <a:spcPts val="0"/>
              </a:spcBef>
              <a:spcAft>
                <a:spcPts val="0"/>
              </a:spcAft>
              <a:buNone/>
            </a:pPr>
            <a:r>
              <a:rPr lang="uk" sz="1500">
                <a:solidFill>
                  <a:srgbClr val="FFFFFF"/>
                </a:solidFill>
                <a:latin typeface="IBM Plex Sans"/>
                <a:ea typeface="IBM Plex Sans"/>
                <a:cs typeface="IBM Plex Sans"/>
                <a:sym typeface="IBM Plex Sans"/>
              </a:rPr>
              <a:t>розмір вибірки</a:t>
            </a:r>
            <a:endParaRPr sz="1500">
              <a:solidFill>
                <a:srgbClr val="FFFFFF"/>
              </a:solidFill>
              <a:latin typeface="IBM Plex Sans"/>
              <a:ea typeface="IBM Plex Sans"/>
              <a:cs typeface="IBM Plex Sans"/>
              <a:sym typeface="IBM Plex Sans"/>
            </a:endParaRPr>
          </a:p>
        </p:txBody>
      </p:sp>
      <p:pic>
        <p:nvPicPr>
          <p:cNvPr id="408" name="Google Shape;408;p20"/>
          <p:cNvPicPr preferRelativeResize="0"/>
          <p:nvPr/>
        </p:nvPicPr>
        <p:blipFill>
          <a:blip r:embed="rId5">
            <a:alphaModFix/>
          </a:blip>
          <a:stretch>
            <a:fillRect/>
          </a:stretch>
        </p:blipFill>
        <p:spPr>
          <a:xfrm>
            <a:off x="6192288" y="2244725"/>
            <a:ext cx="2476500" cy="11811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412" name="Shape 412"/>
        <p:cNvGrpSpPr/>
        <p:nvPr/>
      </p:nvGrpSpPr>
      <p:grpSpPr>
        <a:xfrm>
          <a:off x="0" y="0"/>
          <a:ext cx="0" cy="0"/>
          <a:chOff x="0" y="0"/>
          <a:chExt cx="0" cy="0"/>
        </a:xfrm>
      </p:grpSpPr>
      <p:sp>
        <p:nvSpPr>
          <p:cNvPr id="413" name="Google Shape;413;p21"/>
          <p:cNvSpPr/>
          <p:nvPr/>
        </p:nvSpPr>
        <p:spPr>
          <a:xfrm>
            <a:off x="5040292" y="1263202"/>
            <a:ext cx="4723200" cy="3909600"/>
          </a:xfrm>
          <a:prstGeom prst="roundRect">
            <a:avLst>
              <a:gd fmla="val 8532" name="adj"/>
            </a:avLst>
          </a:prstGeom>
          <a:solidFill>
            <a:srgbClr val="282828"/>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14" name="Google Shape;414;p21"/>
          <p:cNvSpPr/>
          <p:nvPr/>
        </p:nvSpPr>
        <p:spPr>
          <a:xfrm>
            <a:off x="317231" y="1263202"/>
            <a:ext cx="4723200" cy="3909600"/>
          </a:xfrm>
          <a:prstGeom prst="roundRect">
            <a:avLst>
              <a:gd fmla="val 9593" name="adj"/>
            </a:avLst>
          </a:prstGeom>
          <a:solidFill>
            <a:srgbClr val="282828"/>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15" name="Google Shape;415;p21"/>
          <p:cNvSpPr txBox="1"/>
          <p:nvPr/>
        </p:nvSpPr>
        <p:spPr>
          <a:xfrm>
            <a:off x="238097" y="123173"/>
            <a:ext cx="9450300" cy="7851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КОРЕЛЯЦІЙНИЙ АНАЛІЗ</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p:txBody>
      </p:sp>
      <p:sp>
        <p:nvSpPr>
          <p:cNvPr id="416" name="Google Shape;416;p21"/>
          <p:cNvSpPr txBox="1"/>
          <p:nvPr/>
        </p:nvSpPr>
        <p:spPr>
          <a:xfrm>
            <a:off x="561185" y="1531970"/>
            <a:ext cx="4235100" cy="3582000"/>
          </a:xfrm>
          <a:prstGeom prst="rect">
            <a:avLst/>
          </a:prstGeom>
          <a:noFill/>
          <a:ln>
            <a:noFill/>
          </a:ln>
        </p:spPr>
        <p:txBody>
          <a:bodyPr anchorCtr="0" anchor="t" bIns="75600" lIns="75600" spcFirstLastPara="1" rIns="75600" wrap="square" tIns="75600">
            <a:spAutoFit/>
          </a:bodyPr>
          <a:lstStyle/>
          <a:p>
            <a:pPr indent="0" lvl="0" marL="0" marR="0" rtl="0" algn="l">
              <a:lnSpc>
                <a:spcPct val="115000"/>
              </a:lnSpc>
              <a:spcBef>
                <a:spcPts val="1200"/>
              </a:spcBef>
              <a:spcAft>
                <a:spcPts val="0"/>
              </a:spcAft>
              <a:buClr>
                <a:schemeClr val="dk1"/>
              </a:buClr>
              <a:buSzPts val="1100"/>
              <a:buFont typeface="Arial"/>
              <a:buNone/>
            </a:pPr>
            <a:r>
              <a:rPr b="0" i="0" lang="uk" sz="1600" u="none" cap="none" strike="noStrike">
                <a:solidFill>
                  <a:schemeClr val="lt1"/>
                </a:solidFill>
                <a:latin typeface="IBM Plex Sans"/>
                <a:ea typeface="IBM Plex Sans"/>
                <a:cs typeface="IBM Plex Sans"/>
                <a:sym typeface="IBM Plex Sans"/>
              </a:rPr>
              <a:t>Вимірювання зв'язків між змінними.</a:t>
            </a:r>
            <a:endParaRPr b="0" i="0" sz="16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1200"/>
              </a:spcBef>
              <a:spcAft>
                <a:spcPts val="0"/>
              </a:spcAft>
              <a:buClr>
                <a:schemeClr val="dk1"/>
              </a:buClr>
              <a:buSzPts val="1100"/>
              <a:buFont typeface="Arial"/>
              <a:buNone/>
            </a:pPr>
            <a:r>
              <a:rPr b="0" i="0" lang="uk" sz="1600" u="none" cap="none" strike="noStrike">
                <a:solidFill>
                  <a:schemeClr val="lt1"/>
                </a:solidFill>
                <a:latin typeface="IBM Plex Sans"/>
                <a:ea typeface="IBM Plex Sans"/>
                <a:cs typeface="IBM Plex Sans"/>
                <a:sym typeface="IBM Plex Sans"/>
              </a:rPr>
              <a:t>Основний показник — коефіцієнт кореляції (r):</a:t>
            </a:r>
            <a:endParaRPr b="0" i="0" sz="1600" u="none" cap="none" strike="noStrike">
              <a:solidFill>
                <a:schemeClr val="lt1"/>
              </a:solidFill>
              <a:latin typeface="IBM Plex Sans"/>
              <a:ea typeface="IBM Plex Sans"/>
              <a:cs typeface="IBM Plex Sans"/>
              <a:sym typeface="IBM Plex Sans"/>
            </a:endParaRPr>
          </a:p>
          <a:p>
            <a:pPr indent="-330200" lvl="0" marL="457200" marR="0" rtl="0" algn="l">
              <a:lnSpc>
                <a:spcPct val="115000"/>
              </a:lnSpc>
              <a:spcBef>
                <a:spcPts val="1200"/>
              </a:spcBef>
              <a:spcAft>
                <a:spcPts val="0"/>
              </a:spcAft>
              <a:buClr>
                <a:schemeClr val="lt1"/>
              </a:buClr>
              <a:buSzPts val="1600"/>
              <a:buFont typeface="IBM Plex Sans"/>
              <a:buChar char="●"/>
            </a:pPr>
            <a:r>
              <a:rPr b="0" i="0" lang="uk" sz="1600" u="none" cap="none" strike="noStrike">
                <a:solidFill>
                  <a:schemeClr val="lt1"/>
                </a:solidFill>
                <a:latin typeface="IBM Plex Sans"/>
                <a:ea typeface="IBM Plex Sans"/>
                <a:cs typeface="IBM Plex Sans"/>
                <a:sym typeface="IBM Plex Sans"/>
              </a:rPr>
              <a:t>r = +1 — ідеальний позитивний зв’язок</a:t>
            </a:r>
            <a:endParaRPr b="0" i="0" sz="1600" u="none" cap="none" strike="noStrike">
              <a:solidFill>
                <a:schemeClr val="lt1"/>
              </a:solidFill>
              <a:latin typeface="IBM Plex Sans"/>
              <a:ea typeface="IBM Plex Sans"/>
              <a:cs typeface="IBM Plex Sans"/>
              <a:sym typeface="IBM Plex Sans"/>
            </a:endParaRPr>
          </a:p>
          <a:p>
            <a:pPr indent="-330200" lvl="0" marL="457200" marR="0" rtl="0" algn="l">
              <a:lnSpc>
                <a:spcPct val="115000"/>
              </a:lnSpc>
              <a:spcBef>
                <a:spcPts val="0"/>
              </a:spcBef>
              <a:spcAft>
                <a:spcPts val="0"/>
              </a:spcAft>
              <a:buClr>
                <a:schemeClr val="lt1"/>
              </a:buClr>
              <a:buSzPts val="1600"/>
              <a:buFont typeface="IBM Plex Sans"/>
              <a:buChar char="●"/>
            </a:pPr>
            <a:r>
              <a:rPr b="0" i="0" lang="uk" sz="1600" u="none" cap="none" strike="noStrike">
                <a:solidFill>
                  <a:schemeClr val="lt1"/>
                </a:solidFill>
                <a:latin typeface="IBM Plex Sans"/>
                <a:ea typeface="IBM Plex Sans"/>
                <a:cs typeface="IBM Plex Sans"/>
                <a:sym typeface="IBM Plex Sans"/>
              </a:rPr>
              <a:t>r = -1 — ідеальний негативний зв’язок</a:t>
            </a:r>
            <a:endParaRPr b="0" i="0" sz="1600" u="none" cap="none" strike="noStrike">
              <a:solidFill>
                <a:schemeClr val="lt1"/>
              </a:solidFill>
              <a:latin typeface="IBM Plex Sans"/>
              <a:ea typeface="IBM Plex Sans"/>
              <a:cs typeface="IBM Plex Sans"/>
              <a:sym typeface="IBM Plex Sans"/>
            </a:endParaRPr>
          </a:p>
          <a:p>
            <a:pPr indent="-330200" lvl="0" marL="457200" marR="0" rtl="0" algn="l">
              <a:lnSpc>
                <a:spcPct val="115000"/>
              </a:lnSpc>
              <a:spcBef>
                <a:spcPts val="0"/>
              </a:spcBef>
              <a:spcAft>
                <a:spcPts val="0"/>
              </a:spcAft>
              <a:buClr>
                <a:schemeClr val="lt1"/>
              </a:buClr>
              <a:buSzPts val="1600"/>
              <a:buFont typeface="IBM Plex Sans"/>
              <a:buChar char="●"/>
            </a:pPr>
            <a:r>
              <a:rPr b="0" i="0" lang="uk" sz="1600" u="none" cap="none" strike="noStrike">
                <a:solidFill>
                  <a:schemeClr val="lt1"/>
                </a:solidFill>
                <a:latin typeface="IBM Plex Sans"/>
                <a:ea typeface="IBM Plex Sans"/>
                <a:cs typeface="IBM Plex Sans"/>
                <a:sym typeface="IBM Plex Sans"/>
              </a:rPr>
              <a:t>r = 0 — зв’язку немає</a:t>
            </a:r>
            <a:endParaRPr b="1" i="0" sz="16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1200"/>
              </a:spcBef>
              <a:spcAft>
                <a:spcPts val="0"/>
              </a:spcAft>
              <a:buClr>
                <a:srgbClr val="000000"/>
              </a:buClr>
              <a:buSzPts val="1600"/>
              <a:buFont typeface="Arial"/>
              <a:buNone/>
            </a:pPr>
            <a:r>
              <a:t/>
            </a:r>
            <a:endParaRPr b="1" i="0" sz="16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chemeClr val="lt1"/>
              </a:solidFill>
              <a:latin typeface="IBM Plex Sans"/>
              <a:ea typeface="IBM Plex Sans"/>
              <a:cs typeface="IBM Plex Sans"/>
              <a:sym typeface="IBM Plex Sans"/>
            </a:endParaRPr>
          </a:p>
        </p:txBody>
      </p:sp>
      <p:sp>
        <p:nvSpPr>
          <p:cNvPr id="417" name="Google Shape;417;p21"/>
          <p:cNvSpPr txBox="1"/>
          <p:nvPr/>
        </p:nvSpPr>
        <p:spPr>
          <a:xfrm>
            <a:off x="5203031" y="1510162"/>
            <a:ext cx="4235100" cy="3123300"/>
          </a:xfrm>
          <a:prstGeom prst="rect">
            <a:avLst/>
          </a:prstGeom>
          <a:noFill/>
          <a:ln>
            <a:noFill/>
          </a:ln>
        </p:spPr>
        <p:txBody>
          <a:bodyPr anchorCtr="0" anchor="t" bIns="75600" lIns="75600" spcFirstLastPara="1" rIns="75600" wrap="square" tIns="75600">
            <a:spAutoFit/>
          </a:bodyPr>
          <a:lstStyle/>
          <a:p>
            <a:pPr indent="0" lvl="0" marL="0" marR="0" rtl="0" algn="l">
              <a:lnSpc>
                <a:spcPct val="115000"/>
              </a:lnSpc>
              <a:spcBef>
                <a:spcPts val="800"/>
              </a:spcBef>
              <a:spcAft>
                <a:spcPts val="0"/>
              </a:spcAft>
              <a:buClr>
                <a:srgbClr val="000000"/>
              </a:buClr>
              <a:buSzPts val="1500"/>
              <a:buFont typeface="Arial"/>
              <a:buNone/>
            </a:pPr>
            <a:r>
              <a:rPr b="1" i="0" lang="uk" sz="1500" u="none" cap="none" strike="noStrike">
                <a:solidFill>
                  <a:schemeClr val="lt1"/>
                </a:solidFill>
                <a:latin typeface="IBM Plex Sans"/>
                <a:ea typeface="IBM Plex Sans"/>
                <a:cs typeface="IBM Plex Sans"/>
                <a:sym typeface="IBM Plex Sans"/>
              </a:rPr>
              <a:t>Зв'язок між подіями. </a:t>
            </a:r>
            <a:endParaRPr b="1" i="0" sz="15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rPr b="0" i="0" lang="uk" sz="1500" u="none" cap="none" strike="noStrike">
                <a:solidFill>
                  <a:schemeClr val="lt1"/>
                </a:solidFill>
                <a:latin typeface="IBM Plex Sans"/>
                <a:ea typeface="IBM Plex Sans"/>
                <a:cs typeface="IBM Plex Sans"/>
                <a:sym typeface="IBM Plex Sans"/>
              </a:rPr>
              <a:t>Напр. активність ботів ↔ виборчі кампанії.</a:t>
            </a:r>
            <a:endParaRPr b="0" i="0" sz="15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rPr b="0" i="0" lang="uk" sz="1500" u="none" cap="none" strike="noStrike">
                <a:solidFill>
                  <a:schemeClr val="lt1"/>
                </a:solidFill>
                <a:latin typeface="IBM Plex Sans"/>
                <a:ea typeface="IBM Plex Sans"/>
                <a:cs typeface="IBM Plex Sans"/>
                <a:sym typeface="IBM Plex Sans"/>
              </a:rPr>
              <a:t> Виявлення залежностей між кількома типами активності (наприклад, кількість постів і кількість репостів).</a:t>
            </a:r>
            <a:endParaRPr b="0" i="0" sz="15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1" i="0" sz="15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1" i="0" sz="15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chemeClr val="lt1"/>
              </a:solidFill>
              <a:latin typeface="IBM Plex Sans"/>
              <a:ea typeface="IBM Plex Sans"/>
              <a:cs typeface="IBM Plex Sans"/>
              <a:sym typeface="IBM Plex Sans"/>
            </a:endParaRPr>
          </a:p>
        </p:txBody>
      </p:sp>
      <p:pic>
        <p:nvPicPr>
          <p:cNvPr id="418" name="Google Shape;418;p21" title="4af432c4-eed7-46a6-b704-25245996bc89.png"/>
          <p:cNvPicPr preferRelativeResize="0"/>
          <p:nvPr/>
        </p:nvPicPr>
        <p:blipFill rotWithShape="1">
          <a:blip r:embed="rId3">
            <a:alphaModFix/>
          </a:blip>
          <a:srcRect b="0" l="0" r="0" t="0"/>
          <a:stretch/>
        </p:blipFill>
        <p:spPr>
          <a:xfrm>
            <a:off x="3189824" y="3403200"/>
            <a:ext cx="1952125" cy="19521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422" name="Shape 422"/>
        <p:cNvGrpSpPr/>
        <p:nvPr/>
      </p:nvGrpSpPr>
      <p:grpSpPr>
        <a:xfrm>
          <a:off x="0" y="0"/>
          <a:ext cx="0" cy="0"/>
          <a:chOff x="0" y="0"/>
          <a:chExt cx="0" cy="0"/>
        </a:xfrm>
      </p:grpSpPr>
      <p:sp>
        <p:nvSpPr>
          <p:cNvPr id="423" name="Google Shape;423;p22"/>
          <p:cNvSpPr/>
          <p:nvPr/>
        </p:nvSpPr>
        <p:spPr>
          <a:xfrm>
            <a:off x="5040292" y="1263202"/>
            <a:ext cx="4723200" cy="3909600"/>
          </a:xfrm>
          <a:prstGeom prst="roundRect">
            <a:avLst>
              <a:gd fmla="val 8532" name="adj"/>
            </a:avLst>
          </a:prstGeom>
          <a:solidFill>
            <a:schemeClr val="lt1"/>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24" name="Google Shape;424;p22"/>
          <p:cNvSpPr/>
          <p:nvPr/>
        </p:nvSpPr>
        <p:spPr>
          <a:xfrm>
            <a:off x="317231" y="1263202"/>
            <a:ext cx="4723200" cy="3909600"/>
          </a:xfrm>
          <a:prstGeom prst="roundRect">
            <a:avLst>
              <a:gd fmla="val 9593" name="adj"/>
            </a:avLst>
          </a:prstGeom>
          <a:solidFill>
            <a:srgbClr val="076CFC"/>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25" name="Google Shape;425;p22"/>
          <p:cNvSpPr txBox="1"/>
          <p:nvPr/>
        </p:nvSpPr>
        <p:spPr>
          <a:xfrm>
            <a:off x="238097" y="123173"/>
            <a:ext cx="9450300" cy="7851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КОЕФІЦІЄНТ ПІРСОНА</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p:txBody>
      </p:sp>
      <p:sp>
        <p:nvSpPr>
          <p:cNvPr id="426" name="Google Shape;426;p22"/>
          <p:cNvSpPr txBox="1"/>
          <p:nvPr/>
        </p:nvSpPr>
        <p:spPr>
          <a:xfrm>
            <a:off x="561185" y="1531970"/>
            <a:ext cx="4235100" cy="2520000"/>
          </a:xfrm>
          <a:prstGeom prst="rect">
            <a:avLst/>
          </a:prstGeom>
          <a:noFill/>
          <a:ln>
            <a:noFill/>
          </a:ln>
        </p:spPr>
        <p:txBody>
          <a:bodyPr anchorCtr="0" anchor="t" bIns="75600" lIns="75600" spcFirstLastPara="1" rIns="75600" wrap="square" tIns="75600">
            <a:spAutoFit/>
          </a:bodyPr>
          <a:lstStyle/>
          <a:p>
            <a:pPr indent="0" lvl="0" marL="0" marR="0" rtl="0" algn="l">
              <a:lnSpc>
                <a:spcPct val="115000"/>
              </a:lnSpc>
              <a:spcBef>
                <a:spcPts val="0"/>
              </a:spcBef>
              <a:spcAft>
                <a:spcPts val="0"/>
              </a:spcAft>
              <a:buClr>
                <a:schemeClr val="dk1"/>
              </a:buClr>
              <a:buSzPts val="1100"/>
              <a:buFont typeface="Arial"/>
              <a:buNone/>
            </a:pPr>
            <a:r>
              <a:rPr b="0" i="0" lang="uk" sz="1600" u="none" cap="none" strike="noStrike">
                <a:solidFill>
                  <a:schemeClr val="lt1"/>
                </a:solidFill>
                <a:latin typeface="IBM Plex Sans"/>
                <a:ea typeface="IBM Plex Sans"/>
                <a:cs typeface="IBM Plex Sans"/>
                <a:sym typeface="IBM Plex Sans"/>
              </a:rPr>
              <a:t>Коефіцієнт Пірсона показує </a:t>
            </a:r>
            <a:r>
              <a:rPr b="1" i="0" lang="uk" sz="1600" u="none" cap="none" strike="noStrike">
                <a:solidFill>
                  <a:schemeClr val="lt1"/>
                </a:solidFill>
                <a:latin typeface="IBM Plex Sans"/>
                <a:ea typeface="IBM Plex Sans"/>
                <a:cs typeface="IBM Plex Sans"/>
                <a:sym typeface="IBM Plex Sans"/>
              </a:rPr>
              <a:t>силу та напрямок лінійного зв’язку</a:t>
            </a:r>
            <a:r>
              <a:rPr b="0" i="0" lang="uk" sz="1600" u="none" cap="none" strike="noStrike">
                <a:solidFill>
                  <a:schemeClr val="lt1"/>
                </a:solidFill>
                <a:latin typeface="IBM Plex Sans"/>
                <a:ea typeface="IBM Plex Sans"/>
                <a:cs typeface="IBM Plex Sans"/>
                <a:sym typeface="IBM Plex Sans"/>
              </a:rPr>
              <a:t> між двома числовими змінними.</a:t>
            </a:r>
            <a:br>
              <a:rPr b="0" i="0" lang="uk" sz="1600" u="none" cap="none" strike="noStrike">
                <a:solidFill>
                  <a:schemeClr val="lt1"/>
                </a:solidFill>
                <a:latin typeface="IBM Plex Sans"/>
                <a:ea typeface="IBM Plex Sans"/>
                <a:cs typeface="IBM Plex Sans"/>
                <a:sym typeface="IBM Plex Sans"/>
              </a:rPr>
            </a:br>
            <a:br>
              <a:rPr b="0" i="0" lang="uk" sz="1600" u="none" cap="none" strike="noStrike">
                <a:solidFill>
                  <a:schemeClr val="lt1"/>
                </a:solidFill>
                <a:latin typeface="IBM Plex Sans"/>
                <a:ea typeface="IBM Plex Sans"/>
                <a:cs typeface="IBM Plex Sans"/>
                <a:sym typeface="IBM Plex Sans"/>
              </a:rPr>
            </a:br>
            <a:r>
              <a:rPr b="0" i="0" lang="uk" sz="1600" u="none" cap="none" strike="noStrike">
                <a:solidFill>
                  <a:schemeClr val="lt1"/>
                </a:solidFill>
                <a:latin typeface="IBM Plex Sans"/>
                <a:ea typeface="IBM Plex Sans"/>
                <a:cs typeface="IBM Plex Sans"/>
                <a:sym typeface="IBM Plex Sans"/>
              </a:rPr>
              <a:t>Підходить, коли перевіряємо: якщо одна змінна зростає, чи інша зростає пропорційно?</a:t>
            </a:r>
            <a:endParaRPr b="0" i="0" sz="16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1200"/>
              </a:spcBef>
              <a:spcAft>
                <a:spcPts val="0"/>
              </a:spcAft>
              <a:buClr>
                <a:srgbClr val="000000"/>
              </a:buClr>
              <a:buSzPts val="1500"/>
              <a:buFont typeface="Arial"/>
              <a:buNone/>
            </a:pPr>
            <a:r>
              <a:t/>
            </a:r>
            <a:endParaRPr b="0" i="0" sz="1500" u="none" cap="none" strike="noStrike">
              <a:solidFill>
                <a:schemeClr val="dk1"/>
              </a:solidFill>
              <a:latin typeface="IBM Plex Sans"/>
              <a:ea typeface="IBM Plex Sans"/>
              <a:cs typeface="IBM Plex Sans"/>
              <a:sym typeface="IBM Plex Sans"/>
            </a:endParaRPr>
          </a:p>
        </p:txBody>
      </p:sp>
      <p:sp>
        <p:nvSpPr>
          <p:cNvPr id="427" name="Google Shape;427;p22"/>
          <p:cNvSpPr txBox="1"/>
          <p:nvPr/>
        </p:nvSpPr>
        <p:spPr>
          <a:xfrm>
            <a:off x="5203031" y="1510162"/>
            <a:ext cx="4235100" cy="2284500"/>
          </a:xfrm>
          <a:prstGeom prst="rect">
            <a:avLst/>
          </a:prstGeom>
          <a:noFill/>
          <a:ln>
            <a:noFill/>
          </a:ln>
        </p:spPr>
        <p:txBody>
          <a:bodyPr anchorCtr="0" anchor="t" bIns="75600" lIns="75600" spcFirstLastPara="1" rIns="75600" wrap="square" tIns="75600">
            <a:spAutoFit/>
          </a:bodyPr>
          <a:lstStyle/>
          <a:p>
            <a:pPr indent="0" lvl="0" marL="0" marR="0" rtl="0" algn="l">
              <a:lnSpc>
                <a:spcPct val="115000"/>
              </a:lnSpc>
              <a:spcBef>
                <a:spcPts val="800"/>
              </a:spcBef>
              <a:spcAft>
                <a:spcPts val="0"/>
              </a:spcAft>
              <a:buClr>
                <a:srgbClr val="000000"/>
              </a:buClr>
              <a:buSzPts val="1500"/>
              <a:buFont typeface="Arial"/>
              <a:buNone/>
            </a:pPr>
            <a:r>
              <a:rPr b="1" i="0" lang="uk" sz="1500" u="none" cap="none" strike="noStrike">
                <a:solidFill>
                  <a:schemeClr val="dk1"/>
                </a:solidFill>
                <a:latin typeface="IBM Plex Sans"/>
                <a:ea typeface="IBM Plex Sans"/>
                <a:cs typeface="IBM Plex Sans"/>
                <a:sym typeface="IBM Plex Sans"/>
              </a:rPr>
              <a:t>Коли застосовувати:</a:t>
            </a:r>
            <a:endParaRPr b="1" i="0" sz="1500" u="none" cap="none" strike="noStrike">
              <a:solidFill>
                <a:schemeClr val="dk1"/>
              </a:solidFill>
              <a:latin typeface="IBM Plex Sans"/>
              <a:ea typeface="IBM Plex Sans"/>
              <a:cs typeface="IBM Plex Sans"/>
              <a:sym typeface="IBM Plex Sans"/>
            </a:endParaRPr>
          </a:p>
          <a:p>
            <a:pPr indent="-323850" lvl="0" marL="457200" marR="0" rtl="0" algn="l">
              <a:lnSpc>
                <a:spcPct val="115000"/>
              </a:lnSpc>
              <a:spcBef>
                <a:spcPts val="800"/>
              </a:spcBef>
              <a:spcAft>
                <a:spcPts val="0"/>
              </a:spcAft>
              <a:buClr>
                <a:schemeClr val="dk1"/>
              </a:buClr>
              <a:buSzPts val="1500"/>
              <a:buFont typeface="IBM Plex Sans"/>
              <a:buChar char="●"/>
            </a:pPr>
            <a:r>
              <a:rPr b="0" i="0" lang="uk" sz="1500" u="none" cap="none" strike="noStrike">
                <a:solidFill>
                  <a:schemeClr val="dk1"/>
                </a:solidFill>
                <a:latin typeface="IBM Plex Sans"/>
                <a:ea typeface="IBM Plex Sans"/>
                <a:cs typeface="IBM Plex Sans"/>
                <a:sym typeface="IBM Plex Sans"/>
              </a:rPr>
              <a:t>Дані числові і мають приблизно нормальний розподіл</a:t>
            </a:r>
            <a:endParaRPr b="0" i="0" sz="1500" u="none" cap="none" strike="noStrike">
              <a:solidFill>
                <a:schemeClr val="dk1"/>
              </a:solidFill>
              <a:latin typeface="IBM Plex Sans"/>
              <a:ea typeface="IBM Plex Sans"/>
              <a:cs typeface="IBM Plex Sans"/>
              <a:sym typeface="IBM Plex Sans"/>
            </a:endParaRPr>
          </a:p>
          <a:p>
            <a:pPr indent="-323850" lvl="0" marL="457200" marR="0" rtl="0" algn="l">
              <a:lnSpc>
                <a:spcPct val="115000"/>
              </a:lnSpc>
              <a:spcBef>
                <a:spcPts val="0"/>
              </a:spcBef>
              <a:spcAft>
                <a:spcPts val="0"/>
              </a:spcAft>
              <a:buClr>
                <a:schemeClr val="dk1"/>
              </a:buClr>
              <a:buSzPts val="1500"/>
              <a:buFont typeface="IBM Plex Sans"/>
              <a:buChar char="●"/>
            </a:pPr>
            <a:r>
              <a:rPr b="0" i="0" lang="uk" sz="1500" u="none" cap="none" strike="noStrike">
                <a:solidFill>
                  <a:schemeClr val="dk1"/>
                </a:solidFill>
                <a:latin typeface="IBM Plex Sans"/>
                <a:ea typeface="IBM Plex Sans"/>
                <a:cs typeface="IBM Plex Sans"/>
                <a:sym typeface="IBM Plex Sans"/>
              </a:rPr>
              <a:t>Хочемо знайти саме лінійний зв'язок (пряма лінія на графіку)</a:t>
            </a:r>
            <a:endParaRPr b="0" i="0" sz="1500" u="none" cap="none" strike="noStrike">
              <a:solidFill>
                <a:schemeClr val="dk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1" i="0" sz="1500" u="none" cap="none" strike="noStrike">
              <a:solidFill>
                <a:schemeClr val="dk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chemeClr val="dk1"/>
              </a:solidFill>
              <a:latin typeface="IBM Plex Sans"/>
              <a:ea typeface="IBM Plex Sans"/>
              <a:cs typeface="IBM Plex Sans"/>
              <a:sym typeface="IBM Plex Sans"/>
            </a:endParaRPr>
          </a:p>
        </p:txBody>
      </p:sp>
      <p:pic>
        <p:nvPicPr>
          <p:cNvPr id="428" name="Google Shape;428;p22"/>
          <p:cNvPicPr preferRelativeResize="0"/>
          <p:nvPr/>
        </p:nvPicPr>
        <p:blipFill rotWithShape="1">
          <a:blip r:embed="rId3">
            <a:alphaModFix/>
          </a:blip>
          <a:srcRect b="0" l="0" r="0" t="0"/>
          <a:stretch/>
        </p:blipFill>
        <p:spPr>
          <a:xfrm>
            <a:off x="5681587" y="3049425"/>
            <a:ext cx="2841525" cy="19948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432" name="Shape 432"/>
        <p:cNvGrpSpPr/>
        <p:nvPr/>
      </p:nvGrpSpPr>
      <p:grpSpPr>
        <a:xfrm>
          <a:off x="0" y="0"/>
          <a:ext cx="0" cy="0"/>
          <a:chOff x="0" y="0"/>
          <a:chExt cx="0" cy="0"/>
        </a:xfrm>
      </p:grpSpPr>
      <p:sp>
        <p:nvSpPr>
          <p:cNvPr id="433" name="Google Shape;433;p23"/>
          <p:cNvSpPr/>
          <p:nvPr/>
        </p:nvSpPr>
        <p:spPr>
          <a:xfrm>
            <a:off x="5040425" y="1263200"/>
            <a:ext cx="4647900" cy="1943100"/>
          </a:xfrm>
          <a:prstGeom prst="roundRect">
            <a:avLst>
              <a:gd fmla="val 16667" name="adj"/>
            </a:avLst>
          </a:prstGeom>
          <a:solidFill>
            <a:srgbClr val="28282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4" name="Google Shape;434;p23"/>
          <p:cNvSpPr/>
          <p:nvPr/>
        </p:nvSpPr>
        <p:spPr>
          <a:xfrm>
            <a:off x="5040425" y="3206281"/>
            <a:ext cx="4647900" cy="1966500"/>
          </a:xfrm>
          <a:prstGeom prst="roundRect">
            <a:avLst>
              <a:gd fmla="val 16667" name="adj"/>
            </a:avLst>
          </a:prstGeom>
          <a:solidFill>
            <a:srgbClr val="28282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5" name="Google Shape;435;p23"/>
          <p:cNvSpPr/>
          <p:nvPr/>
        </p:nvSpPr>
        <p:spPr>
          <a:xfrm>
            <a:off x="317231" y="1263202"/>
            <a:ext cx="4723200" cy="3909600"/>
          </a:xfrm>
          <a:prstGeom prst="roundRect">
            <a:avLst>
              <a:gd fmla="val 9593" name="adj"/>
            </a:avLst>
          </a:prstGeom>
          <a:solidFill>
            <a:srgbClr val="076CFC"/>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36" name="Google Shape;436;p23"/>
          <p:cNvSpPr txBox="1"/>
          <p:nvPr/>
        </p:nvSpPr>
        <p:spPr>
          <a:xfrm>
            <a:off x="238097" y="123173"/>
            <a:ext cx="9450300" cy="7851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300" u="none" cap="none" strike="noStrike">
                <a:solidFill>
                  <a:schemeClr val="lt1"/>
                </a:solidFill>
                <a:latin typeface="IBM Plex Mono SemiBold"/>
                <a:ea typeface="IBM Plex Mono SemiBold"/>
                <a:cs typeface="IBM Plex Mono SemiBold"/>
                <a:sym typeface="IBM Plex Mono SemiBold"/>
              </a:rPr>
              <a:t>КОЕФІЦІЄНТ СПІРМ</a:t>
            </a:r>
            <a:r>
              <a:rPr b="0" i="0" lang="uk" sz="3300" u="none" cap="none" strike="noStrike">
                <a:solidFill>
                  <a:schemeClr val="lt1"/>
                </a:solidFill>
                <a:latin typeface="IBM Plex Mono SemiBold"/>
                <a:ea typeface="IBM Plex Mono SemiBold"/>
                <a:cs typeface="IBM Plex Mono SemiBold"/>
                <a:sym typeface="IBM Plex Mono SemiBold"/>
              </a:rPr>
              <a:t>ЕНА</a:t>
            </a:r>
            <a:endParaRPr b="0" i="0" sz="3300" u="none" cap="none" strike="noStrike">
              <a:solidFill>
                <a:schemeClr val="lt1"/>
              </a:solidFill>
              <a:latin typeface="IBM Plex Mono SemiBold"/>
              <a:ea typeface="IBM Plex Mono SemiBold"/>
              <a:cs typeface="IBM Plex Mono SemiBold"/>
              <a:sym typeface="IBM Plex Mono SemiBold"/>
            </a:endParaRPr>
          </a:p>
        </p:txBody>
      </p:sp>
      <p:sp>
        <p:nvSpPr>
          <p:cNvPr id="437" name="Google Shape;437;p23"/>
          <p:cNvSpPr txBox="1"/>
          <p:nvPr/>
        </p:nvSpPr>
        <p:spPr>
          <a:xfrm>
            <a:off x="561185" y="1531970"/>
            <a:ext cx="4235100" cy="1387200"/>
          </a:xfrm>
          <a:prstGeom prst="rect">
            <a:avLst/>
          </a:prstGeom>
          <a:noFill/>
          <a:ln>
            <a:noFill/>
          </a:ln>
        </p:spPr>
        <p:txBody>
          <a:bodyPr anchorCtr="0" anchor="t" bIns="75600" lIns="75600" spcFirstLastPara="1" rIns="75600" wrap="square" tIns="75600">
            <a:spAutoFit/>
          </a:bodyPr>
          <a:lstStyle/>
          <a:p>
            <a:pPr indent="0" lvl="0" marL="0" marR="0" rtl="0" algn="l">
              <a:lnSpc>
                <a:spcPct val="115000"/>
              </a:lnSpc>
              <a:spcBef>
                <a:spcPts val="0"/>
              </a:spcBef>
              <a:spcAft>
                <a:spcPts val="0"/>
              </a:spcAft>
              <a:buClr>
                <a:srgbClr val="000000"/>
              </a:buClr>
              <a:buSzPts val="1600"/>
              <a:buFont typeface="Arial"/>
              <a:buNone/>
            </a:pPr>
            <a:r>
              <a:rPr b="0" i="0" lang="uk" sz="1600" u="none" cap="none" strike="noStrike">
                <a:solidFill>
                  <a:schemeClr val="lt1"/>
                </a:solidFill>
                <a:latin typeface="IBM Plex Sans"/>
                <a:ea typeface="IBM Plex Sans"/>
                <a:cs typeface="IBM Plex Sans"/>
                <a:sym typeface="IBM Plex Sans"/>
              </a:rPr>
              <a:t>Коефіцієнт Спірмена вимірює силу та напрямок монотонного зв’язку — не обов'язково лінійного.</a:t>
            </a:r>
            <a:endParaRPr b="0" i="0" sz="16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1200"/>
              </a:spcBef>
              <a:spcAft>
                <a:spcPts val="0"/>
              </a:spcAft>
              <a:buClr>
                <a:srgbClr val="000000"/>
              </a:buClr>
              <a:buSzPts val="1500"/>
              <a:buFont typeface="Arial"/>
              <a:buNone/>
            </a:pPr>
            <a:r>
              <a:t/>
            </a:r>
            <a:endParaRPr b="0" i="0" sz="1500" u="none" cap="none" strike="noStrike">
              <a:solidFill>
                <a:schemeClr val="dk1"/>
              </a:solidFill>
              <a:latin typeface="IBM Plex Sans"/>
              <a:ea typeface="IBM Plex Sans"/>
              <a:cs typeface="IBM Plex Sans"/>
              <a:sym typeface="IBM Plex Sans"/>
            </a:endParaRPr>
          </a:p>
        </p:txBody>
      </p:sp>
      <p:sp>
        <p:nvSpPr>
          <p:cNvPr id="438" name="Google Shape;438;p23"/>
          <p:cNvSpPr txBox="1"/>
          <p:nvPr/>
        </p:nvSpPr>
        <p:spPr>
          <a:xfrm>
            <a:off x="5203031" y="1414975"/>
            <a:ext cx="4235100" cy="1548300"/>
          </a:xfrm>
          <a:prstGeom prst="rect">
            <a:avLst/>
          </a:prstGeom>
          <a:noFill/>
          <a:ln>
            <a:noFill/>
          </a:ln>
        </p:spPr>
        <p:txBody>
          <a:bodyPr anchorCtr="0" anchor="t" bIns="75600" lIns="75600" spcFirstLastPara="1" rIns="75600" wrap="square" tIns="75600">
            <a:spAutoFit/>
          </a:bodyPr>
          <a:lstStyle/>
          <a:p>
            <a:pPr indent="0" lvl="0" marL="0" marR="0" rtl="0" algn="l">
              <a:lnSpc>
                <a:spcPct val="115000"/>
              </a:lnSpc>
              <a:spcBef>
                <a:spcPts val="800"/>
              </a:spcBef>
              <a:spcAft>
                <a:spcPts val="0"/>
              </a:spcAft>
              <a:buClr>
                <a:srgbClr val="000000"/>
              </a:buClr>
              <a:buSzPts val="1500"/>
              <a:buFont typeface="Arial"/>
              <a:buNone/>
            </a:pPr>
            <a:r>
              <a:rPr b="1" i="0" lang="uk" sz="1500" u="none" cap="none" strike="noStrike">
                <a:solidFill>
                  <a:schemeClr val="lt1"/>
                </a:solidFill>
                <a:latin typeface="IBM Plex Sans"/>
                <a:ea typeface="IBM Plex Sans"/>
                <a:cs typeface="IBM Plex Sans"/>
                <a:sym typeface="IBM Plex Sans"/>
              </a:rPr>
              <a:t>Коли застосовувати:</a:t>
            </a:r>
            <a:endParaRPr b="1" i="0" sz="1500" u="none" cap="none" strike="noStrike">
              <a:solidFill>
                <a:schemeClr val="lt1"/>
              </a:solidFill>
              <a:latin typeface="IBM Plex Sans"/>
              <a:ea typeface="IBM Plex Sans"/>
              <a:cs typeface="IBM Plex Sans"/>
              <a:sym typeface="IBM Plex Sans"/>
            </a:endParaRPr>
          </a:p>
          <a:p>
            <a:pPr indent="-323850" lvl="0" marL="457200" marR="0" rtl="0" algn="l">
              <a:lnSpc>
                <a:spcPct val="115000"/>
              </a:lnSpc>
              <a:spcBef>
                <a:spcPts val="800"/>
              </a:spcBef>
              <a:spcAft>
                <a:spcPts val="0"/>
              </a:spcAft>
              <a:buClr>
                <a:schemeClr val="lt1"/>
              </a:buClr>
              <a:buSzPts val="1500"/>
              <a:buFont typeface="IBM Plex Sans"/>
              <a:buChar char="●"/>
            </a:pPr>
            <a:r>
              <a:rPr b="0" i="0" lang="uk" sz="1500" u="none" cap="none" strike="noStrike">
                <a:solidFill>
                  <a:schemeClr val="lt1"/>
                </a:solidFill>
                <a:latin typeface="IBM Plex Sans"/>
                <a:ea typeface="IBM Plex Sans"/>
                <a:cs typeface="IBM Plex Sans"/>
                <a:sym typeface="IBM Plex Sans"/>
              </a:rPr>
              <a:t>Дані порядкові або з викидами</a:t>
            </a:r>
            <a:endParaRPr b="0" i="0" sz="1500" u="none" cap="none" strike="noStrike">
              <a:solidFill>
                <a:schemeClr val="lt1"/>
              </a:solidFill>
              <a:latin typeface="IBM Plex Sans"/>
              <a:ea typeface="IBM Plex Sans"/>
              <a:cs typeface="IBM Plex Sans"/>
              <a:sym typeface="IBM Plex Sans"/>
            </a:endParaRPr>
          </a:p>
          <a:p>
            <a:pPr indent="-323850" lvl="0" marL="457200" marR="0" rtl="0" algn="l">
              <a:lnSpc>
                <a:spcPct val="115000"/>
              </a:lnSpc>
              <a:spcBef>
                <a:spcPts val="0"/>
              </a:spcBef>
              <a:spcAft>
                <a:spcPts val="0"/>
              </a:spcAft>
              <a:buClr>
                <a:schemeClr val="lt1"/>
              </a:buClr>
              <a:buSzPts val="1500"/>
              <a:buFont typeface="IBM Plex Sans"/>
              <a:buChar char="●"/>
            </a:pPr>
            <a:r>
              <a:rPr b="0" i="0" lang="uk" sz="1500" u="none" cap="none" strike="noStrike">
                <a:solidFill>
                  <a:schemeClr val="lt1"/>
                </a:solidFill>
                <a:latin typeface="IBM Plex Sans"/>
                <a:ea typeface="IBM Plex Sans"/>
                <a:cs typeface="IBM Plex Sans"/>
                <a:sym typeface="IBM Plex Sans"/>
              </a:rPr>
              <a:t>Відносини між змінними не обов’язково лінійні, але монотонні (зростають або зменшуються загалом)</a:t>
            </a:r>
            <a:endParaRPr b="0" i="0" sz="1500" u="none" cap="none" strike="noStrike">
              <a:solidFill>
                <a:schemeClr val="lt1"/>
              </a:solidFill>
              <a:latin typeface="IBM Plex Sans"/>
              <a:ea typeface="IBM Plex Sans"/>
              <a:cs typeface="IBM Plex Sans"/>
              <a:sym typeface="IBM Plex Sans"/>
            </a:endParaRPr>
          </a:p>
        </p:txBody>
      </p:sp>
      <p:pic>
        <p:nvPicPr>
          <p:cNvPr id="439" name="Google Shape;439;p23"/>
          <p:cNvPicPr preferRelativeResize="0"/>
          <p:nvPr/>
        </p:nvPicPr>
        <p:blipFill rotWithShape="1">
          <a:blip r:embed="rId3">
            <a:alphaModFix/>
          </a:blip>
          <a:srcRect b="0" l="0" r="0" t="0"/>
          <a:stretch/>
        </p:blipFill>
        <p:spPr>
          <a:xfrm>
            <a:off x="1574975" y="2110250"/>
            <a:ext cx="3994225" cy="3994225"/>
          </a:xfrm>
          <a:prstGeom prst="rect">
            <a:avLst/>
          </a:prstGeom>
          <a:noFill/>
          <a:ln>
            <a:noFill/>
          </a:ln>
        </p:spPr>
      </p:pic>
      <p:sp>
        <p:nvSpPr>
          <p:cNvPr id="440" name="Google Shape;440;p23"/>
          <p:cNvSpPr txBox="1"/>
          <p:nvPr/>
        </p:nvSpPr>
        <p:spPr>
          <a:xfrm>
            <a:off x="5274050" y="3355298"/>
            <a:ext cx="4310100" cy="1314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800"/>
              </a:spcBef>
              <a:spcAft>
                <a:spcPts val="0"/>
              </a:spcAft>
              <a:buNone/>
            </a:pPr>
            <a:r>
              <a:rPr b="1" lang="uk" sz="1500">
                <a:solidFill>
                  <a:schemeClr val="lt1"/>
                </a:solidFill>
                <a:latin typeface="IBM Plex Sans"/>
                <a:ea typeface="IBM Plex Sans"/>
                <a:cs typeface="IBM Plex Sans"/>
                <a:sym typeface="IBM Plex Sans"/>
              </a:rPr>
              <a:t>Як працює:</a:t>
            </a:r>
            <a:endParaRPr b="1" sz="1500">
              <a:solidFill>
                <a:schemeClr val="lt1"/>
              </a:solidFill>
              <a:latin typeface="IBM Plex Sans"/>
              <a:ea typeface="IBM Plex Sans"/>
              <a:cs typeface="IBM Plex Sans"/>
              <a:sym typeface="IBM Plex Sans"/>
            </a:endParaRPr>
          </a:p>
          <a:p>
            <a:pPr indent="-323850" lvl="0" marL="457200" rtl="0" algn="l">
              <a:lnSpc>
                <a:spcPct val="115000"/>
              </a:lnSpc>
              <a:spcBef>
                <a:spcPts val="800"/>
              </a:spcBef>
              <a:spcAft>
                <a:spcPts val="0"/>
              </a:spcAft>
              <a:buClr>
                <a:schemeClr val="lt1"/>
              </a:buClr>
              <a:buSzPts val="1500"/>
              <a:buFont typeface="IBM Plex Sans"/>
              <a:buChar char="●"/>
            </a:pPr>
            <a:r>
              <a:rPr lang="uk" sz="1500">
                <a:solidFill>
                  <a:schemeClr val="lt1"/>
                </a:solidFill>
                <a:latin typeface="IBM Plex Sans"/>
                <a:ea typeface="IBM Plex Sans"/>
                <a:cs typeface="IBM Plex Sans"/>
                <a:sym typeface="IBM Plex Sans"/>
              </a:rPr>
              <a:t>Перетворює дані в ранги                                           [11, 35, 20]→[1, 3, 2]</a:t>
            </a:r>
            <a:endParaRPr sz="1500">
              <a:solidFill>
                <a:schemeClr val="lt1"/>
              </a:solidFill>
              <a:latin typeface="IBM Plex Sans"/>
              <a:ea typeface="IBM Plex Sans"/>
              <a:cs typeface="IBM Plex Sans"/>
              <a:sym typeface="IBM Plex Sans"/>
            </a:endParaRPr>
          </a:p>
          <a:p>
            <a:pPr indent="-323850" lvl="0" marL="457200" rtl="0" algn="l">
              <a:lnSpc>
                <a:spcPct val="115000"/>
              </a:lnSpc>
              <a:spcBef>
                <a:spcPts val="0"/>
              </a:spcBef>
              <a:spcAft>
                <a:spcPts val="0"/>
              </a:spcAft>
              <a:buClr>
                <a:schemeClr val="lt1"/>
              </a:buClr>
              <a:buSzPts val="1500"/>
              <a:buFont typeface="IBM Plex Sans"/>
              <a:buChar char="●"/>
            </a:pPr>
            <a:r>
              <a:rPr lang="uk" sz="1500">
                <a:solidFill>
                  <a:schemeClr val="lt1"/>
                </a:solidFill>
                <a:latin typeface="IBM Plex Sans"/>
                <a:ea typeface="IBM Plex Sans"/>
                <a:cs typeface="IBM Plex Sans"/>
                <a:sym typeface="IBM Plex Sans"/>
              </a:rPr>
              <a:t>Потім рахує зв’язок між рангами</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444" name="Shape 444"/>
        <p:cNvGrpSpPr/>
        <p:nvPr/>
      </p:nvGrpSpPr>
      <p:grpSpPr>
        <a:xfrm>
          <a:off x="0" y="0"/>
          <a:ext cx="0" cy="0"/>
          <a:chOff x="0" y="0"/>
          <a:chExt cx="0" cy="0"/>
        </a:xfrm>
      </p:grpSpPr>
      <p:sp>
        <p:nvSpPr>
          <p:cNvPr id="445" name="Google Shape;445;p24"/>
          <p:cNvSpPr/>
          <p:nvPr/>
        </p:nvSpPr>
        <p:spPr>
          <a:xfrm>
            <a:off x="317175" y="908275"/>
            <a:ext cx="5297700" cy="1310700"/>
          </a:xfrm>
          <a:prstGeom prst="roundRect">
            <a:avLst>
              <a:gd fmla="val 19556" name="adj"/>
            </a:avLst>
          </a:prstGeom>
          <a:solidFill>
            <a:srgbClr val="28282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6" name="Google Shape;446;p24"/>
          <p:cNvSpPr/>
          <p:nvPr/>
        </p:nvSpPr>
        <p:spPr>
          <a:xfrm>
            <a:off x="5614875" y="908300"/>
            <a:ext cx="4148700" cy="4264500"/>
          </a:xfrm>
          <a:prstGeom prst="roundRect">
            <a:avLst>
              <a:gd fmla="val 8532" name="adj"/>
            </a:avLst>
          </a:prstGeom>
          <a:solidFill>
            <a:schemeClr val="lt1"/>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47" name="Google Shape;447;p24"/>
          <p:cNvSpPr/>
          <p:nvPr/>
        </p:nvSpPr>
        <p:spPr>
          <a:xfrm>
            <a:off x="317225" y="2218925"/>
            <a:ext cx="5297700" cy="2953800"/>
          </a:xfrm>
          <a:prstGeom prst="roundRect">
            <a:avLst>
              <a:gd fmla="val 9593" name="adj"/>
            </a:avLst>
          </a:prstGeom>
          <a:solidFill>
            <a:srgbClr val="282828"/>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48" name="Google Shape;448;p24"/>
          <p:cNvSpPr txBox="1"/>
          <p:nvPr/>
        </p:nvSpPr>
        <p:spPr>
          <a:xfrm>
            <a:off x="238097" y="123173"/>
            <a:ext cx="9450300" cy="7851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МІНІМАЛЬНИЙ НАБІР ДЛЯ СТАРТУ</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p:txBody>
      </p:sp>
      <p:sp>
        <p:nvSpPr>
          <p:cNvPr id="449" name="Google Shape;449;p24"/>
          <p:cNvSpPr txBox="1"/>
          <p:nvPr/>
        </p:nvSpPr>
        <p:spPr>
          <a:xfrm>
            <a:off x="500973" y="2338375"/>
            <a:ext cx="4930200" cy="2504700"/>
          </a:xfrm>
          <a:prstGeom prst="rect">
            <a:avLst/>
          </a:prstGeom>
          <a:noFill/>
          <a:ln>
            <a:noFill/>
          </a:ln>
        </p:spPr>
        <p:txBody>
          <a:bodyPr anchorCtr="0" anchor="t" bIns="75600" lIns="75600" spcFirstLastPara="1" rIns="75600" wrap="square" tIns="75600">
            <a:spAutoFit/>
          </a:bodyPr>
          <a:lstStyle/>
          <a:p>
            <a:pPr indent="0" lvl="0" marL="0" marR="0" rtl="0" algn="l">
              <a:lnSpc>
                <a:spcPct val="115000"/>
              </a:lnSpc>
              <a:spcBef>
                <a:spcPts val="1200"/>
              </a:spcBef>
              <a:spcAft>
                <a:spcPts val="0"/>
              </a:spcAft>
              <a:buClr>
                <a:srgbClr val="000000"/>
              </a:buClr>
              <a:buSzPts val="1400"/>
              <a:buFont typeface="Arial"/>
              <a:buNone/>
            </a:pPr>
            <a:r>
              <a:rPr b="1" i="0" lang="uk" sz="1400" u="none" cap="none" strike="noStrike">
                <a:solidFill>
                  <a:srgbClr val="076CFC"/>
                </a:solidFill>
                <a:latin typeface="IBM Plex Sans"/>
                <a:ea typeface="IBM Plex Sans"/>
                <a:cs typeface="IBM Plex Sans"/>
                <a:sym typeface="IBM Plex Sans"/>
              </a:rPr>
              <a:t>Важливо пам’ятати:</a:t>
            </a:r>
            <a:endParaRPr b="1" i="0" sz="1400" u="none" cap="none" strike="noStrike">
              <a:solidFill>
                <a:srgbClr val="076CFC"/>
              </a:solidFill>
              <a:latin typeface="IBM Plex Sans"/>
              <a:ea typeface="IBM Plex Sans"/>
              <a:cs typeface="IBM Plex Sans"/>
              <a:sym typeface="IBM Plex Sans"/>
            </a:endParaRPr>
          </a:p>
          <a:p>
            <a:pPr indent="-317500" lvl="0" marL="457200" marR="0" rtl="0" algn="l">
              <a:lnSpc>
                <a:spcPct val="115000"/>
              </a:lnSpc>
              <a:spcBef>
                <a:spcPts val="1200"/>
              </a:spcBef>
              <a:spcAft>
                <a:spcPts val="0"/>
              </a:spcAft>
              <a:buClr>
                <a:schemeClr val="lt1"/>
              </a:buClr>
              <a:buSzPts val="1400"/>
              <a:buFont typeface="IBM Plex Sans"/>
              <a:buChar char="●"/>
            </a:pPr>
            <a:r>
              <a:rPr b="0" i="0" lang="uk" sz="1400" u="none" cap="none" strike="noStrike">
                <a:solidFill>
                  <a:schemeClr val="lt1"/>
                </a:solidFill>
                <a:latin typeface="IBM Plex Sans"/>
                <a:ea typeface="IBM Plex Sans"/>
                <a:cs typeface="IBM Plex Sans"/>
                <a:sym typeface="IBM Plex Sans"/>
              </a:rPr>
              <a:t>Кореляція ≠ причинність</a:t>
            </a:r>
            <a:endParaRPr b="0" i="0" sz="1400" u="none" cap="none" strike="noStrike">
              <a:solidFill>
                <a:schemeClr val="lt1"/>
              </a:solidFill>
              <a:latin typeface="IBM Plex Sans"/>
              <a:ea typeface="IBM Plex Sans"/>
              <a:cs typeface="IBM Plex Sans"/>
              <a:sym typeface="IBM Plex Sans"/>
            </a:endParaRPr>
          </a:p>
          <a:p>
            <a:pPr indent="-317500" lvl="0" marL="457200" marR="0" rtl="0" algn="l">
              <a:lnSpc>
                <a:spcPct val="115000"/>
              </a:lnSpc>
              <a:spcBef>
                <a:spcPts val="0"/>
              </a:spcBef>
              <a:spcAft>
                <a:spcPts val="0"/>
              </a:spcAft>
              <a:buClr>
                <a:schemeClr val="lt1"/>
              </a:buClr>
              <a:buSzPts val="1400"/>
              <a:buFont typeface="IBM Plex Sans"/>
              <a:buChar char="●"/>
            </a:pPr>
            <a:r>
              <a:rPr b="0" i="0" lang="uk" sz="1400" u="none" cap="none" strike="noStrike">
                <a:solidFill>
                  <a:schemeClr val="lt1"/>
                </a:solidFill>
                <a:latin typeface="IBM Plex Sans"/>
                <a:ea typeface="IBM Plex Sans"/>
                <a:cs typeface="IBM Plex Sans"/>
                <a:sym typeface="IBM Plex Sans"/>
              </a:rPr>
              <a:t>Якщо два показники пов’язані — це ще не значить, що один викликає інший.</a:t>
            </a:r>
            <a:endParaRPr b="0" i="0" sz="1400" u="none" cap="none" strike="noStrike">
              <a:solidFill>
                <a:schemeClr val="lt1"/>
              </a:solidFill>
              <a:latin typeface="IBM Plex Sans"/>
              <a:ea typeface="IBM Plex Sans"/>
              <a:cs typeface="IBM Plex Sans"/>
              <a:sym typeface="IBM Plex Sans"/>
            </a:endParaRPr>
          </a:p>
          <a:p>
            <a:pPr indent="-317500" lvl="0" marL="457200" marR="0" rtl="0" algn="l">
              <a:lnSpc>
                <a:spcPct val="115000"/>
              </a:lnSpc>
              <a:spcBef>
                <a:spcPts val="0"/>
              </a:spcBef>
              <a:spcAft>
                <a:spcPts val="0"/>
              </a:spcAft>
              <a:buClr>
                <a:schemeClr val="lt1"/>
              </a:buClr>
              <a:buSzPts val="1400"/>
              <a:buFont typeface="IBM Plex Sans"/>
              <a:buChar char="●"/>
            </a:pPr>
            <a:r>
              <a:rPr b="0" i="0" lang="uk" sz="1400" u="none" cap="none" strike="noStrike">
                <a:solidFill>
                  <a:schemeClr val="lt1"/>
                </a:solidFill>
                <a:latin typeface="IBM Plex Sans"/>
                <a:ea typeface="IBM Plex Sans"/>
                <a:cs typeface="IBM Plex Sans"/>
                <a:sym typeface="IBM Plex Sans"/>
              </a:rPr>
              <a:t>Дані мають бути чистими</a:t>
            </a:r>
            <a:endParaRPr b="0" i="0" sz="1400" u="none" cap="none" strike="noStrike">
              <a:solidFill>
                <a:schemeClr val="lt1"/>
              </a:solidFill>
              <a:latin typeface="IBM Plex Sans"/>
              <a:ea typeface="IBM Plex Sans"/>
              <a:cs typeface="IBM Plex Sans"/>
              <a:sym typeface="IBM Plex Sans"/>
            </a:endParaRPr>
          </a:p>
          <a:p>
            <a:pPr indent="-317500" lvl="0" marL="457200" marR="0" rtl="0" algn="l">
              <a:lnSpc>
                <a:spcPct val="115000"/>
              </a:lnSpc>
              <a:spcBef>
                <a:spcPts val="0"/>
              </a:spcBef>
              <a:spcAft>
                <a:spcPts val="0"/>
              </a:spcAft>
              <a:buClr>
                <a:schemeClr val="lt1"/>
              </a:buClr>
              <a:buSzPts val="1400"/>
              <a:buFont typeface="IBM Plex Sans"/>
              <a:buChar char="●"/>
            </a:pPr>
            <a:r>
              <a:rPr b="0" i="0" lang="uk" sz="1400" u="none" cap="none" strike="noStrike">
                <a:solidFill>
                  <a:schemeClr val="lt1"/>
                </a:solidFill>
                <a:latin typeface="IBM Plex Sans"/>
                <a:ea typeface="IBM Plex Sans"/>
                <a:cs typeface="IBM Plex Sans"/>
                <a:sym typeface="IBM Plex Sans"/>
              </a:rPr>
              <a:t>Шумні чи неповні дані можуть спотворити зв’язок.</a:t>
            </a:r>
            <a:endParaRPr b="0" i="0" sz="1400" u="none" cap="none" strike="noStrike">
              <a:solidFill>
                <a:schemeClr val="lt1"/>
              </a:solidFill>
              <a:latin typeface="IBM Plex Sans"/>
              <a:ea typeface="IBM Plex Sans"/>
              <a:cs typeface="IBM Plex Sans"/>
              <a:sym typeface="IBM Plex Sans"/>
            </a:endParaRPr>
          </a:p>
          <a:p>
            <a:pPr indent="-317500" lvl="0" marL="457200" marR="0" rtl="0" algn="l">
              <a:lnSpc>
                <a:spcPct val="115000"/>
              </a:lnSpc>
              <a:spcBef>
                <a:spcPts val="0"/>
              </a:spcBef>
              <a:spcAft>
                <a:spcPts val="0"/>
              </a:spcAft>
              <a:buClr>
                <a:schemeClr val="lt1"/>
              </a:buClr>
              <a:buSzPts val="1400"/>
              <a:buFont typeface="IBM Plex Sans"/>
              <a:buChar char="●"/>
            </a:pPr>
            <a:r>
              <a:rPr b="0" i="0" lang="uk" sz="1400" u="none" cap="none" strike="noStrike">
                <a:solidFill>
                  <a:schemeClr val="lt1"/>
                </a:solidFill>
                <a:latin typeface="IBM Plex Sans"/>
                <a:ea typeface="IBM Plex Sans"/>
                <a:cs typeface="IBM Plex Sans"/>
                <a:sym typeface="IBM Plex Sans"/>
              </a:rPr>
              <a:t>Краще використовувати графіки</a:t>
            </a:r>
            <a:endParaRPr b="0" i="0" sz="1400" u="none" cap="none" strike="noStrike">
              <a:solidFill>
                <a:schemeClr val="lt1"/>
              </a:solidFill>
              <a:latin typeface="IBM Plex Sans"/>
              <a:ea typeface="IBM Plex Sans"/>
              <a:cs typeface="IBM Plex Sans"/>
              <a:sym typeface="IBM Plex Sans"/>
            </a:endParaRPr>
          </a:p>
          <a:p>
            <a:pPr indent="-317500" lvl="0" marL="457200" marR="0" rtl="0" algn="l">
              <a:lnSpc>
                <a:spcPct val="115000"/>
              </a:lnSpc>
              <a:spcBef>
                <a:spcPts val="0"/>
              </a:spcBef>
              <a:spcAft>
                <a:spcPts val="0"/>
              </a:spcAft>
              <a:buClr>
                <a:schemeClr val="lt1"/>
              </a:buClr>
              <a:buSzPts val="1400"/>
              <a:buFont typeface="IBM Plex Sans"/>
              <a:buChar char="●"/>
            </a:pPr>
            <a:r>
              <a:rPr b="0" i="0" lang="uk" sz="1400" u="none" cap="none" strike="noStrike">
                <a:solidFill>
                  <a:schemeClr val="lt1"/>
                </a:solidFill>
                <a:latin typeface="IBM Plex Sans"/>
                <a:ea typeface="IBM Plex Sans"/>
                <a:cs typeface="IBM Plex Sans"/>
                <a:sym typeface="IBM Plex Sans"/>
              </a:rPr>
              <a:t>Графіки допомагають візуально побачити кореляцію.</a:t>
            </a:r>
            <a:endParaRPr b="0" i="0" sz="1500" u="none" cap="none" strike="noStrike">
              <a:solidFill>
                <a:schemeClr val="lt1"/>
              </a:solidFill>
              <a:latin typeface="IBM Plex Sans"/>
              <a:ea typeface="IBM Plex Sans"/>
              <a:cs typeface="IBM Plex Sans"/>
              <a:sym typeface="IBM Plex Sans"/>
            </a:endParaRPr>
          </a:p>
        </p:txBody>
      </p:sp>
      <p:pic>
        <p:nvPicPr>
          <p:cNvPr id="450" name="Google Shape;450;p24"/>
          <p:cNvPicPr preferRelativeResize="0"/>
          <p:nvPr/>
        </p:nvPicPr>
        <p:blipFill rotWithShape="1">
          <a:blip r:embed="rId3">
            <a:alphaModFix/>
          </a:blip>
          <a:srcRect b="0" l="0" r="0" t="0"/>
          <a:stretch/>
        </p:blipFill>
        <p:spPr>
          <a:xfrm>
            <a:off x="5752400" y="1105825"/>
            <a:ext cx="3791975" cy="3801200"/>
          </a:xfrm>
          <a:prstGeom prst="rect">
            <a:avLst/>
          </a:prstGeom>
          <a:noFill/>
          <a:ln>
            <a:noFill/>
          </a:ln>
        </p:spPr>
      </p:pic>
      <p:sp>
        <p:nvSpPr>
          <p:cNvPr id="451" name="Google Shape;451;p24"/>
          <p:cNvSpPr txBox="1"/>
          <p:nvPr/>
        </p:nvSpPr>
        <p:spPr>
          <a:xfrm>
            <a:off x="415875" y="1115700"/>
            <a:ext cx="5431200" cy="8958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200"/>
              </a:spcBef>
              <a:spcAft>
                <a:spcPts val="0"/>
              </a:spcAft>
              <a:buClr>
                <a:schemeClr val="lt1"/>
              </a:buClr>
              <a:buSzPts val="1400"/>
              <a:buFont typeface="IBM Plex Sans"/>
              <a:buChar char="●"/>
            </a:pPr>
            <a:r>
              <a:rPr lang="uk">
                <a:solidFill>
                  <a:schemeClr val="lt1"/>
                </a:solidFill>
                <a:latin typeface="IBM Plex Sans"/>
                <a:ea typeface="IBM Plex Sans"/>
                <a:cs typeface="IBM Plex Sans"/>
                <a:sym typeface="IBM Plex Sans"/>
              </a:rPr>
              <a:t>Інструмент: Excel, Google Sheets, Python (pandas), R</a:t>
            </a:r>
            <a:endParaRPr>
              <a:solidFill>
                <a:schemeClr val="lt1"/>
              </a:solidFill>
              <a:latin typeface="IBM Plex Sans"/>
              <a:ea typeface="IBM Plex Sans"/>
              <a:cs typeface="IBM Plex Sans"/>
              <a:sym typeface="IBM Plex Sans"/>
            </a:endParaRPr>
          </a:p>
          <a:p>
            <a:pPr indent="-317500" lvl="0" marL="457200" rtl="0" algn="l">
              <a:lnSpc>
                <a:spcPct val="115000"/>
              </a:lnSpc>
              <a:spcBef>
                <a:spcPts val="0"/>
              </a:spcBef>
              <a:spcAft>
                <a:spcPts val="0"/>
              </a:spcAft>
              <a:buClr>
                <a:schemeClr val="lt1"/>
              </a:buClr>
              <a:buSzPts val="1400"/>
              <a:buFont typeface="IBM Plex Sans"/>
              <a:buChar char="●"/>
            </a:pPr>
            <a:r>
              <a:rPr lang="uk">
                <a:solidFill>
                  <a:schemeClr val="lt1"/>
                </a:solidFill>
                <a:latin typeface="IBM Plex Sans"/>
                <a:ea typeface="IBM Plex Sans"/>
                <a:cs typeface="IBM Plex Sans"/>
                <a:sym typeface="IBM Plex Sans"/>
              </a:rPr>
              <a:t>Функція: CORREL() (в Excel) або .corr() (у pandas)</a:t>
            </a:r>
            <a:endParaRPr>
              <a:solidFill>
                <a:schemeClr val="lt1"/>
              </a:solidFill>
              <a:latin typeface="IBM Plex Sans"/>
              <a:ea typeface="IBM Plex Sans"/>
              <a:cs typeface="IBM Plex Sans"/>
              <a:sym typeface="IBM Plex Sans"/>
            </a:endParaRPr>
          </a:p>
          <a:p>
            <a:pPr indent="-317500" lvl="0" marL="457200" rtl="0" algn="l">
              <a:lnSpc>
                <a:spcPct val="115000"/>
              </a:lnSpc>
              <a:spcBef>
                <a:spcPts val="0"/>
              </a:spcBef>
              <a:spcAft>
                <a:spcPts val="0"/>
              </a:spcAft>
              <a:buClr>
                <a:schemeClr val="lt1"/>
              </a:buClr>
              <a:buSzPts val="1400"/>
              <a:buFont typeface="IBM Plex Sans"/>
              <a:buChar char="●"/>
            </a:pPr>
            <a:r>
              <a:rPr lang="uk">
                <a:solidFill>
                  <a:schemeClr val="lt1"/>
                </a:solidFill>
                <a:latin typeface="IBM Plex Sans"/>
                <a:ea typeface="IBM Plex Sans"/>
                <a:cs typeface="IBM Plex Sans"/>
                <a:sym typeface="IBM Plex Sans"/>
              </a:rPr>
              <a:t>Візуалізація: діаграма розсіювання (scatter plot) </a:t>
            </a:r>
            <a:endParaRPr>
              <a:solidFill>
                <a:schemeClr val="lt1"/>
              </a:solidFill>
              <a:latin typeface="IBM Plex Sans"/>
              <a:ea typeface="IBM Plex Sans"/>
              <a:cs typeface="IBM Plex Sans"/>
              <a:sym typeface="IBM Plex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455" name="Shape 455"/>
        <p:cNvGrpSpPr/>
        <p:nvPr/>
      </p:nvGrpSpPr>
      <p:grpSpPr>
        <a:xfrm>
          <a:off x="0" y="0"/>
          <a:ext cx="0" cy="0"/>
          <a:chOff x="0" y="0"/>
          <a:chExt cx="0" cy="0"/>
        </a:xfrm>
      </p:grpSpPr>
      <p:sp>
        <p:nvSpPr>
          <p:cNvPr id="456" name="Google Shape;456;p25"/>
          <p:cNvSpPr/>
          <p:nvPr/>
        </p:nvSpPr>
        <p:spPr>
          <a:xfrm>
            <a:off x="739750" y="2732000"/>
            <a:ext cx="8592600" cy="2150100"/>
          </a:xfrm>
          <a:prstGeom prst="roundRect">
            <a:avLst>
              <a:gd fmla="val 19055" name="adj"/>
            </a:avLst>
          </a:prstGeom>
          <a:solidFill>
            <a:srgbClr val="076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solidFill>
                <a:srgbClr val="FFFFFF"/>
              </a:solidFill>
              <a:latin typeface="IBM Plex Sans"/>
              <a:ea typeface="IBM Plex Sans"/>
              <a:cs typeface="IBM Plex Sans"/>
              <a:sym typeface="IBM Plex Sans"/>
            </a:endParaRPr>
          </a:p>
        </p:txBody>
      </p:sp>
      <p:pic>
        <p:nvPicPr>
          <p:cNvPr id="457" name="Google Shape;457;p25"/>
          <p:cNvPicPr preferRelativeResize="0"/>
          <p:nvPr/>
        </p:nvPicPr>
        <p:blipFill rotWithShape="1">
          <a:blip r:embed="rId3">
            <a:alphaModFix/>
          </a:blip>
          <a:srcRect b="0" l="0" r="0" t="0"/>
          <a:stretch/>
        </p:blipFill>
        <p:spPr>
          <a:xfrm>
            <a:off x="6743475" y="346025"/>
            <a:ext cx="3252924" cy="3567300"/>
          </a:xfrm>
          <a:prstGeom prst="rect">
            <a:avLst/>
          </a:prstGeom>
          <a:noFill/>
          <a:ln>
            <a:noFill/>
          </a:ln>
        </p:spPr>
      </p:pic>
      <p:sp>
        <p:nvSpPr>
          <p:cNvPr id="458" name="Google Shape;458;p25"/>
          <p:cNvSpPr txBox="1"/>
          <p:nvPr/>
        </p:nvSpPr>
        <p:spPr>
          <a:xfrm>
            <a:off x="658748" y="856575"/>
            <a:ext cx="8673600" cy="1137000"/>
          </a:xfrm>
          <a:prstGeom prst="rect">
            <a:avLst/>
          </a:prstGeom>
          <a:noFill/>
          <a:ln>
            <a:noFill/>
          </a:ln>
        </p:spPr>
        <p:txBody>
          <a:bodyPr anchorCtr="0" anchor="ctr" bIns="100800" lIns="100800" spcFirstLastPara="1" rIns="100800" wrap="square" tIns="100800">
            <a:noAutofit/>
          </a:bodyPr>
          <a:lstStyle/>
          <a:p>
            <a:pPr indent="0" lvl="0" marL="0" marR="0" rtl="0" algn="l">
              <a:lnSpc>
                <a:spcPct val="100000"/>
              </a:lnSpc>
              <a:spcBef>
                <a:spcPts val="0"/>
              </a:spcBef>
              <a:spcAft>
                <a:spcPts val="0"/>
              </a:spcAft>
              <a:buClr>
                <a:srgbClr val="000000"/>
              </a:buClr>
              <a:buSzPts val="6600"/>
              <a:buFont typeface="Arial"/>
              <a:buNone/>
            </a:pPr>
            <a:r>
              <a:rPr b="1" i="0" lang="uk" sz="6600" u="none" cap="none" strike="noStrike">
                <a:solidFill>
                  <a:srgbClr val="E5E8EC"/>
                </a:solidFill>
                <a:latin typeface="IBM Plex Mono"/>
                <a:ea typeface="IBM Plex Mono"/>
                <a:cs typeface="IBM Plex Mono"/>
                <a:sym typeface="IBM Plex Mono"/>
              </a:rPr>
              <a:t>РЕГРЕСІЙНИЙ АНАЛІЗ</a:t>
            </a:r>
            <a:endParaRPr b="1" i="0" sz="6600" u="none" cap="none" strike="noStrike">
              <a:solidFill>
                <a:srgbClr val="E5E8EC"/>
              </a:solidFill>
              <a:latin typeface="IBM Plex Mono"/>
              <a:ea typeface="IBM Plex Mono"/>
              <a:cs typeface="IBM Plex Mono"/>
              <a:sym typeface="IBM Plex Mono"/>
            </a:endParaRPr>
          </a:p>
        </p:txBody>
      </p:sp>
      <p:sp>
        <p:nvSpPr>
          <p:cNvPr id="459" name="Google Shape;459;p25"/>
          <p:cNvSpPr txBox="1"/>
          <p:nvPr/>
        </p:nvSpPr>
        <p:spPr>
          <a:xfrm>
            <a:off x="998058" y="3151090"/>
            <a:ext cx="7296900" cy="1311900"/>
          </a:xfrm>
          <a:prstGeom prst="rect">
            <a:avLst/>
          </a:prstGeom>
          <a:noFill/>
          <a:ln>
            <a:noFill/>
          </a:ln>
        </p:spPr>
        <p:txBody>
          <a:bodyPr anchorCtr="0" anchor="t" bIns="100800" lIns="100800" spcFirstLastPara="1" rIns="100800" wrap="square" tIns="100800">
            <a:spAutoFit/>
          </a:bodyPr>
          <a:lstStyle/>
          <a:p>
            <a:pPr indent="0" lvl="0" marL="0" marR="0" rtl="0" algn="l">
              <a:lnSpc>
                <a:spcPct val="100000"/>
              </a:lnSpc>
              <a:spcBef>
                <a:spcPts val="0"/>
              </a:spcBef>
              <a:spcAft>
                <a:spcPts val="0"/>
              </a:spcAft>
              <a:buClr>
                <a:srgbClr val="000000"/>
              </a:buClr>
              <a:buSzPts val="2400"/>
              <a:buFont typeface="Arial"/>
              <a:buNone/>
            </a:pPr>
            <a:r>
              <a:rPr b="0" i="0" lang="uk" sz="2400" u="none" cap="none" strike="noStrike">
                <a:solidFill>
                  <a:srgbClr val="E5E8EC"/>
                </a:solidFill>
                <a:latin typeface="IBM Plex Mono"/>
                <a:ea typeface="IBM Plex Mono"/>
                <a:cs typeface="IBM Plex Mono"/>
                <a:sym typeface="IBM Plex Mono"/>
              </a:rPr>
              <a:t>Це метод, який дозволяє вивчити залежність між змінними і передбачати одне значення на основі інших.</a:t>
            </a:r>
            <a:endParaRPr b="0" i="0" sz="2400" u="none" cap="none" strike="noStrike">
              <a:solidFill>
                <a:srgbClr val="E5E8EC"/>
              </a:solidFill>
              <a:latin typeface="IBM Plex Mono"/>
              <a:ea typeface="IBM Plex Mono"/>
              <a:cs typeface="IBM Plex Mono"/>
              <a:sym typeface="IBM Plex Mon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463" name="Shape 463"/>
        <p:cNvGrpSpPr/>
        <p:nvPr/>
      </p:nvGrpSpPr>
      <p:grpSpPr>
        <a:xfrm>
          <a:off x="0" y="0"/>
          <a:ext cx="0" cy="0"/>
          <a:chOff x="0" y="0"/>
          <a:chExt cx="0" cy="0"/>
        </a:xfrm>
      </p:grpSpPr>
      <p:sp>
        <p:nvSpPr>
          <p:cNvPr id="464" name="Google Shape;464;p26"/>
          <p:cNvSpPr/>
          <p:nvPr/>
        </p:nvSpPr>
        <p:spPr>
          <a:xfrm>
            <a:off x="5040292" y="1263202"/>
            <a:ext cx="4723200" cy="3909600"/>
          </a:xfrm>
          <a:prstGeom prst="roundRect">
            <a:avLst>
              <a:gd fmla="val 8532" name="adj"/>
            </a:avLst>
          </a:prstGeom>
          <a:solidFill>
            <a:schemeClr val="lt1"/>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65" name="Google Shape;465;p26"/>
          <p:cNvSpPr/>
          <p:nvPr/>
        </p:nvSpPr>
        <p:spPr>
          <a:xfrm>
            <a:off x="317225" y="1263200"/>
            <a:ext cx="4723200" cy="1653300"/>
          </a:xfrm>
          <a:prstGeom prst="roundRect">
            <a:avLst>
              <a:gd fmla="val 25334" name="adj"/>
            </a:avLst>
          </a:prstGeom>
          <a:solidFill>
            <a:schemeClr val="lt1"/>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66" name="Google Shape;466;p26"/>
          <p:cNvSpPr txBox="1"/>
          <p:nvPr/>
        </p:nvSpPr>
        <p:spPr>
          <a:xfrm>
            <a:off x="238097" y="123173"/>
            <a:ext cx="9450300" cy="7851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РЕГРЕСІЙНИЙ АНАЛІЗ. ЛІНІЙНА РЕГРЕСІЯ</a:t>
            </a:r>
            <a:endParaRPr b="0" i="0" sz="3300" u="none" cap="none" strike="noStrike">
              <a:solidFill>
                <a:srgbClr val="E5E8EC"/>
              </a:solidFill>
              <a:latin typeface="IBM Plex Mono SemiBold"/>
              <a:ea typeface="IBM Plex Mono SemiBold"/>
              <a:cs typeface="IBM Plex Mono SemiBold"/>
              <a:sym typeface="IBM Plex Mono SemiBold"/>
            </a:endParaRPr>
          </a:p>
        </p:txBody>
      </p:sp>
      <p:sp>
        <p:nvSpPr>
          <p:cNvPr id="467" name="Google Shape;467;p26"/>
          <p:cNvSpPr txBox="1"/>
          <p:nvPr/>
        </p:nvSpPr>
        <p:spPr>
          <a:xfrm>
            <a:off x="561185" y="1531970"/>
            <a:ext cx="4235100" cy="1574700"/>
          </a:xfrm>
          <a:prstGeom prst="rect">
            <a:avLst/>
          </a:prstGeom>
          <a:noFill/>
          <a:ln>
            <a:noFill/>
          </a:ln>
        </p:spPr>
        <p:txBody>
          <a:bodyPr anchorCtr="0" anchor="t" bIns="75600" lIns="75600" spcFirstLastPara="1" rIns="75600" wrap="square" tIns="75600">
            <a:spAutoFit/>
          </a:bodyPr>
          <a:lstStyle/>
          <a:p>
            <a:pPr indent="0" lvl="0" marL="0" marR="0" rtl="0" algn="l">
              <a:lnSpc>
                <a:spcPct val="115000"/>
              </a:lnSpc>
              <a:spcBef>
                <a:spcPts val="1200"/>
              </a:spcBef>
              <a:spcAft>
                <a:spcPts val="0"/>
              </a:spcAft>
              <a:buClr>
                <a:srgbClr val="000000"/>
              </a:buClr>
              <a:buSzPts val="1600"/>
              <a:buFont typeface="Arial"/>
              <a:buNone/>
            </a:pPr>
            <a:r>
              <a:rPr b="0" i="0" lang="uk" sz="1600" u="none" cap="none" strike="noStrike">
                <a:solidFill>
                  <a:schemeClr val="dk1"/>
                </a:solidFill>
                <a:latin typeface="IBM Plex Sans"/>
                <a:ea typeface="IBM Plex Sans"/>
                <a:cs typeface="IBM Plex Sans"/>
                <a:sym typeface="IBM Plex Sans"/>
              </a:rPr>
              <a:t>Лінійна регресія - для базових прогнозів.</a:t>
            </a:r>
            <a:endParaRPr b="1" i="0" sz="1600" u="none" cap="none" strike="noStrike">
              <a:solidFill>
                <a:schemeClr val="dk1"/>
              </a:solidFill>
              <a:latin typeface="IBM Plex Sans"/>
              <a:ea typeface="IBM Plex Sans"/>
              <a:cs typeface="IBM Plex Sans"/>
              <a:sym typeface="IBM Plex Sans"/>
            </a:endParaRPr>
          </a:p>
          <a:p>
            <a:pPr indent="0" lvl="0" marL="0" marR="0" rtl="0" algn="l">
              <a:lnSpc>
                <a:spcPct val="115000"/>
              </a:lnSpc>
              <a:spcBef>
                <a:spcPts val="1200"/>
              </a:spcBef>
              <a:spcAft>
                <a:spcPts val="0"/>
              </a:spcAft>
              <a:buClr>
                <a:srgbClr val="000000"/>
              </a:buClr>
              <a:buSzPts val="1600"/>
              <a:buFont typeface="Arial"/>
              <a:buNone/>
            </a:pPr>
            <a:r>
              <a:t/>
            </a:r>
            <a:endParaRPr b="1" i="0" sz="1600" u="none" cap="none" strike="noStrike">
              <a:solidFill>
                <a:schemeClr val="dk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chemeClr val="dk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chemeClr val="dk1"/>
              </a:solidFill>
              <a:latin typeface="IBM Plex Sans"/>
              <a:ea typeface="IBM Plex Sans"/>
              <a:cs typeface="IBM Plex Sans"/>
              <a:sym typeface="IBM Plex Sans"/>
            </a:endParaRPr>
          </a:p>
        </p:txBody>
      </p:sp>
      <p:sp>
        <p:nvSpPr>
          <p:cNvPr id="468" name="Google Shape;468;p26"/>
          <p:cNvSpPr txBox="1"/>
          <p:nvPr/>
        </p:nvSpPr>
        <p:spPr>
          <a:xfrm>
            <a:off x="5203031" y="1510162"/>
            <a:ext cx="4235100" cy="3123300"/>
          </a:xfrm>
          <a:prstGeom prst="rect">
            <a:avLst/>
          </a:prstGeom>
          <a:noFill/>
          <a:ln>
            <a:noFill/>
          </a:ln>
        </p:spPr>
        <p:txBody>
          <a:bodyPr anchorCtr="0" anchor="t" bIns="75600" lIns="75600" spcFirstLastPara="1" rIns="75600" wrap="square" tIns="75600">
            <a:spAutoFit/>
          </a:bodyPr>
          <a:lstStyle/>
          <a:p>
            <a:pPr indent="0" lvl="0" marL="0" marR="0" rtl="0" algn="l">
              <a:lnSpc>
                <a:spcPct val="115000"/>
              </a:lnSpc>
              <a:spcBef>
                <a:spcPts val="800"/>
              </a:spcBef>
              <a:spcAft>
                <a:spcPts val="0"/>
              </a:spcAft>
              <a:buClr>
                <a:srgbClr val="000000"/>
              </a:buClr>
              <a:buSzPts val="1500"/>
              <a:buFont typeface="Arial"/>
              <a:buNone/>
            </a:pPr>
            <a:r>
              <a:rPr b="1" i="0" lang="uk" sz="1500" u="none" cap="none" strike="noStrike">
                <a:solidFill>
                  <a:schemeClr val="dk1"/>
                </a:solidFill>
                <a:latin typeface="IBM Plex Sans"/>
                <a:ea typeface="IBM Plex Sans"/>
                <a:cs typeface="IBM Plex Sans"/>
                <a:sym typeface="IBM Plex Sans"/>
              </a:rPr>
              <a:t>Алгоритм шукає пряму, яка максимально близька до всіх точок.</a:t>
            </a:r>
            <a:endParaRPr b="1" i="0" sz="1500" u="none" cap="none" strike="noStrike">
              <a:solidFill>
                <a:schemeClr val="dk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rPr b="0" i="0" lang="uk" sz="1500" u="none" cap="none" strike="noStrike">
                <a:solidFill>
                  <a:schemeClr val="dk1"/>
                </a:solidFill>
                <a:latin typeface="IBM Plex Sans"/>
                <a:ea typeface="IBM Plex Sans"/>
                <a:cs typeface="IBM Plex Sans"/>
                <a:sym typeface="IBM Plex Sans"/>
              </a:rPr>
              <a:t>Приклад: прогнозування кількості згадок певного об'єкта за наявними даними.</a:t>
            </a:r>
            <a:endParaRPr b="0" i="0" sz="1500" u="none" cap="none" strike="noStrike">
              <a:solidFill>
                <a:schemeClr val="dk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1" i="0" sz="1500" u="none" cap="none" strike="noStrike">
              <a:solidFill>
                <a:schemeClr val="dk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1" i="0" sz="1500" u="none" cap="none" strike="noStrike">
              <a:solidFill>
                <a:schemeClr val="dk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1" i="0" sz="1500" u="none" cap="none" strike="noStrike">
              <a:solidFill>
                <a:schemeClr val="dk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chemeClr val="dk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chemeClr val="dk1"/>
              </a:solidFill>
              <a:latin typeface="IBM Plex Sans"/>
              <a:ea typeface="IBM Plex Sans"/>
              <a:cs typeface="IBM Plex Sans"/>
              <a:sym typeface="IBM Plex Sans"/>
            </a:endParaRPr>
          </a:p>
        </p:txBody>
      </p:sp>
      <p:pic>
        <p:nvPicPr>
          <p:cNvPr id="469" name="Google Shape;469;p26"/>
          <p:cNvPicPr preferRelativeResize="0"/>
          <p:nvPr/>
        </p:nvPicPr>
        <p:blipFill rotWithShape="1">
          <a:blip r:embed="rId3">
            <a:alphaModFix/>
          </a:blip>
          <a:srcRect b="0" l="0" r="0" t="0"/>
          <a:stretch/>
        </p:blipFill>
        <p:spPr>
          <a:xfrm>
            <a:off x="6049163" y="2747775"/>
            <a:ext cx="2381250" cy="2343150"/>
          </a:xfrm>
          <a:prstGeom prst="rect">
            <a:avLst/>
          </a:prstGeom>
          <a:noFill/>
          <a:ln>
            <a:noFill/>
          </a:ln>
        </p:spPr>
      </p:pic>
      <p:pic>
        <p:nvPicPr>
          <p:cNvPr id="470" name="Google Shape;470;p26"/>
          <p:cNvPicPr preferRelativeResize="0"/>
          <p:nvPr/>
        </p:nvPicPr>
        <p:blipFill>
          <a:blip r:embed="rId4">
            <a:alphaModFix/>
          </a:blip>
          <a:stretch>
            <a:fillRect/>
          </a:stretch>
        </p:blipFill>
        <p:spPr>
          <a:xfrm>
            <a:off x="1116613" y="2070775"/>
            <a:ext cx="3124200" cy="590550"/>
          </a:xfrm>
          <a:prstGeom prst="rect">
            <a:avLst/>
          </a:prstGeom>
          <a:noFill/>
          <a:ln>
            <a:noFill/>
          </a:ln>
        </p:spPr>
      </p:pic>
      <p:pic>
        <p:nvPicPr>
          <p:cNvPr id="471" name="Google Shape;471;p26"/>
          <p:cNvPicPr preferRelativeResize="0"/>
          <p:nvPr/>
        </p:nvPicPr>
        <p:blipFill rotWithShape="1">
          <a:blip r:embed="rId5">
            <a:alphaModFix/>
          </a:blip>
          <a:srcRect b="25726" l="26283" r="27953" t="24563"/>
          <a:stretch/>
        </p:blipFill>
        <p:spPr>
          <a:xfrm>
            <a:off x="467276" y="3050600"/>
            <a:ext cx="2125693" cy="22295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475" name="Shape 475"/>
        <p:cNvGrpSpPr/>
        <p:nvPr/>
      </p:nvGrpSpPr>
      <p:grpSpPr>
        <a:xfrm>
          <a:off x="0" y="0"/>
          <a:ext cx="0" cy="0"/>
          <a:chOff x="0" y="0"/>
          <a:chExt cx="0" cy="0"/>
        </a:xfrm>
      </p:grpSpPr>
      <p:sp>
        <p:nvSpPr>
          <p:cNvPr id="476" name="Google Shape;476;p27"/>
          <p:cNvSpPr/>
          <p:nvPr/>
        </p:nvSpPr>
        <p:spPr>
          <a:xfrm>
            <a:off x="317225" y="353350"/>
            <a:ext cx="9450300" cy="5038800"/>
          </a:xfrm>
          <a:prstGeom prst="roundRect">
            <a:avLst>
              <a:gd fmla="val 7197" name="adj"/>
            </a:avLst>
          </a:prstGeom>
          <a:solidFill>
            <a:schemeClr val="lt1"/>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pic>
        <p:nvPicPr>
          <p:cNvPr id="477" name="Google Shape;477;p27"/>
          <p:cNvPicPr preferRelativeResize="0"/>
          <p:nvPr/>
        </p:nvPicPr>
        <p:blipFill rotWithShape="1">
          <a:blip r:embed="rId3">
            <a:alphaModFix/>
          </a:blip>
          <a:srcRect b="0" l="0" r="0" t="0"/>
          <a:stretch/>
        </p:blipFill>
        <p:spPr>
          <a:xfrm>
            <a:off x="1228413" y="614650"/>
            <a:ext cx="7627926" cy="46187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481" name="Shape 481"/>
        <p:cNvGrpSpPr/>
        <p:nvPr/>
      </p:nvGrpSpPr>
      <p:grpSpPr>
        <a:xfrm>
          <a:off x="0" y="0"/>
          <a:ext cx="0" cy="0"/>
          <a:chOff x="0" y="0"/>
          <a:chExt cx="0" cy="0"/>
        </a:xfrm>
      </p:grpSpPr>
      <p:sp>
        <p:nvSpPr>
          <p:cNvPr id="482" name="Google Shape;482;p28"/>
          <p:cNvSpPr/>
          <p:nvPr/>
        </p:nvSpPr>
        <p:spPr>
          <a:xfrm>
            <a:off x="389055" y="2009325"/>
            <a:ext cx="4622100" cy="2998500"/>
          </a:xfrm>
          <a:prstGeom prst="roundRect">
            <a:avLst>
              <a:gd fmla="val 7197" name="adj"/>
            </a:avLst>
          </a:prstGeom>
          <a:solidFill>
            <a:schemeClr val="lt1"/>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483" name="Google Shape;483;p28"/>
          <p:cNvSpPr/>
          <p:nvPr/>
        </p:nvSpPr>
        <p:spPr>
          <a:xfrm>
            <a:off x="5011337" y="2009475"/>
            <a:ext cx="4622100" cy="2998500"/>
          </a:xfrm>
          <a:prstGeom prst="roundRect">
            <a:avLst>
              <a:gd fmla="val 7197" name="adj"/>
            </a:avLst>
          </a:prstGeom>
          <a:solidFill>
            <a:schemeClr val="lt1"/>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484" name="Google Shape;484;p28"/>
          <p:cNvSpPr txBox="1"/>
          <p:nvPr/>
        </p:nvSpPr>
        <p:spPr>
          <a:xfrm>
            <a:off x="417013" y="4987075"/>
            <a:ext cx="9246600" cy="5175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rgbClr val="000000"/>
              </a:buClr>
              <a:buSzPts val="1200"/>
              <a:buFont typeface="Arial"/>
              <a:buNone/>
            </a:pPr>
            <a:r>
              <a:rPr b="0" i="0" lang="uk" sz="1900" u="none" cap="none" strike="noStrike">
                <a:solidFill>
                  <a:schemeClr val="lt1"/>
                </a:solidFill>
                <a:latin typeface="IBM Plex Mono SemiBold"/>
                <a:ea typeface="IBM Plex Mono SemiBold"/>
                <a:cs typeface="IBM Plex Mono SemiBold"/>
                <a:sym typeface="IBM Plex Mono SemiBold"/>
              </a:rPr>
              <a:t>L2 більш чутливі до викидів</a:t>
            </a:r>
            <a:endParaRPr b="0" i="0" sz="3700" u="none" cap="none" strike="noStrike">
              <a:solidFill>
                <a:schemeClr val="lt1"/>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rgbClr val="000000"/>
              </a:buClr>
              <a:buSzPts val="1200"/>
              <a:buFont typeface="Arial"/>
              <a:buNone/>
            </a:pPr>
            <a:r>
              <a:t/>
            </a:r>
            <a:endParaRPr b="0" i="0" sz="5500" u="none" cap="none" strike="noStrike">
              <a:solidFill>
                <a:schemeClr val="lt1"/>
              </a:solidFill>
              <a:latin typeface="IBM Plex Mono SemiBold"/>
              <a:ea typeface="IBM Plex Mono SemiBold"/>
              <a:cs typeface="IBM Plex Mono SemiBold"/>
              <a:sym typeface="IBM Plex Mono SemiBold"/>
            </a:endParaRPr>
          </a:p>
        </p:txBody>
      </p:sp>
      <p:sp>
        <p:nvSpPr>
          <p:cNvPr id="485" name="Google Shape;485;p28"/>
          <p:cNvSpPr txBox="1"/>
          <p:nvPr/>
        </p:nvSpPr>
        <p:spPr>
          <a:xfrm>
            <a:off x="1204650" y="4439425"/>
            <a:ext cx="2916900" cy="481500"/>
          </a:xfrm>
          <a:prstGeom prst="rect">
            <a:avLst/>
          </a:prstGeom>
          <a:noFill/>
          <a:ln>
            <a:noFill/>
          </a:ln>
        </p:spPr>
        <p:txBody>
          <a:bodyPr anchorCtr="0" anchor="t" bIns="75600" lIns="75600" spcFirstLastPara="1" rIns="75600" wrap="square" tIns="75600">
            <a:noAutofit/>
          </a:bodyPr>
          <a:lstStyle/>
          <a:p>
            <a:pPr indent="0" lvl="0" marL="0" marR="0" rtl="0" algn="ctr">
              <a:lnSpc>
                <a:spcPct val="100000"/>
              </a:lnSpc>
              <a:spcBef>
                <a:spcPts val="0"/>
              </a:spcBef>
              <a:spcAft>
                <a:spcPts val="0"/>
              </a:spcAft>
              <a:buClr>
                <a:srgbClr val="000000"/>
              </a:buClr>
              <a:buSzPts val="1200"/>
              <a:buFont typeface="Arial"/>
              <a:buNone/>
            </a:pPr>
            <a:r>
              <a:rPr b="0" i="0" lang="uk" sz="1900" u="none" cap="none" strike="noStrike">
                <a:solidFill>
                  <a:srgbClr val="181919"/>
                </a:solidFill>
                <a:latin typeface="IBM Plex Mono SemiBold"/>
                <a:ea typeface="IBM Plex Mono SemiBold"/>
                <a:cs typeface="IBM Plex Mono SemiBold"/>
                <a:sym typeface="IBM Plex Mono SemiBold"/>
              </a:rPr>
              <a:t>Мінімізація L1</a:t>
            </a:r>
            <a:endParaRPr b="0" i="0" sz="3700" u="none" cap="none" strike="noStrike">
              <a:solidFill>
                <a:srgbClr val="181919"/>
              </a:solidFill>
              <a:latin typeface="IBM Plex Mono SemiBold"/>
              <a:ea typeface="IBM Plex Mono SemiBold"/>
              <a:cs typeface="IBM Plex Mono SemiBold"/>
              <a:sym typeface="IBM Plex Mono SemiBold"/>
            </a:endParaRPr>
          </a:p>
        </p:txBody>
      </p:sp>
      <p:sp>
        <p:nvSpPr>
          <p:cNvPr id="486" name="Google Shape;486;p28"/>
          <p:cNvSpPr txBox="1"/>
          <p:nvPr/>
        </p:nvSpPr>
        <p:spPr>
          <a:xfrm>
            <a:off x="5973175" y="4439425"/>
            <a:ext cx="2916900" cy="481500"/>
          </a:xfrm>
          <a:prstGeom prst="rect">
            <a:avLst/>
          </a:prstGeom>
          <a:noFill/>
          <a:ln>
            <a:noFill/>
          </a:ln>
        </p:spPr>
        <p:txBody>
          <a:bodyPr anchorCtr="0" anchor="t" bIns="75600" lIns="75600" spcFirstLastPara="1" rIns="75600" wrap="square" tIns="75600">
            <a:noAutofit/>
          </a:bodyPr>
          <a:lstStyle/>
          <a:p>
            <a:pPr indent="0" lvl="0" marL="0" marR="0" rtl="0" algn="ctr">
              <a:lnSpc>
                <a:spcPct val="100000"/>
              </a:lnSpc>
              <a:spcBef>
                <a:spcPts val="0"/>
              </a:spcBef>
              <a:spcAft>
                <a:spcPts val="0"/>
              </a:spcAft>
              <a:buClr>
                <a:srgbClr val="000000"/>
              </a:buClr>
              <a:buSzPts val="1200"/>
              <a:buFont typeface="Arial"/>
              <a:buNone/>
            </a:pPr>
            <a:r>
              <a:rPr b="0" i="0" lang="uk" sz="1900" u="none" cap="none" strike="noStrike">
                <a:solidFill>
                  <a:srgbClr val="181919"/>
                </a:solidFill>
                <a:latin typeface="IBM Plex Mono SemiBold"/>
                <a:ea typeface="IBM Plex Mono SemiBold"/>
                <a:cs typeface="IBM Plex Mono SemiBold"/>
                <a:sym typeface="IBM Plex Mono SemiBold"/>
              </a:rPr>
              <a:t>Мінімізація L2</a:t>
            </a:r>
            <a:endParaRPr b="0" i="0" sz="3700" u="none" cap="none" strike="noStrike">
              <a:solidFill>
                <a:srgbClr val="181919"/>
              </a:solidFill>
              <a:latin typeface="IBM Plex Mono SemiBold"/>
              <a:ea typeface="IBM Plex Mono SemiBold"/>
              <a:cs typeface="IBM Plex Mono SemiBold"/>
              <a:sym typeface="IBM Plex Mono SemiBold"/>
            </a:endParaRPr>
          </a:p>
        </p:txBody>
      </p:sp>
      <p:pic>
        <p:nvPicPr>
          <p:cNvPr id="487" name="Google Shape;487;p28"/>
          <p:cNvPicPr preferRelativeResize="0"/>
          <p:nvPr/>
        </p:nvPicPr>
        <p:blipFill rotWithShape="1">
          <a:blip r:embed="rId3">
            <a:alphaModFix/>
          </a:blip>
          <a:srcRect b="0" l="0" r="0" t="0"/>
          <a:stretch/>
        </p:blipFill>
        <p:spPr>
          <a:xfrm>
            <a:off x="1090116" y="2239663"/>
            <a:ext cx="3046800" cy="2133600"/>
          </a:xfrm>
          <a:prstGeom prst="roundRect">
            <a:avLst>
              <a:gd fmla="val 16667" name="adj"/>
            </a:avLst>
          </a:prstGeom>
          <a:noFill/>
          <a:ln>
            <a:noFill/>
          </a:ln>
        </p:spPr>
      </p:pic>
      <p:pic>
        <p:nvPicPr>
          <p:cNvPr id="488" name="Google Shape;488;p28"/>
          <p:cNvPicPr preferRelativeResize="0"/>
          <p:nvPr/>
        </p:nvPicPr>
        <p:blipFill rotWithShape="1">
          <a:blip r:embed="rId4">
            <a:alphaModFix/>
          </a:blip>
          <a:srcRect b="0" l="0" r="0" t="0"/>
          <a:stretch/>
        </p:blipFill>
        <p:spPr>
          <a:xfrm>
            <a:off x="5908215" y="2305825"/>
            <a:ext cx="3046800" cy="2133600"/>
          </a:xfrm>
          <a:prstGeom prst="roundRect">
            <a:avLst>
              <a:gd fmla="val 16667" name="adj"/>
            </a:avLst>
          </a:prstGeom>
          <a:noFill/>
          <a:ln>
            <a:noFill/>
          </a:ln>
        </p:spPr>
      </p:pic>
      <p:sp>
        <p:nvSpPr>
          <p:cNvPr id="489" name="Google Shape;489;p28"/>
          <p:cNvSpPr/>
          <p:nvPr/>
        </p:nvSpPr>
        <p:spPr>
          <a:xfrm>
            <a:off x="387025" y="477507"/>
            <a:ext cx="9244500" cy="789900"/>
          </a:xfrm>
          <a:prstGeom prst="roundRect">
            <a:avLst>
              <a:gd fmla="val 24911" name="adj"/>
            </a:avLst>
          </a:prstGeom>
          <a:solidFill>
            <a:schemeClr val="lt1"/>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490" name="Google Shape;490;p28"/>
          <p:cNvSpPr/>
          <p:nvPr/>
        </p:nvSpPr>
        <p:spPr>
          <a:xfrm>
            <a:off x="389061" y="1255311"/>
            <a:ext cx="9244500" cy="789900"/>
          </a:xfrm>
          <a:prstGeom prst="roundRect">
            <a:avLst>
              <a:gd fmla="val 22639" name="adj"/>
            </a:avLst>
          </a:prstGeom>
          <a:solidFill>
            <a:schemeClr val="lt1"/>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pic>
        <p:nvPicPr>
          <p:cNvPr id="491" name="Google Shape;491;p28"/>
          <p:cNvPicPr preferRelativeResize="0"/>
          <p:nvPr/>
        </p:nvPicPr>
        <p:blipFill>
          <a:blip r:embed="rId5">
            <a:alphaModFix/>
          </a:blip>
          <a:stretch>
            <a:fillRect/>
          </a:stretch>
        </p:blipFill>
        <p:spPr>
          <a:xfrm>
            <a:off x="2091194" y="561711"/>
            <a:ext cx="7043514" cy="621440"/>
          </a:xfrm>
          <a:prstGeom prst="rect">
            <a:avLst/>
          </a:prstGeom>
          <a:noFill/>
          <a:ln>
            <a:noFill/>
          </a:ln>
        </p:spPr>
      </p:pic>
      <p:pic>
        <p:nvPicPr>
          <p:cNvPr id="492" name="Google Shape;492;p28"/>
          <p:cNvPicPr preferRelativeResize="0"/>
          <p:nvPr/>
        </p:nvPicPr>
        <p:blipFill>
          <a:blip r:embed="rId6">
            <a:alphaModFix/>
          </a:blip>
          <a:stretch>
            <a:fillRect/>
          </a:stretch>
        </p:blipFill>
        <p:spPr>
          <a:xfrm>
            <a:off x="2091201" y="1273630"/>
            <a:ext cx="7043494" cy="633179"/>
          </a:xfrm>
          <a:prstGeom prst="rect">
            <a:avLst/>
          </a:prstGeom>
          <a:noFill/>
          <a:ln>
            <a:noFill/>
          </a:ln>
        </p:spPr>
      </p:pic>
      <p:sp>
        <p:nvSpPr>
          <p:cNvPr id="493" name="Google Shape;493;p28"/>
          <p:cNvSpPr txBox="1"/>
          <p:nvPr/>
        </p:nvSpPr>
        <p:spPr>
          <a:xfrm>
            <a:off x="553403" y="688425"/>
            <a:ext cx="2934600" cy="462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uk" sz="1808">
                <a:solidFill>
                  <a:schemeClr val="dk1"/>
                </a:solidFill>
                <a:latin typeface="IBM Plex Sans"/>
                <a:ea typeface="IBM Plex Sans"/>
                <a:cs typeface="IBM Plex Sans"/>
                <a:sym typeface="IBM Plex Sans"/>
              </a:rPr>
              <a:t>L1 =</a:t>
            </a:r>
            <a:endParaRPr b="1" sz="1808">
              <a:solidFill>
                <a:schemeClr val="dk1"/>
              </a:solidFill>
              <a:latin typeface="IBM Plex Sans"/>
              <a:ea typeface="IBM Plex Sans"/>
              <a:cs typeface="IBM Plex Sans"/>
              <a:sym typeface="IBM Plex Sans"/>
            </a:endParaRPr>
          </a:p>
        </p:txBody>
      </p:sp>
      <p:sp>
        <p:nvSpPr>
          <p:cNvPr id="494" name="Google Shape;494;p28"/>
          <p:cNvSpPr txBox="1"/>
          <p:nvPr/>
        </p:nvSpPr>
        <p:spPr>
          <a:xfrm>
            <a:off x="553403" y="1427080"/>
            <a:ext cx="2934600" cy="462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uk" sz="1808">
                <a:solidFill>
                  <a:schemeClr val="dk1"/>
                </a:solidFill>
                <a:latin typeface="IBM Plex Sans"/>
                <a:ea typeface="IBM Plex Sans"/>
                <a:cs typeface="IBM Plex Sans"/>
                <a:sym typeface="IBM Plex Sans"/>
              </a:rPr>
              <a:t>L2 =</a:t>
            </a:r>
            <a:endParaRPr b="1" sz="1808">
              <a:solidFill>
                <a:schemeClr val="dk1"/>
              </a:solidFill>
              <a:latin typeface="IBM Plex Sans"/>
              <a:ea typeface="IBM Plex Sans"/>
              <a:cs typeface="IBM Plex Sans"/>
              <a:sym typeface="IBM Plex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498" name="Shape 498"/>
        <p:cNvGrpSpPr/>
        <p:nvPr/>
      </p:nvGrpSpPr>
      <p:grpSpPr>
        <a:xfrm>
          <a:off x="0" y="0"/>
          <a:ext cx="0" cy="0"/>
          <a:chOff x="0" y="0"/>
          <a:chExt cx="0" cy="0"/>
        </a:xfrm>
      </p:grpSpPr>
      <p:sp>
        <p:nvSpPr>
          <p:cNvPr id="499" name="Google Shape;499;p29"/>
          <p:cNvSpPr txBox="1"/>
          <p:nvPr/>
        </p:nvSpPr>
        <p:spPr>
          <a:xfrm>
            <a:off x="686288" y="-3606450"/>
            <a:ext cx="8553900" cy="465300"/>
          </a:xfrm>
          <a:prstGeom prst="rect">
            <a:avLst/>
          </a:prstGeom>
          <a:noFill/>
          <a:ln>
            <a:noFill/>
          </a:ln>
        </p:spPr>
        <p:txBody>
          <a:bodyPr anchorCtr="0" anchor="t" bIns="100800" lIns="100800" spcFirstLastPara="1" rIns="100800" wrap="square" tIns="100800">
            <a:spAutoFit/>
          </a:bodyPr>
          <a:lstStyle/>
          <a:p>
            <a:pPr indent="0" lvl="0" marL="508000" marR="0" rtl="0" algn="l">
              <a:lnSpc>
                <a:spcPct val="100000"/>
              </a:lnSpc>
              <a:spcBef>
                <a:spcPts val="1100"/>
              </a:spcBef>
              <a:spcAft>
                <a:spcPts val="1100"/>
              </a:spcAft>
              <a:buClr>
                <a:srgbClr val="000000"/>
              </a:buClr>
              <a:buSzPts val="1700"/>
              <a:buFont typeface="Arial"/>
              <a:buNone/>
            </a:pPr>
            <a:r>
              <a:t/>
            </a:r>
            <a:endParaRPr b="1" i="0" sz="1700" u="none" cap="none" strike="noStrike">
              <a:solidFill>
                <a:srgbClr val="181919"/>
              </a:solidFill>
              <a:latin typeface="IBM Plex Sans"/>
              <a:ea typeface="IBM Plex Sans"/>
              <a:cs typeface="IBM Plex Sans"/>
              <a:sym typeface="IBM Plex Sans"/>
            </a:endParaRPr>
          </a:p>
        </p:txBody>
      </p:sp>
      <p:sp>
        <p:nvSpPr>
          <p:cNvPr id="500" name="Google Shape;500;p29"/>
          <p:cNvSpPr txBox="1"/>
          <p:nvPr/>
        </p:nvSpPr>
        <p:spPr>
          <a:xfrm>
            <a:off x="238097" y="123173"/>
            <a:ext cx="9450300" cy="7851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РЕГРЕСІЙНИЙ АНАЛІЗ. </a:t>
            </a:r>
            <a:br>
              <a:rPr b="0" i="0" lang="uk" sz="3300" u="none" cap="none" strike="noStrike">
                <a:solidFill>
                  <a:srgbClr val="E5E8EC"/>
                </a:solidFill>
                <a:latin typeface="IBM Plex Mono SemiBold"/>
                <a:ea typeface="IBM Plex Mono SemiBold"/>
                <a:cs typeface="IBM Plex Mono SemiBold"/>
                <a:sym typeface="IBM Plex Mono SemiBold"/>
              </a:rPr>
            </a:br>
            <a:r>
              <a:rPr b="0" i="0" lang="uk" sz="3300" u="none" cap="none" strike="noStrike">
                <a:solidFill>
                  <a:srgbClr val="E5E8EC"/>
                </a:solidFill>
                <a:latin typeface="IBM Plex Mono SemiBold"/>
                <a:ea typeface="IBM Plex Mono SemiBold"/>
                <a:cs typeface="IBM Plex Mono SemiBold"/>
                <a:sym typeface="IBM Plex Mono SemiBold"/>
              </a:rPr>
              <a:t>МНОЖИННА РЕГРЕСІЯ</a:t>
            </a:r>
            <a:endParaRPr b="0" i="0" sz="3300" u="none" cap="none" strike="noStrike">
              <a:solidFill>
                <a:srgbClr val="E5E8EC"/>
              </a:solidFill>
              <a:latin typeface="IBM Plex Mono SemiBold"/>
              <a:ea typeface="IBM Plex Mono SemiBold"/>
              <a:cs typeface="IBM Plex Mono SemiBold"/>
              <a:sym typeface="IBM Plex Mono SemiBold"/>
            </a:endParaRPr>
          </a:p>
        </p:txBody>
      </p:sp>
      <p:sp>
        <p:nvSpPr>
          <p:cNvPr id="501" name="Google Shape;501;p29"/>
          <p:cNvSpPr/>
          <p:nvPr/>
        </p:nvSpPr>
        <p:spPr>
          <a:xfrm>
            <a:off x="267400" y="1295400"/>
            <a:ext cx="9470400" cy="621600"/>
          </a:xfrm>
          <a:prstGeom prst="roundRect">
            <a:avLst>
              <a:gd fmla="val 50000" name="adj"/>
            </a:avLst>
          </a:prstGeom>
          <a:solidFill>
            <a:srgbClr val="282828"/>
          </a:solidFill>
          <a:ln>
            <a:noFill/>
          </a:ln>
        </p:spPr>
        <p:txBody>
          <a:bodyPr anchorCtr="0" anchor="ctr" bIns="91425" lIns="91425" spcFirstLastPara="1" rIns="91425" wrap="square" tIns="91425">
            <a:noAutofit/>
          </a:bodyPr>
          <a:lstStyle/>
          <a:p>
            <a:pPr indent="0" lvl="0" marL="508000" marR="0" rtl="0" algn="l">
              <a:lnSpc>
                <a:spcPct val="100000"/>
              </a:lnSpc>
              <a:spcBef>
                <a:spcPts val="0"/>
              </a:spcBef>
              <a:spcAft>
                <a:spcPts val="0"/>
              </a:spcAft>
              <a:buClr>
                <a:srgbClr val="000000"/>
              </a:buClr>
              <a:buSzPts val="1500"/>
              <a:buFont typeface="Arial"/>
              <a:buNone/>
            </a:pPr>
            <a:r>
              <a:rPr lang="uk" sz="1500">
                <a:solidFill>
                  <a:schemeClr val="lt1"/>
                </a:solidFill>
                <a:latin typeface="IBM Plex Sans"/>
                <a:ea typeface="IBM Plex Sans"/>
                <a:cs typeface="IBM Plex Sans"/>
                <a:sym typeface="IBM Plex Sans"/>
              </a:rPr>
              <a:t>Характеризує залежність функції Y від декількох величин X.</a:t>
            </a:r>
            <a:endParaRPr sz="1500">
              <a:solidFill>
                <a:schemeClr val="lt1"/>
              </a:solidFill>
              <a:latin typeface="IBM Plex Sans"/>
              <a:ea typeface="IBM Plex Sans"/>
              <a:cs typeface="IBM Plex Sans"/>
              <a:sym typeface="IBM Plex Sans"/>
            </a:endParaRPr>
          </a:p>
        </p:txBody>
      </p:sp>
      <p:sp>
        <p:nvSpPr>
          <p:cNvPr id="502" name="Google Shape;502;p29"/>
          <p:cNvSpPr/>
          <p:nvPr/>
        </p:nvSpPr>
        <p:spPr>
          <a:xfrm>
            <a:off x="267400" y="1917000"/>
            <a:ext cx="9470400" cy="621600"/>
          </a:xfrm>
          <a:prstGeom prst="roundRect">
            <a:avLst>
              <a:gd fmla="val 50000" name="adj"/>
            </a:avLst>
          </a:prstGeom>
          <a:solidFill>
            <a:srgbClr val="282828"/>
          </a:solidFill>
          <a:ln>
            <a:noFill/>
          </a:ln>
        </p:spPr>
        <p:txBody>
          <a:bodyPr anchorCtr="0" anchor="ctr" bIns="91425" lIns="91425" spcFirstLastPara="1" rIns="91425" wrap="square" tIns="91425">
            <a:noAutofit/>
          </a:bodyPr>
          <a:lstStyle/>
          <a:p>
            <a:pPr indent="0" lvl="0" marL="508000" marR="0" rtl="0" algn="l">
              <a:lnSpc>
                <a:spcPct val="100000"/>
              </a:lnSpc>
              <a:spcBef>
                <a:spcPts val="0"/>
              </a:spcBef>
              <a:spcAft>
                <a:spcPts val="0"/>
              </a:spcAft>
              <a:buClr>
                <a:srgbClr val="000000"/>
              </a:buClr>
              <a:buSzPts val="1500"/>
              <a:buFont typeface="Arial"/>
              <a:buNone/>
            </a:pPr>
            <a:r>
              <a:rPr lang="uk" sz="1500">
                <a:solidFill>
                  <a:schemeClr val="lt1"/>
                </a:solidFill>
                <a:latin typeface="IBM Plex Sans"/>
                <a:ea typeface="IBM Plex Sans"/>
                <a:cs typeface="IBM Plex Sans"/>
                <a:sym typeface="IBM Plex Sans"/>
              </a:rPr>
              <a:t>Проста інтерпретація, працює при нормальних умовах, але не ловить складні залежності.</a:t>
            </a:r>
            <a:endParaRPr sz="1500">
              <a:solidFill>
                <a:schemeClr val="lt1"/>
              </a:solidFill>
              <a:latin typeface="IBM Plex Sans"/>
              <a:ea typeface="IBM Plex Sans"/>
              <a:cs typeface="IBM Plex Sans"/>
              <a:sym typeface="IBM Plex Sans"/>
            </a:endParaRPr>
          </a:p>
        </p:txBody>
      </p:sp>
      <p:sp>
        <p:nvSpPr>
          <p:cNvPr id="503" name="Google Shape;503;p29"/>
          <p:cNvSpPr/>
          <p:nvPr/>
        </p:nvSpPr>
        <p:spPr>
          <a:xfrm>
            <a:off x="267400" y="2524475"/>
            <a:ext cx="9470400" cy="6216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508000" marR="0" rtl="0" algn="l">
              <a:lnSpc>
                <a:spcPct val="100000"/>
              </a:lnSpc>
              <a:spcBef>
                <a:spcPts val="0"/>
              </a:spcBef>
              <a:spcAft>
                <a:spcPts val="0"/>
              </a:spcAft>
              <a:buClr>
                <a:srgbClr val="000000"/>
              </a:buClr>
              <a:buSzPts val="1500"/>
              <a:buFont typeface="Arial"/>
              <a:buNone/>
            </a:pPr>
            <a:r>
              <a:rPr lang="uk" sz="1500">
                <a:solidFill>
                  <a:schemeClr val="lt1"/>
                </a:solidFill>
                <a:latin typeface="IBM Plex Sans"/>
                <a:ea typeface="IBM Plex Sans"/>
                <a:cs typeface="IBM Plex Sans"/>
                <a:sym typeface="IBM Plex Sans"/>
              </a:rPr>
              <a:t>Проста інтерпретація, працює при нормальних умовах, але не ловить складні залежності.</a:t>
            </a:r>
            <a:endParaRPr sz="1500">
              <a:solidFill>
                <a:schemeClr val="lt1"/>
              </a:solidFill>
              <a:latin typeface="IBM Plex Sans"/>
              <a:ea typeface="IBM Plex Sans"/>
              <a:cs typeface="IBM Plex Sans"/>
              <a:sym typeface="IBM Plex Sans"/>
            </a:endParaRPr>
          </a:p>
        </p:txBody>
      </p:sp>
      <p:pic>
        <p:nvPicPr>
          <p:cNvPr id="504" name="Google Shape;504;p29"/>
          <p:cNvPicPr preferRelativeResize="0"/>
          <p:nvPr/>
        </p:nvPicPr>
        <p:blipFill rotWithShape="1">
          <a:blip r:embed="rId3">
            <a:alphaModFix/>
          </a:blip>
          <a:srcRect b="0" l="0" r="0" t="0"/>
          <a:stretch/>
        </p:blipFill>
        <p:spPr>
          <a:xfrm>
            <a:off x="3189977" y="2524475"/>
            <a:ext cx="3700675" cy="621600"/>
          </a:xfrm>
          <a:prstGeom prst="rect">
            <a:avLst/>
          </a:prstGeom>
          <a:noFill/>
          <a:ln>
            <a:noFill/>
          </a:ln>
        </p:spPr>
      </p:pic>
      <p:pic>
        <p:nvPicPr>
          <p:cNvPr id="505" name="Google Shape;505;p29"/>
          <p:cNvPicPr preferRelativeResize="0"/>
          <p:nvPr/>
        </p:nvPicPr>
        <p:blipFill rotWithShape="1">
          <a:blip r:embed="rId4">
            <a:alphaModFix/>
          </a:blip>
          <a:srcRect b="46435" l="9" r="11917" t="0"/>
          <a:stretch/>
        </p:blipFill>
        <p:spPr>
          <a:xfrm>
            <a:off x="1006225" y="3288250"/>
            <a:ext cx="9074400" cy="23823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509" name="Shape 509"/>
        <p:cNvGrpSpPr/>
        <p:nvPr/>
      </p:nvGrpSpPr>
      <p:grpSpPr>
        <a:xfrm>
          <a:off x="0" y="0"/>
          <a:ext cx="0" cy="0"/>
          <a:chOff x="0" y="0"/>
          <a:chExt cx="0" cy="0"/>
        </a:xfrm>
      </p:grpSpPr>
      <p:sp>
        <p:nvSpPr>
          <p:cNvPr id="510" name="Google Shape;510;p30"/>
          <p:cNvSpPr txBox="1"/>
          <p:nvPr/>
        </p:nvSpPr>
        <p:spPr>
          <a:xfrm>
            <a:off x="10824447" y="220685"/>
            <a:ext cx="9450300" cy="7851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t/>
            </a:r>
            <a:endParaRPr b="0" i="0" sz="2500" u="none" cap="none" strike="noStrike">
              <a:solidFill>
                <a:srgbClr val="181919"/>
              </a:solidFill>
              <a:latin typeface="IBM Plex Sans ExtraLight"/>
              <a:ea typeface="IBM Plex Sans ExtraLight"/>
              <a:cs typeface="IBM Plex Sans ExtraLight"/>
              <a:sym typeface="IBM Plex Sans ExtraLight"/>
            </a:endParaRPr>
          </a:p>
        </p:txBody>
      </p:sp>
      <p:sp>
        <p:nvSpPr>
          <p:cNvPr id="511" name="Google Shape;511;p30"/>
          <p:cNvSpPr txBox="1"/>
          <p:nvPr/>
        </p:nvSpPr>
        <p:spPr>
          <a:xfrm>
            <a:off x="238097" y="144578"/>
            <a:ext cx="9564900" cy="10878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4000"/>
              <a:buFont typeface="Arial"/>
              <a:buNone/>
            </a:pPr>
            <a:r>
              <a:rPr lang="uk" sz="3000">
                <a:solidFill>
                  <a:schemeClr val="lt1"/>
                </a:solidFill>
                <a:latin typeface="IBM Plex Mono SemiBold"/>
                <a:ea typeface="IBM Plex Mono SemiBold"/>
                <a:cs typeface="IBM Plex Mono SemiBold"/>
                <a:sym typeface="IBM Plex Mono SemiBold"/>
              </a:rPr>
              <a:t>ЛОГІСТИЧНА РЕГРЕСІЯ</a:t>
            </a:r>
            <a:endParaRPr b="0" i="0" sz="3000" u="none" cap="none" strike="noStrike">
              <a:solidFill>
                <a:schemeClr val="lt1"/>
              </a:solidFill>
              <a:latin typeface="IBM Plex Mono SemiBold"/>
              <a:ea typeface="IBM Plex Mono SemiBold"/>
              <a:cs typeface="IBM Plex Mono SemiBold"/>
              <a:sym typeface="IBM Plex Mono SemiBold"/>
            </a:endParaRPr>
          </a:p>
        </p:txBody>
      </p:sp>
      <p:sp>
        <p:nvSpPr>
          <p:cNvPr id="512" name="Google Shape;512;p30"/>
          <p:cNvSpPr/>
          <p:nvPr/>
        </p:nvSpPr>
        <p:spPr>
          <a:xfrm>
            <a:off x="4426025" y="876375"/>
            <a:ext cx="2602500" cy="2048400"/>
          </a:xfrm>
          <a:prstGeom prst="roundRect">
            <a:avLst>
              <a:gd fmla="val 9860" name="adj"/>
            </a:avLst>
          </a:prstGeom>
          <a:solidFill>
            <a:srgbClr val="282828"/>
          </a:solidFill>
          <a:ln>
            <a:noFill/>
          </a:ln>
        </p:spPr>
        <p:txBody>
          <a:bodyPr anchorCtr="0" anchor="ctr" bIns="80400" lIns="80400" spcFirstLastPara="1" rIns="80400" wrap="square" tIns="80400">
            <a:noAutofit/>
          </a:bodyPr>
          <a:lstStyle/>
          <a:p>
            <a:pPr indent="0" lvl="0" marL="0" marR="0" rtl="0" algn="ctr">
              <a:lnSpc>
                <a:spcPct val="100000"/>
              </a:lnSpc>
              <a:spcBef>
                <a:spcPts val="0"/>
              </a:spcBef>
              <a:spcAft>
                <a:spcPts val="0"/>
              </a:spcAft>
              <a:buClr>
                <a:srgbClr val="000000"/>
              </a:buClr>
              <a:buSzPts val="1196"/>
              <a:buFont typeface="Arial"/>
              <a:buNone/>
            </a:pPr>
            <a:r>
              <a:t/>
            </a:r>
            <a:endParaRPr b="0" i="0" sz="1196" u="none" cap="none" strike="noStrike">
              <a:solidFill>
                <a:srgbClr val="000000"/>
              </a:solidFill>
              <a:latin typeface="Arial"/>
              <a:ea typeface="Arial"/>
              <a:cs typeface="Arial"/>
              <a:sym typeface="Arial"/>
            </a:endParaRPr>
          </a:p>
        </p:txBody>
      </p:sp>
      <p:sp>
        <p:nvSpPr>
          <p:cNvPr id="513" name="Google Shape;513;p30"/>
          <p:cNvSpPr txBox="1"/>
          <p:nvPr/>
        </p:nvSpPr>
        <p:spPr>
          <a:xfrm>
            <a:off x="4670200" y="1156600"/>
            <a:ext cx="2467500" cy="1009200"/>
          </a:xfrm>
          <a:prstGeom prst="rect">
            <a:avLst/>
          </a:prstGeom>
          <a:noFill/>
          <a:ln>
            <a:noFill/>
          </a:ln>
        </p:spPr>
        <p:txBody>
          <a:bodyPr anchorCtr="0" anchor="t" bIns="72925" lIns="72925" spcFirstLastPara="1" rIns="72925" wrap="square" tIns="72925">
            <a:spAutoFit/>
          </a:bodyPr>
          <a:lstStyle/>
          <a:p>
            <a:pPr indent="0" lvl="0" marL="0" marR="0" rtl="0" algn="l">
              <a:lnSpc>
                <a:spcPct val="100000"/>
              </a:lnSpc>
              <a:spcBef>
                <a:spcPts val="0"/>
              </a:spcBef>
              <a:spcAft>
                <a:spcPts val="0"/>
              </a:spcAft>
              <a:buClr>
                <a:srgbClr val="000000"/>
              </a:buClr>
              <a:buSzPts val="1196"/>
              <a:buFont typeface="Arial"/>
              <a:buNone/>
            </a:pPr>
            <a:r>
              <a:rPr lang="uk">
                <a:solidFill>
                  <a:srgbClr val="FFFFFF"/>
                </a:solidFill>
                <a:latin typeface="IBM Plex Sans"/>
                <a:ea typeface="IBM Plex Sans"/>
                <a:cs typeface="IBM Plex Sans"/>
                <a:sym typeface="IBM Plex Sans"/>
              </a:rPr>
              <a:t>Наприклад: чи є акаунт ботом чи справжньою людиною? </a:t>
            </a:r>
            <a:endParaRPr>
              <a:solidFill>
                <a:srgbClr val="FFFFFF"/>
              </a:solidFill>
              <a:latin typeface="IBM Plex Sans"/>
              <a:ea typeface="IBM Plex Sans"/>
              <a:cs typeface="IBM Plex Sans"/>
              <a:sym typeface="IBM Plex Sans"/>
            </a:endParaRPr>
          </a:p>
          <a:p>
            <a:pPr indent="0" lvl="0" marL="0" marR="0" rtl="0" algn="l">
              <a:lnSpc>
                <a:spcPct val="100000"/>
              </a:lnSpc>
              <a:spcBef>
                <a:spcPts val="0"/>
              </a:spcBef>
              <a:spcAft>
                <a:spcPts val="0"/>
              </a:spcAft>
              <a:buClr>
                <a:srgbClr val="000000"/>
              </a:buClr>
              <a:buSzPts val="1196"/>
              <a:buFont typeface="Arial"/>
              <a:buNone/>
            </a:pPr>
            <a:r>
              <a:t/>
            </a:r>
            <a:endParaRPr>
              <a:solidFill>
                <a:srgbClr val="FFFFFF"/>
              </a:solidFill>
              <a:latin typeface="IBM Plex Sans"/>
              <a:ea typeface="IBM Plex Sans"/>
              <a:cs typeface="IBM Plex Sans"/>
              <a:sym typeface="IBM Plex Sans"/>
            </a:endParaRPr>
          </a:p>
        </p:txBody>
      </p:sp>
      <p:sp>
        <p:nvSpPr>
          <p:cNvPr id="514" name="Google Shape;514;p30"/>
          <p:cNvSpPr/>
          <p:nvPr/>
        </p:nvSpPr>
        <p:spPr>
          <a:xfrm>
            <a:off x="343625" y="876375"/>
            <a:ext cx="4082400" cy="1120500"/>
          </a:xfrm>
          <a:prstGeom prst="roundRect">
            <a:avLst>
              <a:gd fmla="val 18859" name="adj"/>
            </a:avLst>
          </a:prstGeom>
          <a:solidFill>
            <a:srgbClr val="282828"/>
          </a:solidFill>
          <a:ln>
            <a:noFill/>
          </a:ln>
        </p:spPr>
        <p:txBody>
          <a:bodyPr anchorCtr="0" anchor="ctr" bIns="91425" lIns="91425" spcFirstLastPara="1" rIns="91425" wrap="square" tIns="91425">
            <a:noAutofit/>
          </a:bodyPr>
          <a:lstStyle/>
          <a:p>
            <a:pPr indent="0" lvl="0" marL="0" marR="0" rtl="0" algn="l">
              <a:lnSpc>
                <a:spcPct val="100000"/>
              </a:lnSpc>
              <a:spcBef>
                <a:spcPts val="180"/>
              </a:spcBef>
              <a:spcAft>
                <a:spcPts val="180"/>
              </a:spcAft>
              <a:buClr>
                <a:srgbClr val="000000"/>
              </a:buClr>
              <a:buSzPts val="1400"/>
              <a:buFont typeface="Arial"/>
              <a:buNone/>
            </a:pPr>
            <a:r>
              <a:t/>
            </a:r>
            <a:endParaRPr b="0" i="0" sz="1400" u="none" cap="none" strike="noStrike">
              <a:solidFill>
                <a:srgbClr val="FFFFFF"/>
              </a:solidFill>
              <a:latin typeface="IBM Plex Sans"/>
              <a:ea typeface="IBM Plex Sans"/>
              <a:cs typeface="IBM Plex Sans"/>
              <a:sym typeface="IBM Plex Sans"/>
            </a:endParaRPr>
          </a:p>
        </p:txBody>
      </p:sp>
      <p:sp>
        <p:nvSpPr>
          <p:cNvPr id="515" name="Google Shape;515;p30"/>
          <p:cNvSpPr txBox="1"/>
          <p:nvPr/>
        </p:nvSpPr>
        <p:spPr>
          <a:xfrm>
            <a:off x="459482" y="1020975"/>
            <a:ext cx="36132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uk">
                <a:solidFill>
                  <a:schemeClr val="lt1"/>
                </a:solidFill>
                <a:latin typeface="IBM Plex Sans"/>
                <a:ea typeface="IBM Plex Sans"/>
                <a:cs typeface="IBM Plex Sans"/>
                <a:sym typeface="IBM Plex Sans"/>
              </a:rPr>
              <a:t>Застосовують у випадку, коли залежна змінна є бінарною, корисна для класифікації</a:t>
            </a:r>
            <a:endParaRPr>
              <a:solidFill>
                <a:schemeClr val="lt1"/>
              </a:solidFill>
              <a:latin typeface="IBM Plex Sans"/>
              <a:ea typeface="IBM Plex Sans"/>
              <a:cs typeface="IBM Plex Sans"/>
              <a:sym typeface="IBM Plex Sans"/>
            </a:endParaRPr>
          </a:p>
        </p:txBody>
      </p:sp>
      <p:sp>
        <p:nvSpPr>
          <p:cNvPr id="516" name="Google Shape;516;p30"/>
          <p:cNvSpPr/>
          <p:nvPr/>
        </p:nvSpPr>
        <p:spPr>
          <a:xfrm>
            <a:off x="7028431" y="876375"/>
            <a:ext cx="2602500" cy="2048400"/>
          </a:xfrm>
          <a:prstGeom prst="roundRect">
            <a:avLst>
              <a:gd fmla="val 9860" name="adj"/>
            </a:avLst>
          </a:prstGeom>
          <a:solidFill>
            <a:srgbClr val="282828"/>
          </a:solidFill>
          <a:ln>
            <a:noFill/>
          </a:ln>
        </p:spPr>
        <p:txBody>
          <a:bodyPr anchorCtr="0" anchor="ctr" bIns="80400" lIns="80400" spcFirstLastPara="1" rIns="80400" wrap="square" tIns="80400">
            <a:noAutofit/>
          </a:bodyPr>
          <a:lstStyle/>
          <a:p>
            <a:pPr indent="0" lvl="0" marL="0" marR="0" rtl="0" algn="ctr">
              <a:lnSpc>
                <a:spcPct val="100000"/>
              </a:lnSpc>
              <a:spcBef>
                <a:spcPts val="0"/>
              </a:spcBef>
              <a:spcAft>
                <a:spcPts val="0"/>
              </a:spcAft>
              <a:buClr>
                <a:srgbClr val="000000"/>
              </a:buClr>
              <a:buSzPts val="1196"/>
              <a:buFont typeface="Arial"/>
              <a:buNone/>
            </a:pPr>
            <a:r>
              <a:t/>
            </a:r>
            <a:endParaRPr b="0" i="0" sz="1196" u="none" cap="none" strike="noStrike">
              <a:solidFill>
                <a:srgbClr val="000000"/>
              </a:solidFill>
              <a:latin typeface="Arial"/>
              <a:ea typeface="Arial"/>
              <a:cs typeface="Arial"/>
              <a:sym typeface="Arial"/>
            </a:endParaRPr>
          </a:p>
        </p:txBody>
      </p:sp>
      <p:sp>
        <p:nvSpPr>
          <p:cNvPr id="517" name="Google Shape;517;p30"/>
          <p:cNvSpPr txBox="1"/>
          <p:nvPr/>
        </p:nvSpPr>
        <p:spPr>
          <a:xfrm>
            <a:off x="7381877" y="1264450"/>
            <a:ext cx="2006100" cy="793800"/>
          </a:xfrm>
          <a:prstGeom prst="rect">
            <a:avLst/>
          </a:prstGeom>
          <a:noFill/>
          <a:ln>
            <a:noFill/>
          </a:ln>
        </p:spPr>
        <p:txBody>
          <a:bodyPr anchorCtr="0" anchor="t" bIns="72925" lIns="72925" spcFirstLastPara="1" rIns="72925" wrap="square" tIns="72925">
            <a:spAutoFit/>
          </a:bodyPr>
          <a:lstStyle/>
          <a:p>
            <a:pPr indent="0" lvl="0" marL="0" marR="0" rtl="0" algn="l">
              <a:lnSpc>
                <a:spcPct val="100000"/>
              </a:lnSpc>
              <a:spcBef>
                <a:spcPts val="0"/>
              </a:spcBef>
              <a:spcAft>
                <a:spcPts val="0"/>
              </a:spcAft>
              <a:buClr>
                <a:srgbClr val="000000"/>
              </a:buClr>
              <a:buSzPts val="1196"/>
              <a:buFont typeface="Arial"/>
              <a:buNone/>
            </a:pPr>
            <a:r>
              <a:rPr lang="uk">
                <a:solidFill>
                  <a:srgbClr val="FFFFFF"/>
                </a:solidFill>
                <a:latin typeface="IBM Plex Sans"/>
                <a:ea typeface="IBM Plex Sans"/>
                <a:cs typeface="IBM Plex Sans"/>
                <a:sym typeface="IBM Plex Sans"/>
              </a:rPr>
              <a:t>Чи належить профіль до конкретної групи? </a:t>
            </a:r>
            <a:endParaRPr>
              <a:solidFill>
                <a:srgbClr val="FFFFFF"/>
              </a:solidFill>
              <a:latin typeface="IBM Plex Sans"/>
              <a:ea typeface="IBM Plex Sans"/>
              <a:cs typeface="IBM Plex Sans"/>
              <a:sym typeface="IBM Plex Sans"/>
            </a:endParaRPr>
          </a:p>
          <a:p>
            <a:pPr indent="0" lvl="0" marL="0" marR="0" rtl="0" algn="l">
              <a:lnSpc>
                <a:spcPct val="100000"/>
              </a:lnSpc>
              <a:spcBef>
                <a:spcPts val="0"/>
              </a:spcBef>
              <a:spcAft>
                <a:spcPts val="0"/>
              </a:spcAft>
              <a:buClr>
                <a:srgbClr val="000000"/>
              </a:buClr>
              <a:buSzPts val="1196"/>
              <a:buFont typeface="Arial"/>
              <a:buNone/>
            </a:pPr>
            <a:r>
              <a:t/>
            </a:r>
            <a:endParaRPr>
              <a:solidFill>
                <a:srgbClr val="FFFFFF"/>
              </a:solidFill>
              <a:latin typeface="IBM Plex Sans"/>
              <a:ea typeface="IBM Plex Sans"/>
              <a:cs typeface="IBM Plex Sans"/>
              <a:sym typeface="IBM Plex Sans"/>
            </a:endParaRPr>
          </a:p>
        </p:txBody>
      </p:sp>
      <p:sp>
        <p:nvSpPr>
          <p:cNvPr id="518" name="Google Shape;518;p30"/>
          <p:cNvSpPr/>
          <p:nvPr/>
        </p:nvSpPr>
        <p:spPr>
          <a:xfrm>
            <a:off x="4426025" y="2924825"/>
            <a:ext cx="2602500" cy="2048400"/>
          </a:xfrm>
          <a:prstGeom prst="roundRect">
            <a:avLst>
              <a:gd fmla="val 9860" name="adj"/>
            </a:avLst>
          </a:prstGeom>
          <a:solidFill>
            <a:srgbClr val="282828"/>
          </a:solidFill>
          <a:ln>
            <a:noFill/>
          </a:ln>
        </p:spPr>
        <p:txBody>
          <a:bodyPr anchorCtr="0" anchor="ctr" bIns="80400" lIns="80400" spcFirstLastPara="1" rIns="80400" wrap="square" tIns="80400">
            <a:noAutofit/>
          </a:bodyPr>
          <a:lstStyle/>
          <a:p>
            <a:pPr indent="0" lvl="0" marL="0" marR="0" rtl="0" algn="ctr">
              <a:lnSpc>
                <a:spcPct val="100000"/>
              </a:lnSpc>
              <a:spcBef>
                <a:spcPts val="0"/>
              </a:spcBef>
              <a:spcAft>
                <a:spcPts val="0"/>
              </a:spcAft>
              <a:buClr>
                <a:srgbClr val="000000"/>
              </a:buClr>
              <a:buSzPts val="1196"/>
              <a:buFont typeface="Arial"/>
              <a:buNone/>
            </a:pPr>
            <a:r>
              <a:t/>
            </a:r>
            <a:endParaRPr b="0" i="0" sz="1196" u="none" cap="none" strike="noStrike">
              <a:solidFill>
                <a:srgbClr val="000000"/>
              </a:solidFill>
              <a:latin typeface="Arial"/>
              <a:ea typeface="Arial"/>
              <a:cs typeface="Arial"/>
              <a:sym typeface="Arial"/>
            </a:endParaRPr>
          </a:p>
        </p:txBody>
      </p:sp>
      <p:sp>
        <p:nvSpPr>
          <p:cNvPr id="519" name="Google Shape;519;p30"/>
          <p:cNvSpPr txBox="1"/>
          <p:nvPr/>
        </p:nvSpPr>
        <p:spPr>
          <a:xfrm>
            <a:off x="4768575" y="3189925"/>
            <a:ext cx="2184600" cy="1009200"/>
          </a:xfrm>
          <a:prstGeom prst="rect">
            <a:avLst/>
          </a:prstGeom>
          <a:noFill/>
          <a:ln>
            <a:noFill/>
          </a:ln>
        </p:spPr>
        <p:txBody>
          <a:bodyPr anchorCtr="0" anchor="t" bIns="72925" lIns="72925" spcFirstLastPara="1" rIns="72925" wrap="square" tIns="72925">
            <a:spAutoFit/>
          </a:bodyPr>
          <a:lstStyle/>
          <a:p>
            <a:pPr indent="0" lvl="0" marL="0" marR="0" rtl="0" algn="l">
              <a:lnSpc>
                <a:spcPct val="100000"/>
              </a:lnSpc>
              <a:spcBef>
                <a:spcPts val="0"/>
              </a:spcBef>
              <a:spcAft>
                <a:spcPts val="0"/>
              </a:spcAft>
              <a:buClr>
                <a:srgbClr val="000000"/>
              </a:buClr>
              <a:buSzPts val="1196"/>
              <a:buFont typeface="Arial"/>
              <a:buNone/>
            </a:pPr>
            <a:r>
              <a:rPr lang="uk">
                <a:solidFill>
                  <a:srgbClr val="FFFFFF"/>
                </a:solidFill>
                <a:latin typeface="IBM Plex Sans"/>
                <a:ea typeface="IBM Plex Sans"/>
                <a:cs typeface="IBM Plex Sans"/>
                <a:sym typeface="IBM Plex Sans"/>
              </a:rPr>
              <a:t>Класифікація електронних листів на «спам» або «не спам». </a:t>
            </a:r>
            <a:endParaRPr>
              <a:solidFill>
                <a:srgbClr val="FFFFFF"/>
              </a:solidFill>
              <a:latin typeface="IBM Plex Sans"/>
              <a:ea typeface="IBM Plex Sans"/>
              <a:cs typeface="IBM Plex Sans"/>
              <a:sym typeface="IBM Plex Sans"/>
            </a:endParaRPr>
          </a:p>
          <a:p>
            <a:pPr indent="0" lvl="0" marL="0" marR="0" rtl="0" algn="l">
              <a:lnSpc>
                <a:spcPct val="100000"/>
              </a:lnSpc>
              <a:spcBef>
                <a:spcPts val="0"/>
              </a:spcBef>
              <a:spcAft>
                <a:spcPts val="0"/>
              </a:spcAft>
              <a:buClr>
                <a:srgbClr val="000000"/>
              </a:buClr>
              <a:buSzPts val="1196"/>
              <a:buFont typeface="Arial"/>
              <a:buNone/>
            </a:pPr>
            <a:r>
              <a:t/>
            </a:r>
            <a:endParaRPr>
              <a:solidFill>
                <a:srgbClr val="FFFFFF"/>
              </a:solidFill>
              <a:latin typeface="IBM Plex Sans"/>
              <a:ea typeface="IBM Plex Sans"/>
              <a:cs typeface="IBM Plex Sans"/>
              <a:sym typeface="IBM Plex Sans"/>
            </a:endParaRPr>
          </a:p>
        </p:txBody>
      </p:sp>
      <p:sp>
        <p:nvSpPr>
          <p:cNvPr id="520" name="Google Shape;520;p30"/>
          <p:cNvSpPr/>
          <p:nvPr/>
        </p:nvSpPr>
        <p:spPr>
          <a:xfrm>
            <a:off x="7028431" y="2924825"/>
            <a:ext cx="2602500" cy="2048400"/>
          </a:xfrm>
          <a:prstGeom prst="roundRect">
            <a:avLst>
              <a:gd fmla="val 9860" name="adj"/>
            </a:avLst>
          </a:prstGeom>
          <a:solidFill>
            <a:srgbClr val="282828"/>
          </a:solidFill>
          <a:ln>
            <a:noFill/>
          </a:ln>
        </p:spPr>
        <p:txBody>
          <a:bodyPr anchorCtr="0" anchor="ctr" bIns="80400" lIns="80400" spcFirstLastPara="1" rIns="80400" wrap="square" tIns="80400">
            <a:noAutofit/>
          </a:bodyPr>
          <a:lstStyle/>
          <a:p>
            <a:pPr indent="0" lvl="0" marL="0" marR="0" rtl="0" algn="ctr">
              <a:lnSpc>
                <a:spcPct val="100000"/>
              </a:lnSpc>
              <a:spcBef>
                <a:spcPts val="0"/>
              </a:spcBef>
              <a:spcAft>
                <a:spcPts val="0"/>
              </a:spcAft>
              <a:buClr>
                <a:srgbClr val="000000"/>
              </a:buClr>
              <a:buSzPts val="1196"/>
              <a:buFont typeface="Arial"/>
              <a:buNone/>
            </a:pPr>
            <a:r>
              <a:t/>
            </a:r>
            <a:endParaRPr b="0" i="0" sz="1196" u="none" cap="none" strike="noStrike">
              <a:solidFill>
                <a:srgbClr val="000000"/>
              </a:solidFill>
              <a:latin typeface="Arial"/>
              <a:ea typeface="Arial"/>
              <a:cs typeface="Arial"/>
              <a:sym typeface="Arial"/>
            </a:endParaRPr>
          </a:p>
        </p:txBody>
      </p:sp>
      <p:sp>
        <p:nvSpPr>
          <p:cNvPr id="521" name="Google Shape;521;p30"/>
          <p:cNvSpPr txBox="1"/>
          <p:nvPr/>
        </p:nvSpPr>
        <p:spPr>
          <a:xfrm>
            <a:off x="7325403" y="3121175"/>
            <a:ext cx="2184600" cy="1548000"/>
          </a:xfrm>
          <a:prstGeom prst="rect">
            <a:avLst/>
          </a:prstGeom>
          <a:noFill/>
          <a:ln>
            <a:noFill/>
          </a:ln>
        </p:spPr>
        <p:txBody>
          <a:bodyPr anchorCtr="0" anchor="t" bIns="72925" lIns="72925" spcFirstLastPara="1" rIns="72925" wrap="square" tIns="72925">
            <a:spAutoFit/>
          </a:bodyPr>
          <a:lstStyle/>
          <a:p>
            <a:pPr indent="0" lvl="0" marL="0" marR="0" rtl="0" algn="l">
              <a:lnSpc>
                <a:spcPct val="100000"/>
              </a:lnSpc>
              <a:spcBef>
                <a:spcPts val="0"/>
              </a:spcBef>
              <a:spcAft>
                <a:spcPts val="0"/>
              </a:spcAft>
              <a:buClr>
                <a:srgbClr val="000000"/>
              </a:buClr>
              <a:buSzPts val="1196"/>
              <a:buFont typeface="Arial"/>
              <a:buNone/>
            </a:pPr>
            <a:r>
              <a:rPr lang="uk" sz="1300">
                <a:solidFill>
                  <a:srgbClr val="FFFFFF"/>
                </a:solidFill>
                <a:latin typeface="IBM Plex Sans"/>
                <a:ea typeface="IBM Plex Sans"/>
                <a:cs typeface="IBM Plex Sans"/>
                <a:sym typeface="IBM Plex Sans"/>
              </a:rPr>
              <a:t>Метод також використовується у медицині, наприклад, для визначення чи є пухлина злоякісною, чи доброякісною. </a:t>
            </a:r>
            <a:endParaRPr sz="1300">
              <a:solidFill>
                <a:srgbClr val="FFFFFF"/>
              </a:solidFill>
              <a:latin typeface="IBM Plex Sans"/>
              <a:ea typeface="IBM Plex Sans"/>
              <a:cs typeface="IBM Plex Sans"/>
              <a:sym typeface="IBM Plex Sans"/>
            </a:endParaRPr>
          </a:p>
          <a:p>
            <a:pPr indent="0" lvl="0" marL="0" marR="0" rtl="0" algn="l">
              <a:lnSpc>
                <a:spcPct val="100000"/>
              </a:lnSpc>
              <a:spcBef>
                <a:spcPts val="0"/>
              </a:spcBef>
              <a:spcAft>
                <a:spcPts val="0"/>
              </a:spcAft>
              <a:buClr>
                <a:srgbClr val="000000"/>
              </a:buClr>
              <a:buSzPts val="1196"/>
              <a:buFont typeface="Arial"/>
              <a:buNone/>
            </a:pPr>
            <a:r>
              <a:t/>
            </a:r>
            <a:endParaRPr sz="1300">
              <a:solidFill>
                <a:srgbClr val="FFFFFF"/>
              </a:solidFill>
              <a:latin typeface="IBM Plex Sans"/>
              <a:ea typeface="IBM Plex Sans"/>
              <a:cs typeface="IBM Plex Sans"/>
              <a:sym typeface="IBM Plex Sans"/>
            </a:endParaRPr>
          </a:p>
        </p:txBody>
      </p:sp>
      <p:sp>
        <p:nvSpPr>
          <p:cNvPr id="522" name="Google Shape;522;p30"/>
          <p:cNvSpPr/>
          <p:nvPr/>
        </p:nvSpPr>
        <p:spPr>
          <a:xfrm>
            <a:off x="343625" y="1996875"/>
            <a:ext cx="4082400" cy="1120500"/>
          </a:xfrm>
          <a:prstGeom prst="roundRect">
            <a:avLst>
              <a:gd fmla="val 18859" name="adj"/>
            </a:avLst>
          </a:prstGeom>
          <a:solidFill>
            <a:srgbClr val="076CFC"/>
          </a:solidFill>
          <a:ln>
            <a:noFill/>
          </a:ln>
        </p:spPr>
        <p:txBody>
          <a:bodyPr anchorCtr="0" anchor="ctr" bIns="91425" lIns="91425" spcFirstLastPara="1" rIns="91425" wrap="square" tIns="91425">
            <a:noAutofit/>
          </a:bodyPr>
          <a:lstStyle/>
          <a:p>
            <a:pPr indent="0" lvl="0" marL="0" marR="0" rtl="0" algn="l">
              <a:lnSpc>
                <a:spcPct val="100000"/>
              </a:lnSpc>
              <a:spcBef>
                <a:spcPts val="180"/>
              </a:spcBef>
              <a:spcAft>
                <a:spcPts val="180"/>
              </a:spcAft>
              <a:buClr>
                <a:srgbClr val="000000"/>
              </a:buClr>
              <a:buSzPts val="1400"/>
              <a:buFont typeface="Arial"/>
              <a:buNone/>
            </a:pPr>
            <a:r>
              <a:t/>
            </a:r>
            <a:endParaRPr b="0" i="0" sz="1400" u="none" cap="none" strike="noStrike">
              <a:solidFill>
                <a:srgbClr val="FFFFFF"/>
              </a:solidFill>
              <a:latin typeface="IBM Plex Sans"/>
              <a:ea typeface="IBM Plex Sans"/>
              <a:cs typeface="IBM Plex Sans"/>
              <a:sym typeface="IBM Plex Sans"/>
            </a:endParaRPr>
          </a:p>
        </p:txBody>
      </p:sp>
      <p:sp>
        <p:nvSpPr>
          <p:cNvPr id="523" name="Google Shape;523;p30"/>
          <p:cNvSpPr txBox="1"/>
          <p:nvPr/>
        </p:nvSpPr>
        <p:spPr>
          <a:xfrm>
            <a:off x="527532" y="2033775"/>
            <a:ext cx="36132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uk">
                <a:solidFill>
                  <a:schemeClr val="lt1"/>
                </a:solidFill>
                <a:latin typeface="IBM Plex Sans"/>
                <a:ea typeface="IBM Plex Sans"/>
                <a:cs typeface="IBM Plex Sans"/>
                <a:sym typeface="IBM Plex Sans"/>
              </a:rPr>
              <a:t>Логістична регресія не передбачає значення — вона передбачає ймовірність. Наприклад: «З імовірністю 82% ця людина купить продукт».</a:t>
            </a:r>
            <a:endParaRPr>
              <a:solidFill>
                <a:schemeClr val="lt1"/>
              </a:solidFill>
              <a:latin typeface="IBM Plex Sans"/>
              <a:ea typeface="IBM Plex Sans"/>
              <a:cs typeface="IBM Plex Sans"/>
              <a:sym typeface="IBM Plex Sans"/>
            </a:endParaRPr>
          </a:p>
        </p:txBody>
      </p:sp>
      <p:sp>
        <p:nvSpPr>
          <p:cNvPr id="524" name="Google Shape;524;p30"/>
          <p:cNvSpPr/>
          <p:nvPr/>
        </p:nvSpPr>
        <p:spPr>
          <a:xfrm>
            <a:off x="313950" y="3117375"/>
            <a:ext cx="4082400" cy="621600"/>
          </a:xfrm>
          <a:prstGeom prst="roundRect">
            <a:avLst>
              <a:gd fmla="val 50000" name="adj"/>
            </a:avLst>
          </a:prstGeom>
          <a:solidFill>
            <a:srgbClr val="076CFC"/>
          </a:solidFill>
          <a:ln>
            <a:noFill/>
          </a:ln>
        </p:spPr>
        <p:txBody>
          <a:bodyPr anchorCtr="0" anchor="ctr" bIns="91425" lIns="91425" spcFirstLastPara="1" rIns="91425" wrap="square" tIns="91425">
            <a:noAutofit/>
          </a:bodyPr>
          <a:lstStyle/>
          <a:p>
            <a:pPr indent="0" lvl="0" marL="457200" marR="0" rtl="0" algn="l">
              <a:lnSpc>
                <a:spcPct val="100000"/>
              </a:lnSpc>
              <a:spcBef>
                <a:spcPts val="0"/>
              </a:spcBef>
              <a:spcAft>
                <a:spcPts val="0"/>
              </a:spcAft>
              <a:buNone/>
            </a:pPr>
            <a:r>
              <a:rPr lang="uk">
                <a:solidFill>
                  <a:srgbClr val="FFFFFF"/>
                </a:solidFill>
                <a:latin typeface="IBM Plex Sans"/>
                <a:ea typeface="IBM Plex Sans"/>
                <a:cs typeface="IBM Plex Sans"/>
                <a:sym typeface="IBM Plex Sans"/>
              </a:rPr>
              <a:t>Класичний інструмент для            виявлення ризиків чи загроз.</a:t>
            </a:r>
            <a:endParaRPr>
              <a:solidFill>
                <a:srgbClr val="FFFFFF"/>
              </a:solidFill>
              <a:latin typeface="IBM Plex Sans"/>
              <a:ea typeface="IBM Plex Sans"/>
              <a:cs typeface="IBM Plex Sans"/>
              <a:sym typeface="IBM Plex Sans"/>
            </a:endParaRPr>
          </a:p>
        </p:txBody>
      </p:sp>
      <p:pic>
        <p:nvPicPr>
          <p:cNvPr id="525" name="Google Shape;525;p30"/>
          <p:cNvPicPr preferRelativeResize="0"/>
          <p:nvPr/>
        </p:nvPicPr>
        <p:blipFill rotWithShape="1">
          <a:blip r:embed="rId3">
            <a:alphaModFix/>
          </a:blip>
          <a:srcRect b="0" l="37000" r="38639" t="0"/>
          <a:stretch/>
        </p:blipFill>
        <p:spPr>
          <a:xfrm rot="-1761968">
            <a:off x="6333428" y="1852277"/>
            <a:ext cx="619749" cy="946575"/>
          </a:xfrm>
          <a:prstGeom prst="rect">
            <a:avLst/>
          </a:prstGeom>
          <a:noFill/>
          <a:ln>
            <a:noFill/>
          </a:ln>
        </p:spPr>
      </p:pic>
      <p:pic>
        <p:nvPicPr>
          <p:cNvPr id="526" name="Google Shape;526;p30"/>
          <p:cNvPicPr preferRelativeResize="0"/>
          <p:nvPr/>
        </p:nvPicPr>
        <p:blipFill rotWithShape="1">
          <a:blip r:embed="rId3">
            <a:alphaModFix/>
          </a:blip>
          <a:srcRect b="0" l="37000" r="38639" t="0"/>
          <a:stretch/>
        </p:blipFill>
        <p:spPr>
          <a:xfrm rot="-1761968">
            <a:off x="8818903" y="1852277"/>
            <a:ext cx="619749" cy="946575"/>
          </a:xfrm>
          <a:prstGeom prst="rect">
            <a:avLst/>
          </a:prstGeom>
          <a:noFill/>
          <a:ln>
            <a:noFill/>
          </a:ln>
        </p:spPr>
      </p:pic>
      <p:pic>
        <p:nvPicPr>
          <p:cNvPr id="527" name="Google Shape;527;p30"/>
          <p:cNvPicPr preferRelativeResize="0"/>
          <p:nvPr/>
        </p:nvPicPr>
        <p:blipFill rotWithShape="1">
          <a:blip r:embed="rId3">
            <a:alphaModFix/>
          </a:blip>
          <a:srcRect b="0" l="37000" r="38639" t="0"/>
          <a:stretch/>
        </p:blipFill>
        <p:spPr>
          <a:xfrm rot="-1761968">
            <a:off x="6333428" y="3935502"/>
            <a:ext cx="619749" cy="946575"/>
          </a:xfrm>
          <a:prstGeom prst="rect">
            <a:avLst/>
          </a:prstGeom>
          <a:noFill/>
          <a:ln>
            <a:noFill/>
          </a:ln>
        </p:spPr>
      </p:pic>
      <p:pic>
        <p:nvPicPr>
          <p:cNvPr id="528" name="Google Shape;528;p30"/>
          <p:cNvPicPr preferRelativeResize="0"/>
          <p:nvPr/>
        </p:nvPicPr>
        <p:blipFill rotWithShape="1">
          <a:blip r:embed="rId3">
            <a:alphaModFix/>
          </a:blip>
          <a:srcRect b="0" l="37000" r="38639" t="0"/>
          <a:stretch/>
        </p:blipFill>
        <p:spPr>
          <a:xfrm rot="-1761968">
            <a:off x="8818903" y="3935502"/>
            <a:ext cx="619749" cy="9465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532" name="Shape 532"/>
        <p:cNvGrpSpPr/>
        <p:nvPr/>
      </p:nvGrpSpPr>
      <p:grpSpPr>
        <a:xfrm>
          <a:off x="0" y="0"/>
          <a:ext cx="0" cy="0"/>
          <a:chOff x="0" y="0"/>
          <a:chExt cx="0" cy="0"/>
        </a:xfrm>
      </p:grpSpPr>
      <p:sp>
        <p:nvSpPr>
          <p:cNvPr id="533" name="Google Shape;533;p31"/>
          <p:cNvSpPr txBox="1"/>
          <p:nvPr/>
        </p:nvSpPr>
        <p:spPr>
          <a:xfrm>
            <a:off x="888338" y="-2068850"/>
            <a:ext cx="8553900" cy="465300"/>
          </a:xfrm>
          <a:prstGeom prst="rect">
            <a:avLst/>
          </a:prstGeom>
          <a:noFill/>
          <a:ln>
            <a:noFill/>
          </a:ln>
        </p:spPr>
        <p:txBody>
          <a:bodyPr anchorCtr="0" anchor="t" bIns="100800" lIns="100800" spcFirstLastPara="1" rIns="100800" wrap="square" tIns="100800">
            <a:spAutoFit/>
          </a:bodyPr>
          <a:lstStyle/>
          <a:p>
            <a:pPr indent="0" lvl="0" marL="508000" marR="0" rtl="0" algn="l">
              <a:lnSpc>
                <a:spcPct val="100000"/>
              </a:lnSpc>
              <a:spcBef>
                <a:spcPts val="1100"/>
              </a:spcBef>
              <a:spcAft>
                <a:spcPts val="1100"/>
              </a:spcAft>
              <a:buClr>
                <a:srgbClr val="000000"/>
              </a:buClr>
              <a:buSzPts val="1700"/>
              <a:buFont typeface="Arial"/>
              <a:buNone/>
            </a:pPr>
            <a:r>
              <a:t/>
            </a:r>
            <a:endParaRPr b="1" i="0" sz="1700" u="none" cap="none" strike="noStrike">
              <a:solidFill>
                <a:srgbClr val="181919"/>
              </a:solidFill>
              <a:latin typeface="IBM Plex Sans"/>
              <a:ea typeface="IBM Plex Sans"/>
              <a:cs typeface="IBM Plex Sans"/>
              <a:sym typeface="IBM Plex Sans"/>
            </a:endParaRPr>
          </a:p>
        </p:txBody>
      </p:sp>
      <p:sp>
        <p:nvSpPr>
          <p:cNvPr id="534" name="Google Shape;534;p31"/>
          <p:cNvSpPr txBox="1"/>
          <p:nvPr/>
        </p:nvSpPr>
        <p:spPr>
          <a:xfrm>
            <a:off x="238097" y="123173"/>
            <a:ext cx="9450300" cy="7851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LASSO/RIDGE </a:t>
            </a:r>
            <a:br>
              <a:rPr b="0" i="0" lang="uk" sz="3300" u="none" cap="none" strike="noStrike">
                <a:solidFill>
                  <a:srgbClr val="E5E8EC"/>
                </a:solidFill>
                <a:latin typeface="IBM Plex Mono SemiBold"/>
                <a:ea typeface="IBM Plex Mono SemiBold"/>
                <a:cs typeface="IBM Plex Mono SemiBold"/>
                <a:sym typeface="IBM Plex Mono SemiBold"/>
              </a:rPr>
            </a:br>
            <a:r>
              <a:rPr b="0" i="0" lang="uk" sz="3300" u="none" cap="none" strike="noStrike">
                <a:solidFill>
                  <a:srgbClr val="E5E8EC"/>
                </a:solidFill>
                <a:latin typeface="IBM Plex Mono SemiBold"/>
                <a:ea typeface="IBM Plex Mono SemiBold"/>
                <a:cs typeface="IBM Plex Mono SemiBold"/>
                <a:sym typeface="IBM Plex Mono SemiBold"/>
              </a:rPr>
              <a:t>(РЕГУЛЯРИЗОВАНІ РЕГРЕСІЇ)</a:t>
            </a:r>
            <a:endParaRPr b="0" i="0" sz="3300" u="none" cap="none" strike="noStrike">
              <a:solidFill>
                <a:srgbClr val="E5E8EC"/>
              </a:solidFill>
              <a:latin typeface="IBM Plex Mono SemiBold"/>
              <a:ea typeface="IBM Plex Mono SemiBold"/>
              <a:cs typeface="IBM Plex Mono SemiBold"/>
              <a:sym typeface="IBM Plex Mono SemiBold"/>
            </a:endParaRPr>
          </a:p>
        </p:txBody>
      </p:sp>
      <p:sp>
        <p:nvSpPr>
          <p:cNvPr id="535" name="Google Shape;535;p31"/>
          <p:cNvSpPr/>
          <p:nvPr/>
        </p:nvSpPr>
        <p:spPr>
          <a:xfrm>
            <a:off x="267400" y="1295400"/>
            <a:ext cx="9470400" cy="621600"/>
          </a:xfrm>
          <a:prstGeom prst="roundRect">
            <a:avLst>
              <a:gd fmla="val 50000" name="adj"/>
            </a:avLst>
          </a:prstGeom>
          <a:solidFill>
            <a:srgbClr val="282828"/>
          </a:solidFill>
          <a:ln>
            <a:noFill/>
          </a:ln>
        </p:spPr>
        <p:txBody>
          <a:bodyPr anchorCtr="0" anchor="ctr" bIns="91425" lIns="91425" spcFirstLastPara="1" rIns="91425" wrap="square" tIns="91425">
            <a:noAutofit/>
          </a:bodyPr>
          <a:lstStyle/>
          <a:p>
            <a:pPr indent="0" lvl="0" marL="508000" marR="0" rtl="0" algn="l">
              <a:lnSpc>
                <a:spcPct val="100000"/>
              </a:lnSpc>
              <a:spcBef>
                <a:spcPts val="0"/>
              </a:spcBef>
              <a:spcAft>
                <a:spcPts val="0"/>
              </a:spcAft>
              <a:buClr>
                <a:srgbClr val="000000"/>
              </a:buClr>
              <a:buSzPts val="1500"/>
              <a:buFont typeface="Arial"/>
              <a:buNone/>
            </a:pPr>
            <a:r>
              <a:rPr lang="uk" sz="1500">
                <a:solidFill>
                  <a:schemeClr val="lt1"/>
                </a:solidFill>
                <a:latin typeface="IBM Plex Sans"/>
                <a:ea typeface="IBM Plex Sans"/>
                <a:cs typeface="IBM Plex Sans"/>
                <a:sym typeface="IBM Plex Sans"/>
              </a:rPr>
              <a:t>Коли даних дуже багато: Наприклад, ти моніториш 50+ факторів по країні:                             соцмережі, новини, економіку, дипломатію тощо.</a:t>
            </a:r>
            <a:endParaRPr sz="1500">
              <a:solidFill>
                <a:schemeClr val="lt1"/>
              </a:solidFill>
              <a:latin typeface="IBM Plex Sans"/>
              <a:ea typeface="IBM Plex Sans"/>
              <a:cs typeface="IBM Plex Sans"/>
              <a:sym typeface="IBM Plex Sans"/>
            </a:endParaRPr>
          </a:p>
        </p:txBody>
      </p:sp>
      <p:sp>
        <p:nvSpPr>
          <p:cNvPr id="536" name="Google Shape;536;p31"/>
          <p:cNvSpPr/>
          <p:nvPr/>
        </p:nvSpPr>
        <p:spPr>
          <a:xfrm>
            <a:off x="267400" y="1917000"/>
            <a:ext cx="9470400" cy="621600"/>
          </a:xfrm>
          <a:prstGeom prst="roundRect">
            <a:avLst>
              <a:gd fmla="val 50000" name="adj"/>
            </a:avLst>
          </a:prstGeom>
          <a:solidFill>
            <a:srgbClr val="282828"/>
          </a:solidFill>
          <a:ln>
            <a:noFill/>
          </a:ln>
        </p:spPr>
        <p:txBody>
          <a:bodyPr anchorCtr="0" anchor="ctr" bIns="91425" lIns="91425" spcFirstLastPara="1" rIns="91425" wrap="square" tIns="91425">
            <a:noAutofit/>
          </a:bodyPr>
          <a:lstStyle/>
          <a:p>
            <a:pPr indent="0" lvl="0" marL="508000" marR="0" rtl="0" algn="l">
              <a:lnSpc>
                <a:spcPct val="100000"/>
              </a:lnSpc>
              <a:spcBef>
                <a:spcPts val="0"/>
              </a:spcBef>
              <a:spcAft>
                <a:spcPts val="0"/>
              </a:spcAft>
              <a:buClr>
                <a:srgbClr val="000000"/>
              </a:buClr>
              <a:buSzPts val="1500"/>
              <a:buFont typeface="Arial"/>
              <a:buNone/>
            </a:pPr>
            <a:r>
              <a:rPr lang="uk" sz="1500">
                <a:solidFill>
                  <a:schemeClr val="lt1"/>
                </a:solidFill>
                <a:latin typeface="IBM Plex Sans"/>
                <a:ea typeface="IBM Plex Sans"/>
                <a:cs typeface="IBM Plex Sans"/>
                <a:sym typeface="IBM Plex Sans"/>
              </a:rPr>
              <a:t>Хочеш автоматично відсіяти несуттєві фактори й залишити головні </a:t>
            </a:r>
            <a:endParaRPr sz="1500">
              <a:solidFill>
                <a:schemeClr val="lt1"/>
              </a:solidFill>
              <a:latin typeface="IBM Plex Sans"/>
              <a:ea typeface="IBM Plex Sans"/>
              <a:cs typeface="IBM Plex Sans"/>
              <a:sym typeface="IBM Plex Sans"/>
            </a:endParaRPr>
          </a:p>
          <a:p>
            <a:pPr indent="0" lvl="0" marL="508000" marR="0" rtl="0" algn="l">
              <a:lnSpc>
                <a:spcPct val="100000"/>
              </a:lnSpc>
              <a:spcBef>
                <a:spcPts val="0"/>
              </a:spcBef>
              <a:spcAft>
                <a:spcPts val="0"/>
              </a:spcAft>
              <a:buClr>
                <a:srgbClr val="000000"/>
              </a:buClr>
              <a:buSzPts val="1500"/>
              <a:buFont typeface="Arial"/>
              <a:buNone/>
            </a:pPr>
            <a:r>
              <a:rPr lang="uk" sz="1500">
                <a:solidFill>
                  <a:schemeClr val="lt1"/>
                </a:solidFill>
                <a:latin typeface="IBM Plex Sans"/>
                <a:ea typeface="IBM Plex Sans"/>
                <a:cs typeface="IBM Plex Sans"/>
                <a:sym typeface="IBM Plex Sans"/>
              </a:rPr>
              <a:t>для прогнозу конфліктів чи криз.</a:t>
            </a:r>
            <a:endParaRPr sz="1500">
              <a:solidFill>
                <a:schemeClr val="lt1"/>
              </a:solidFill>
              <a:latin typeface="IBM Plex Sans"/>
              <a:ea typeface="IBM Plex Sans"/>
              <a:cs typeface="IBM Plex Sans"/>
              <a:sym typeface="IBM Plex Sans"/>
            </a:endParaRPr>
          </a:p>
        </p:txBody>
      </p:sp>
      <p:sp>
        <p:nvSpPr>
          <p:cNvPr id="537" name="Google Shape;537;p31"/>
          <p:cNvSpPr/>
          <p:nvPr/>
        </p:nvSpPr>
        <p:spPr>
          <a:xfrm>
            <a:off x="267400" y="2524475"/>
            <a:ext cx="9470400" cy="6216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508000" marR="0" rtl="0" algn="l">
              <a:lnSpc>
                <a:spcPct val="100000"/>
              </a:lnSpc>
              <a:spcBef>
                <a:spcPts val="0"/>
              </a:spcBef>
              <a:spcAft>
                <a:spcPts val="0"/>
              </a:spcAft>
              <a:buClr>
                <a:srgbClr val="000000"/>
              </a:buClr>
              <a:buSzPts val="1500"/>
              <a:buFont typeface="Arial"/>
              <a:buNone/>
            </a:pPr>
            <a:r>
              <a:rPr lang="uk" sz="1500">
                <a:solidFill>
                  <a:schemeClr val="lt1"/>
                </a:solidFill>
                <a:latin typeface="IBM Plex Sans"/>
                <a:ea typeface="IBM Plex Sans"/>
                <a:cs typeface="IBM Plex Sans"/>
                <a:sym typeface="IBM Plex Sans"/>
              </a:rPr>
              <a:t>Проста інтерпретація, працює при нормальних умовах, але не ловить складні залежності.</a:t>
            </a:r>
            <a:endParaRPr sz="1500">
              <a:solidFill>
                <a:schemeClr val="lt1"/>
              </a:solidFill>
              <a:latin typeface="IBM Plex Sans"/>
              <a:ea typeface="IBM Plex Sans"/>
              <a:cs typeface="IBM Plex Sans"/>
              <a:sym typeface="IBM Plex Sans"/>
            </a:endParaRPr>
          </a:p>
        </p:txBody>
      </p:sp>
      <p:pic>
        <p:nvPicPr>
          <p:cNvPr id="538" name="Google Shape;538;p31"/>
          <p:cNvPicPr preferRelativeResize="0"/>
          <p:nvPr/>
        </p:nvPicPr>
        <p:blipFill rotWithShape="1">
          <a:blip r:embed="rId3">
            <a:alphaModFix/>
          </a:blip>
          <a:srcRect b="0" l="5384" r="0" t="24631"/>
          <a:stretch/>
        </p:blipFill>
        <p:spPr>
          <a:xfrm>
            <a:off x="2950342" y="2524475"/>
            <a:ext cx="4429917" cy="621600"/>
          </a:xfrm>
          <a:prstGeom prst="rect">
            <a:avLst/>
          </a:prstGeom>
          <a:noFill/>
          <a:ln>
            <a:noFill/>
          </a:ln>
        </p:spPr>
      </p:pic>
      <p:pic>
        <p:nvPicPr>
          <p:cNvPr id="539" name="Google Shape;539;p31"/>
          <p:cNvPicPr preferRelativeResize="0"/>
          <p:nvPr/>
        </p:nvPicPr>
        <p:blipFill rotWithShape="1">
          <a:blip r:embed="rId4">
            <a:alphaModFix/>
          </a:blip>
          <a:srcRect b="46435" l="9" r="11917" t="0"/>
          <a:stretch/>
        </p:blipFill>
        <p:spPr>
          <a:xfrm>
            <a:off x="1006225" y="3288250"/>
            <a:ext cx="9074400" cy="23823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543" name="Shape 543"/>
        <p:cNvGrpSpPr/>
        <p:nvPr/>
      </p:nvGrpSpPr>
      <p:grpSpPr>
        <a:xfrm>
          <a:off x="0" y="0"/>
          <a:ext cx="0" cy="0"/>
          <a:chOff x="0" y="0"/>
          <a:chExt cx="0" cy="0"/>
        </a:xfrm>
      </p:grpSpPr>
      <p:sp>
        <p:nvSpPr>
          <p:cNvPr id="544" name="Google Shape;544;p32"/>
          <p:cNvSpPr/>
          <p:nvPr/>
        </p:nvSpPr>
        <p:spPr>
          <a:xfrm>
            <a:off x="3865025" y="1246400"/>
            <a:ext cx="5898600" cy="3926400"/>
          </a:xfrm>
          <a:prstGeom prst="roundRect">
            <a:avLst>
              <a:gd fmla="val 8532" name="adj"/>
            </a:avLst>
          </a:prstGeom>
          <a:solidFill>
            <a:schemeClr val="lt1"/>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45" name="Google Shape;545;p32"/>
          <p:cNvSpPr/>
          <p:nvPr/>
        </p:nvSpPr>
        <p:spPr>
          <a:xfrm>
            <a:off x="317225" y="1246375"/>
            <a:ext cx="3547800" cy="3926400"/>
          </a:xfrm>
          <a:prstGeom prst="roundRect">
            <a:avLst>
              <a:gd fmla="val 9593" name="adj"/>
            </a:avLst>
          </a:prstGeom>
          <a:solidFill>
            <a:srgbClr val="076CFC"/>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46" name="Google Shape;546;p32"/>
          <p:cNvSpPr txBox="1"/>
          <p:nvPr/>
        </p:nvSpPr>
        <p:spPr>
          <a:xfrm>
            <a:off x="238097" y="123173"/>
            <a:ext cx="9450300" cy="1168500"/>
          </a:xfrm>
          <a:prstGeom prst="rect">
            <a:avLst/>
          </a:prstGeom>
          <a:noFill/>
          <a:ln>
            <a:noFill/>
          </a:ln>
        </p:spPr>
        <p:txBody>
          <a:bodyPr anchorCtr="0" anchor="t" bIns="75600" lIns="75600" spcFirstLastPara="1" rIns="75600" wrap="square" tIns="75600">
            <a:spAutoFit/>
          </a:bodyPr>
          <a:lstStyle/>
          <a:p>
            <a:pPr indent="0" lvl="0" marL="0" marR="0" rtl="0" algn="l">
              <a:lnSpc>
                <a:spcPct val="100000"/>
              </a:lnSpc>
              <a:spcBef>
                <a:spcPts val="0"/>
              </a:spcBef>
              <a:spcAft>
                <a:spcPts val="0"/>
              </a:spcAft>
              <a:buClr>
                <a:schemeClr val="dk1"/>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ДЕРЕВА РІШЕНЬ І БУСТИНГ </a:t>
            </a:r>
            <a:br>
              <a:rPr b="0" i="0" lang="uk" sz="3300" u="none" cap="none" strike="noStrike">
                <a:solidFill>
                  <a:srgbClr val="E5E8EC"/>
                </a:solidFill>
                <a:latin typeface="IBM Plex Mono SemiBold"/>
                <a:ea typeface="IBM Plex Mono SemiBold"/>
                <a:cs typeface="IBM Plex Mono SemiBold"/>
                <a:sym typeface="IBM Plex Mono SemiBold"/>
              </a:rPr>
            </a:br>
            <a:r>
              <a:rPr b="0" i="0" lang="uk" sz="3300" u="none" cap="none" strike="noStrike">
                <a:solidFill>
                  <a:srgbClr val="E5E8EC"/>
                </a:solidFill>
                <a:latin typeface="IBM Plex Mono SemiBold"/>
                <a:ea typeface="IBM Plex Mono SemiBold"/>
                <a:cs typeface="IBM Plex Mono SemiBold"/>
                <a:sym typeface="IBM Plex Mono SemiBold"/>
              </a:rPr>
              <a:t>(XGBOOST, LIGHTGBM)</a:t>
            </a:r>
            <a:endParaRPr b="0" i="0" sz="3300" u="none" cap="none" strike="noStrike">
              <a:solidFill>
                <a:srgbClr val="E5E8EC"/>
              </a:solidFill>
              <a:latin typeface="IBM Plex Mono SemiBold"/>
              <a:ea typeface="IBM Plex Mono SemiBold"/>
              <a:cs typeface="IBM Plex Mono SemiBold"/>
              <a:sym typeface="IBM Plex Mono SemiBold"/>
            </a:endParaRPr>
          </a:p>
        </p:txBody>
      </p:sp>
      <p:sp>
        <p:nvSpPr>
          <p:cNvPr id="547" name="Google Shape;547;p32"/>
          <p:cNvSpPr txBox="1"/>
          <p:nvPr/>
        </p:nvSpPr>
        <p:spPr>
          <a:xfrm>
            <a:off x="554024" y="1625125"/>
            <a:ext cx="3245700" cy="3983700"/>
          </a:xfrm>
          <a:prstGeom prst="rect">
            <a:avLst/>
          </a:prstGeom>
          <a:noFill/>
          <a:ln>
            <a:noFill/>
          </a:ln>
        </p:spPr>
        <p:txBody>
          <a:bodyPr anchorCtr="0" anchor="t" bIns="75600" lIns="75600" spcFirstLastPara="1" rIns="75600" wrap="square" tIns="75600">
            <a:spAutoFit/>
          </a:bodyPr>
          <a:lstStyle/>
          <a:p>
            <a:pPr indent="0" lvl="0" marL="0" marR="0" rtl="0" algn="l">
              <a:lnSpc>
                <a:spcPct val="115000"/>
              </a:lnSpc>
              <a:spcBef>
                <a:spcPts val="1200"/>
              </a:spcBef>
              <a:spcAft>
                <a:spcPts val="0"/>
              </a:spcAft>
              <a:buClr>
                <a:srgbClr val="000000"/>
              </a:buClr>
              <a:buSzPts val="1400"/>
              <a:buFont typeface="Arial"/>
              <a:buNone/>
            </a:pPr>
            <a:r>
              <a:rPr b="0" i="0" lang="uk" sz="1400" u="none" cap="none" strike="noStrike">
                <a:solidFill>
                  <a:schemeClr val="lt1"/>
                </a:solidFill>
                <a:latin typeface="IBM Plex Sans"/>
                <a:ea typeface="IBM Plex Sans"/>
                <a:cs typeface="IBM Plex Sans"/>
                <a:sym typeface="IBM Plex Sans"/>
              </a:rPr>
              <a:t>Наприклад, ти будуєш модель, яка прогнозує вторгнення на основі купи сигналів: переміщення військ, риторика в медіа, економічні дані.</a:t>
            </a:r>
            <a:endParaRPr b="0" i="0" sz="14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1200"/>
              </a:spcBef>
              <a:spcAft>
                <a:spcPts val="0"/>
              </a:spcAft>
              <a:buClr>
                <a:srgbClr val="000000"/>
              </a:buClr>
              <a:buSzPts val="1400"/>
              <a:buFont typeface="Arial"/>
              <a:buNone/>
            </a:pPr>
            <a:r>
              <a:rPr b="0" i="0" lang="uk" sz="1400" u="none" cap="none" strike="noStrike">
                <a:solidFill>
                  <a:schemeClr val="lt1"/>
                </a:solidFill>
                <a:latin typeface="IBM Plex Sans"/>
                <a:ea typeface="IBM Plex Sans"/>
                <a:cs typeface="IBM Plex Sans"/>
                <a:sym typeface="IBM Plex Sans"/>
              </a:rPr>
              <a:t>Дуже гнучкі, працюють з нелінійними залежностями.</a:t>
            </a:r>
            <a:endParaRPr b="0" i="0" sz="14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1200"/>
              </a:spcBef>
              <a:spcAft>
                <a:spcPts val="0"/>
              </a:spcAft>
              <a:buClr>
                <a:srgbClr val="000000"/>
              </a:buClr>
              <a:buSzPts val="1400"/>
              <a:buFont typeface="Arial"/>
              <a:buNone/>
            </a:pPr>
            <a:r>
              <a:t/>
            </a:r>
            <a:endParaRPr b="0" i="0" sz="14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1200"/>
              </a:spcBef>
              <a:spcAft>
                <a:spcPts val="0"/>
              </a:spcAft>
              <a:buClr>
                <a:srgbClr val="000000"/>
              </a:buClr>
              <a:buSzPts val="1400"/>
              <a:buFont typeface="Arial"/>
              <a:buNone/>
            </a:pPr>
            <a:br>
              <a:rPr b="1" i="0" lang="uk" sz="1400" u="none" cap="none" strike="noStrike">
                <a:solidFill>
                  <a:schemeClr val="lt1"/>
                </a:solidFill>
                <a:latin typeface="IBM Plex Sans"/>
                <a:ea typeface="IBM Plex Sans"/>
                <a:cs typeface="IBM Plex Sans"/>
                <a:sym typeface="IBM Plex Sans"/>
              </a:rPr>
            </a:br>
            <a:endParaRPr b="0" i="0" sz="14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1200"/>
              </a:spcBef>
              <a:spcAft>
                <a:spcPts val="0"/>
              </a:spcAft>
              <a:buClr>
                <a:srgbClr val="000000"/>
              </a:buClr>
              <a:buSzPts val="1600"/>
              <a:buFont typeface="Arial"/>
              <a:buNone/>
            </a:pPr>
            <a:r>
              <a:t/>
            </a:r>
            <a:endParaRPr b="1" i="0" sz="16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chemeClr val="lt1"/>
              </a:solidFill>
              <a:latin typeface="IBM Plex Sans"/>
              <a:ea typeface="IBM Plex Sans"/>
              <a:cs typeface="IBM Plex Sans"/>
              <a:sym typeface="IBM Plex Sans"/>
            </a:endParaRPr>
          </a:p>
        </p:txBody>
      </p:sp>
      <p:pic>
        <p:nvPicPr>
          <p:cNvPr id="548" name="Google Shape;548;p32"/>
          <p:cNvPicPr preferRelativeResize="0"/>
          <p:nvPr/>
        </p:nvPicPr>
        <p:blipFill rotWithShape="1">
          <a:blip r:embed="rId3">
            <a:alphaModFix/>
          </a:blip>
          <a:srcRect b="0" l="0" r="0" t="0"/>
          <a:stretch/>
        </p:blipFill>
        <p:spPr>
          <a:xfrm>
            <a:off x="4112075" y="1604738"/>
            <a:ext cx="5305200" cy="3209725"/>
          </a:xfrm>
          <a:prstGeom prst="rect">
            <a:avLst/>
          </a:prstGeom>
          <a:noFill/>
          <a:ln>
            <a:noFill/>
          </a:ln>
        </p:spPr>
      </p:pic>
      <p:pic>
        <p:nvPicPr>
          <p:cNvPr id="549" name="Google Shape;549;p32"/>
          <p:cNvPicPr preferRelativeResize="0"/>
          <p:nvPr/>
        </p:nvPicPr>
        <p:blipFill>
          <a:blip r:embed="rId4">
            <a:alphaModFix/>
          </a:blip>
          <a:stretch>
            <a:fillRect/>
          </a:stretch>
        </p:blipFill>
        <p:spPr>
          <a:xfrm>
            <a:off x="644525" y="3408098"/>
            <a:ext cx="1383449" cy="1493751"/>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553" name="Shape 553"/>
        <p:cNvGrpSpPr/>
        <p:nvPr/>
      </p:nvGrpSpPr>
      <p:grpSpPr>
        <a:xfrm>
          <a:off x="0" y="0"/>
          <a:ext cx="0" cy="0"/>
          <a:chOff x="0" y="0"/>
          <a:chExt cx="0" cy="0"/>
        </a:xfrm>
      </p:grpSpPr>
      <p:sp>
        <p:nvSpPr>
          <p:cNvPr id="554" name="Google Shape;554;p33"/>
          <p:cNvSpPr/>
          <p:nvPr/>
        </p:nvSpPr>
        <p:spPr>
          <a:xfrm>
            <a:off x="267400" y="3781800"/>
            <a:ext cx="9470400" cy="1178400"/>
          </a:xfrm>
          <a:prstGeom prst="roundRect">
            <a:avLst>
              <a:gd fmla="val 23555" name="adj"/>
            </a:avLst>
          </a:prstGeom>
          <a:solidFill>
            <a:schemeClr val="lt1"/>
          </a:solidFill>
          <a:ln>
            <a:noFill/>
          </a:ln>
        </p:spPr>
        <p:txBody>
          <a:bodyPr anchorCtr="0" anchor="ctr" bIns="91425" lIns="91425" spcFirstLastPara="1" rIns="91425" wrap="square" tIns="91425">
            <a:noAutofit/>
          </a:bodyPr>
          <a:lstStyle/>
          <a:p>
            <a:pPr indent="0" lvl="0" marL="508000" marR="0" rtl="0" algn="l">
              <a:lnSpc>
                <a:spcPct val="100000"/>
              </a:lnSpc>
              <a:spcBef>
                <a:spcPts val="0"/>
              </a:spcBef>
              <a:spcAft>
                <a:spcPts val="0"/>
              </a:spcAft>
              <a:buClr>
                <a:srgbClr val="000000"/>
              </a:buClr>
              <a:buSzPts val="1500"/>
              <a:buFont typeface="Arial"/>
              <a:buNone/>
            </a:pPr>
            <a:r>
              <a:rPr lang="uk" sz="1500">
                <a:solidFill>
                  <a:schemeClr val="lt1"/>
                </a:solidFill>
                <a:latin typeface="IBM Plex Sans"/>
                <a:ea typeface="IBM Plex Sans"/>
                <a:cs typeface="IBM Plex Sans"/>
                <a:sym typeface="IBM Plex Sans"/>
              </a:rPr>
              <a:t>P(Дані) — загальна ймовірність даних</a:t>
            </a:r>
            <a:endParaRPr sz="1500">
              <a:solidFill>
                <a:schemeClr val="lt1"/>
              </a:solidFill>
              <a:latin typeface="IBM Plex Sans"/>
              <a:ea typeface="IBM Plex Sans"/>
              <a:cs typeface="IBM Plex Sans"/>
              <a:sym typeface="IBM Plex Sans"/>
            </a:endParaRPr>
          </a:p>
        </p:txBody>
      </p:sp>
      <p:sp>
        <p:nvSpPr>
          <p:cNvPr id="555" name="Google Shape;555;p33"/>
          <p:cNvSpPr txBox="1"/>
          <p:nvPr/>
        </p:nvSpPr>
        <p:spPr>
          <a:xfrm>
            <a:off x="-193312" y="-2214150"/>
            <a:ext cx="8553900" cy="465300"/>
          </a:xfrm>
          <a:prstGeom prst="rect">
            <a:avLst/>
          </a:prstGeom>
          <a:noFill/>
          <a:ln>
            <a:noFill/>
          </a:ln>
        </p:spPr>
        <p:txBody>
          <a:bodyPr anchorCtr="0" anchor="t" bIns="100800" lIns="100800" spcFirstLastPara="1" rIns="100800" wrap="square" tIns="100800">
            <a:spAutoFit/>
          </a:bodyPr>
          <a:lstStyle/>
          <a:p>
            <a:pPr indent="0" lvl="0" marL="508000" marR="0" rtl="0" algn="l">
              <a:lnSpc>
                <a:spcPct val="100000"/>
              </a:lnSpc>
              <a:spcBef>
                <a:spcPts val="1100"/>
              </a:spcBef>
              <a:spcAft>
                <a:spcPts val="1100"/>
              </a:spcAft>
              <a:buClr>
                <a:srgbClr val="000000"/>
              </a:buClr>
              <a:buSzPts val="1700"/>
              <a:buFont typeface="Arial"/>
              <a:buNone/>
            </a:pPr>
            <a:r>
              <a:t/>
            </a:r>
            <a:endParaRPr b="1" i="0" sz="1700" u="none" cap="none" strike="noStrike">
              <a:solidFill>
                <a:srgbClr val="181919"/>
              </a:solidFill>
              <a:latin typeface="IBM Plex Sans"/>
              <a:ea typeface="IBM Plex Sans"/>
              <a:cs typeface="IBM Plex Sans"/>
              <a:sym typeface="IBM Plex Sans"/>
            </a:endParaRPr>
          </a:p>
        </p:txBody>
      </p:sp>
      <p:sp>
        <p:nvSpPr>
          <p:cNvPr id="556" name="Google Shape;556;p33"/>
          <p:cNvSpPr txBox="1"/>
          <p:nvPr/>
        </p:nvSpPr>
        <p:spPr>
          <a:xfrm>
            <a:off x="238097" y="123173"/>
            <a:ext cx="9450300" cy="7851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БАЄСОВИЙ АНАЛІЗ (ТЕОРЕМА БАЄСА)</a:t>
            </a:r>
            <a:endParaRPr b="0" i="0" sz="3300" u="none" cap="none" strike="noStrike">
              <a:solidFill>
                <a:srgbClr val="E5E8EC"/>
              </a:solidFill>
              <a:latin typeface="IBM Plex Mono SemiBold"/>
              <a:ea typeface="IBM Plex Mono SemiBold"/>
              <a:cs typeface="IBM Plex Mono SemiBold"/>
              <a:sym typeface="IBM Plex Mono SemiBold"/>
            </a:endParaRPr>
          </a:p>
        </p:txBody>
      </p:sp>
      <p:pic>
        <p:nvPicPr>
          <p:cNvPr id="557" name="Google Shape;557;p33"/>
          <p:cNvPicPr preferRelativeResize="0"/>
          <p:nvPr/>
        </p:nvPicPr>
        <p:blipFill rotWithShape="1">
          <a:blip r:embed="rId3">
            <a:alphaModFix/>
          </a:blip>
          <a:srcRect b="0" l="0" r="0" t="0"/>
          <a:stretch/>
        </p:blipFill>
        <p:spPr>
          <a:xfrm>
            <a:off x="1762875" y="3924363"/>
            <a:ext cx="6554876" cy="893275"/>
          </a:xfrm>
          <a:prstGeom prst="rect">
            <a:avLst/>
          </a:prstGeom>
          <a:noFill/>
          <a:ln>
            <a:noFill/>
          </a:ln>
        </p:spPr>
      </p:pic>
      <p:sp>
        <p:nvSpPr>
          <p:cNvPr id="558" name="Google Shape;558;p33"/>
          <p:cNvSpPr/>
          <p:nvPr/>
        </p:nvSpPr>
        <p:spPr>
          <a:xfrm>
            <a:off x="267400" y="1295400"/>
            <a:ext cx="9470400" cy="621600"/>
          </a:xfrm>
          <a:prstGeom prst="roundRect">
            <a:avLst>
              <a:gd fmla="val 50000" name="adj"/>
            </a:avLst>
          </a:prstGeom>
          <a:solidFill>
            <a:srgbClr val="282828"/>
          </a:solidFill>
          <a:ln>
            <a:noFill/>
          </a:ln>
        </p:spPr>
        <p:txBody>
          <a:bodyPr anchorCtr="0" anchor="ctr" bIns="91425" lIns="91425" spcFirstLastPara="1" rIns="91425" wrap="square" tIns="91425">
            <a:noAutofit/>
          </a:bodyPr>
          <a:lstStyle/>
          <a:p>
            <a:pPr indent="0" lvl="0" marL="508000" marR="0" rtl="0" algn="l">
              <a:lnSpc>
                <a:spcPct val="100000"/>
              </a:lnSpc>
              <a:spcBef>
                <a:spcPts val="0"/>
              </a:spcBef>
              <a:spcAft>
                <a:spcPts val="0"/>
              </a:spcAft>
              <a:buClr>
                <a:srgbClr val="000000"/>
              </a:buClr>
              <a:buSzPts val="1500"/>
              <a:buFont typeface="Arial"/>
              <a:buNone/>
            </a:pPr>
            <a:r>
              <a:rPr lang="uk" sz="1500">
                <a:solidFill>
                  <a:schemeClr val="lt1"/>
                </a:solidFill>
                <a:latin typeface="IBM Plex Sans"/>
                <a:ea typeface="IBM Plex Sans"/>
                <a:cs typeface="IBM Plex Sans"/>
                <a:sym typeface="IBM Plex Sans"/>
              </a:rPr>
              <a:t>P(Гіпотеза | Дані) — нова ймовірність після врахування даних (апостеріорна)</a:t>
            </a:r>
            <a:endParaRPr sz="1500">
              <a:solidFill>
                <a:schemeClr val="lt1"/>
              </a:solidFill>
              <a:latin typeface="IBM Plex Sans"/>
              <a:ea typeface="IBM Plex Sans"/>
              <a:cs typeface="IBM Plex Sans"/>
              <a:sym typeface="IBM Plex Sans"/>
            </a:endParaRPr>
          </a:p>
        </p:txBody>
      </p:sp>
      <p:sp>
        <p:nvSpPr>
          <p:cNvPr id="559" name="Google Shape;559;p33"/>
          <p:cNvSpPr/>
          <p:nvPr/>
        </p:nvSpPr>
        <p:spPr>
          <a:xfrm>
            <a:off x="267400" y="1917000"/>
            <a:ext cx="9470400" cy="621600"/>
          </a:xfrm>
          <a:prstGeom prst="roundRect">
            <a:avLst>
              <a:gd fmla="val 50000" name="adj"/>
            </a:avLst>
          </a:prstGeom>
          <a:solidFill>
            <a:srgbClr val="282828"/>
          </a:solidFill>
          <a:ln>
            <a:noFill/>
          </a:ln>
        </p:spPr>
        <p:txBody>
          <a:bodyPr anchorCtr="0" anchor="ctr" bIns="91425" lIns="91425" spcFirstLastPara="1" rIns="91425" wrap="square" tIns="91425">
            <a:noAutofit/>
          </a:bodyPr>
          <a:lstStyle/>
          <a:p>
            <a:pPr indent="0" lvl="0" marL="508000" marR="0" rtl="0" algn="l">
              <a:lnSpc>
                <a:spcPct val="100000"/>
              </a:lnSpc>
              <a:spcBef>
                <a:spcPts val="0"/>
              </a:spcBef>
              <a:spcAft>
                <a:spcPts val="0"/>
              </a:spcAft>
              <a:buClr>
                <a:srgbClr val="000000"/>
              </a:buClr>
              <a:buSzPts val="1500"/>
              <a:buFont typeface="Arial"/>
              <a:buNone/>
            </a:pPr>
            <a:r>
              <a:rPr lang="uk" sz="1500">
                <a:solidFill>
                  <a:schemeClr val="lt1"/>
                </a:solidFill>
                <a:latin typeface="IBM Plex Sans"/>
                <a:ea typeface="IBM Plex Sans"/>
                <a:cs typeface="IBM Plex Sans"/>
                <a:sym typeface="IBM Plex Sans"/>
              </a:rPr>
              <a:t>P(Дані | Гіпотеза) — наскільки ймовірні ці дані за умови, що гіпотеза вірна</a:t>
            </a:r>
            <a:endParaRPr sz="1500">
              <a:solidFill>
                <a:schemeClr val="lt1"/>
              </a:solidFill>
              <a:latin typeface="IBM Plex Sans"/>
              <a:ea typeface="IBM Plex Sans"/>
              <a:cs typeface="IBM Plex Sans"/>
              <a:sym typeface="IBM Plex Sans"/>
            </a:endParaRPr>
          </a:p>
        </p:txBody>
      </p:sp>
      <p:sp>
        <p:nvSpPr>
          <p:cNvPr id="560" name="Google Shape;560;p33"/>
          <p:cNvSpPr/>
          <p:nvPr/>
        </p:nvSpPr>
        <p:spPr>
          <a:xfrm>
            <a:off x="267400" y="2538600"/>
            <a:ext cx="9470400" cy="621600"/>
          </a:xfrm>
          <a:prstGeom prst="roundRect">
            <a:avLst>
              <a:gd fmla="val 50000" name="adj"/>
            </a:avLst>
          </a:prstGeom>
          <a:solidFill>
            <a:srgbClr val="282828"/>
          </a:solidFill>
          <a:ln>
            <a:noFill/>
          </a:ln>
        </p:spPr>
        <p:txBody>
          <a:bodyPr anchorCtr="0" anchor="ctr" bIns="91425" lIns="91425" spcFirstLastPara="1" rIns="91425" wrap="square" tIns="91425">
            <a:noAutofit/>
          </a:bodyPr>
          <a:lstStyle/>
          <a:p>
            <a:pPr indent="0" lvl="0" marL="508000" marR="0" rtl="0" algn="l">
              <a:lnSpc>
                <a:spcPct val="100000"/>
              </a:lnSpc>
              <a:spcBef>
                <a:spcPts val="0"/>
              </a:spcBef>
              <a:spcAft>
                <a:spcPts val="0"/>
              </a:spcAft>
              <a:buClr>
                <a:srgbClr val="000000"/>
              </a:buClr>
              <a:buSzPts val="1500"/>
              <a:buFont typeface="Arial"/>
              <a:buNone/>
            </a:pPr>
            <a:r>
              <a:rPr lang="uk" sz="1500">
                <a:solidFill>
                  <a:schemeClr val="lt1"/>
                </a:solidFill>
                <a:latin typeface="IBM Plex Sans"/>
                <a:ea typeface="IBM Plex Sans"/>
                <a:cs typeface="IBM Plex Sans"/>
                <a:sym typeface="IBM Plex Sans"/>
              </a:rPr>
              <a:t>P(Гіпотеза) — наша початкова віра (апріорна ймовірність)</a:t>
            </a:r>
            <a:endParaRPr sz="1500">
              <a:solidFill>
                <a:schemeClr val="lt1"/>
              </a:solidFill>
              <a:latin typeface="IBM Plex Sans"/>
              <a:ea typeface="IBM Plex Sans"/>
              <a:cs typeface="IBM Plex Sans"/>
              <a:sym typeface="IBM Plex Sans"/>
            </a:endParaRPr>
          </a:p>
        </p:txBody>
      </p:sp>
      <p:sp>
        <p:nvSpPr>
          <p:cNvPr id="561" name="Google Shape;561;p33"/>
          <p:cNvSpPr/>
          <p:nvPr/>
        </p:nvSpPr>
        <p:spPr>
          <a:xfrm>
            <a:off x="267400" y="3160200"/>
            <a:ext cx="9470400" cy="621600"/>
          </a:xfrm>
          <a:prstGeom prst="roundRect">
            <a:avLst>
              <a:gd fmla="val 50000" name="adj"/>
            </a:avLst>
          </a:prstGeom>
          <a:solidFill>
            <a:srgbClr val="282828"/>
          </a:solidFill>
          <a:ln>
            <a:noFill/>
          </a:ln>
        </p:spPr>
        <p:txBody>
          <a:bodyPr anchorCtr="0" anchor="ctr" bIns="91425" lIns="91425" spcFirstLastPara="1" rIns="91425" wrap="square" tIns="91425">
            <a:noAutofit/>
          </a:bodyPr>
          <a:lstStyle/>
          <a:p>
            <a:pPr indent="0" lvl="0" marL="508000" marR="0" rtl="0" algn="l">
              <a:lnSpc>
                <a:spcPct val="100000"/>
              </a:lnSpc>
              <a:spcBef>
                <a:spcPts val="0"/>
              </a:spcBef>
              <a:spcAft>
                <a:spcPts val="0"/>
              </a:spcAft>
              <a:buClr>
                <a:srgbClr val="000000"/>
              </a:buClr>
              <a:buSzPts val="1500"/>
              <a:buFont typeface="Arial"/>
              <a:buNone/>
            </a:pPr>
            <a:r>
              <a:rPr lang="uk" sz="1500">
                <a:solidFill>
                  <a:schemeClr val="lt1"/>
                </a:solidFill>
                <a:latin typeface="IBM Plex Sans"/>
                <a:ea typeface="IBM Plex Sans"/>
                <a:cs typeface="IBM Plex Sans"/>
                <a:sym typeface="IBM Plex Sans"/>
              </a:rPr>
              <a:t>P(Дані) — загальна ймовірність даних</a:t>
            </a:r>
            <a:endParaRPr sz="1500">
              <a:solidFill>
                <a:schemeClr val="lt1"/>
              </a:solidFill>
              <a:latin typeface="IBM Plex Sans"/>
              <a:ea typeface="IBM Plex Sans"/>
              <a:cs typeface="IBM Plex Sans"/>
              <a:sym typeface="IBM Plex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565" name="Shape 565"/>
        <p:cNvGrpSpPr/>
        <p:nvPr/>
      </p:nvGrpSpPr>
      <p:grpSpPr>
        <a:xfrm>
          <a:off x="0" y="0"/>
          <a:ext cx="0" cy="0"/>
          <a:chOff x="0" y="0"/>
          <a:chExt cx="0" cy="0"/>
        </a:xfrm>
      </p:grpSpPr>
      <p:sp>
        <p:nvSpPr>
          <p:cNvPr id="566" name="Google Shape;566;p34"/>
          <p:cNvSpPr/>
          <p:nvPr/>
        </p:nvSpPr>
        <p:spPr>
          <a:xfrm>
            <a:off x="3865025" y="1246400"/>
            <a:ext cx="5898600" cy="3926400"/>
          </a:xfrm>
          <a:prstGeom prst="roundRect">
            <a:avLst>
              <a:gd fmla="val 8532" name="adj"/>
            </a:avLst>
          </a:prstGeom>
          <a:solidFill>
            <a:schemeClr val="lt1"/>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67" name="Google Shape;567;p34"/>
          <p:cNvSpPr/>
          <p:nvPr/>
        </p:nvSpPr>
        <p:spPr>
          <a:xfrm>
            <a:off x="317225" y="1246375"/>
            <a:ext cx="3547800" cy="3926400"/>
          </a:xfrm>
          <a:prstGeom prst="roundRect">
            <a:avLst>
              <a:gd fmla="val 9593" name="adj"/>
            </a:avLst>
          </a:prstGeom>
          <a:solidFill>
            <a:srgbClr val="076CFC"/>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68" name="Google Shape;568;p34"/>
          <p:cNvSpPr txBox="1"/>
          <p:nvPr/>
        </p:nvSpPr>
        <p:spPr>
          <a:xfrm>
            <a:off x="238097" y="123173"/>
            <a:ext cx="9450300" cy="7851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ЗАСТОСУВАННЯ ТЕОРЕМИ</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p:txBody>
      </p:sp>
      <p:sp>
        <p:nvSpPr>
          <p:cNvPr id="569" name="Google Shape;569;p34"/>
          <p:cNvSpPr txBox="1"/>
          <p:nvPr/>
        </p:nvSpPr>
        <p:spPr>
          <a:xfrm>
            <a:off x="468274" y="1625125"/>
            <a:ext cx="3245700" cy="4787100"/>
          </a:xfrm>
          <a:prstGeom prst="rect">
            <a:avLst/>
          </a:prstGeom>
          <a:noFill/>
          <a:ln>
            <a:noFill/>
          </a:ln>
        </p:spPr>
        <p:txBody>
          <a:bodyPr anchorCtr="0" anchor="t" bIns="75600" lIns="75600" spcFirstLastPara="1" rIns="75600" wrap="square" tIns="75600">
            <a:spAutoFit/>
          </a:bodyPr>
          <a:lstStyle/>
          <a:p>
            <a:pPr indent="0" lvl="0" marL="0" marR="0" rtl="0" algn="l">
              <a:lnSpc>
                <a:spcPct val="115000"/>
              </a:lnSpc>
              <a:spcBef>
                <a:spcPts val="1200"/>
              </a:spcBef>
              <a:spcAft>
                <a:spcPts val="0"/>
              </a:spcAft>
              <a:buClr>
                <a:srgbClr val="000000"/>
              </a:buClr>
              <a:buSzPts val="1400"/>
              <a:buFont typeface="Arial"/>
              <a:buNone/>
            </a:pPr>
            <a:r>
              <a:rPr b="0" i="0" lang="uk" sz="1400" u="none" cap="none" strike="noStrike">
                <a:solidFill>
                  <a:schemeClr val="lt1"/>
                </a:solidFill>
                <a:latin typeface="IBM Plex Sans"/>
                <a:ea typeface="IBM Plex Sans"/>
                <a:cs typeface="IBM Plex Sans"/>
                <a:sym typeface="IBM Plex Sans"/>
              </a:rPr>
              <a:t>Ймовірнісне оновлення знань при надходженні нової інформації.</a:t>
            </a:r>
            <a:endParaRPr b="0" i="0" sz="14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1200"/>
              </a:spcBef>
              <a:spcAft>
                <a:spcPts val="0"/>
              </a:spcAft>
              <a:buClr>
                <a:srgbClr val="000000"/>
              </a:buClr>
              <a:buSzPts val="1400"/>
              <a:buFont typeface="Arial"/>
              <a:buNone/>
            </a:pPr>
            <a:r>
              <a:rPr b="0" i="0" lang="uk" sz="1400" u="none" cap="none" strike="noStrike">
                <a:solidFill>
                  <a:schemeClr val="lt1"/>
                </a:solidFill>
                <a:latin typeface="IBM Plex Sans"/>
                <a:ea typeface="IBM Plex Sans"/>
                <a:cs typeface="IBM Plex Sans"/>
                <a:sym typeface="IBM Plex Sans"/>
              </a:rPr>
              <a:t>Оновлення початкових припущень            у світлі нової інформації.</a:t>
            </a:r>
            <a:endParaRPr b="0" i="0" sz="14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1200"/>
              </a:spcBef>
              <a:spcAft>
                <a:spcPts val="0"/>
              </a:spcAft>
              <a:buClr>
                <a:srgbClr val="000000"/>
              </a:buClr>
              <a:buSzPts val="1400"/>
              <a:buFont typeface="Arial"/>
              <a:buNone/>
            </a:pPr>
            <a:r>
              <a:rPr b="0" i="0" lang="uk" sz="1400" u="none" cap="none" strike="noStrike">
                <a:solidFill>
                  <a:schemeClr val="lt1"/>
                </a:solidFill>
                <a:latin typeface="IBM Plex Sans"/>
                <a:ea typeface="IBM Plex Sans"/>
                <a:cs typeface="IBM Plex Sans"/>
                <a:sym typeface="IBM Plex Sans"/>
              </a:rPr>
              <a:t>Приклад: оцінка ймовірності фейковості акаунта після аналізу патернів поведінки.</a:t>
            </a:r>
            <a:endParaRPr b="0" i="0" sz="14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1200"/>
              </a:spcBef>
              <a:spcAft>
                <a:spcPts val="0"/>
              </a:spcAft>
              <a:buClr>
                <a:srgbClr val="000000"/>
              </a:buClr>
              <a:buSzPts val="1400"/>
              <a:buFont typeface="Arial"/>
              <a:buNone/>
            </a:pPr>
            <a:r>
              <a:t/>
            </a:r>
            <a:endParaRPr b="0" i="0" sz="14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1200"/>
              </a:spcBef>
              <a:spcAft>
                <a:spcPts val="0"/>
              </a:spcAft>
              <a:buClr>
                <a:srgbClr val="000000"/>
              </a:buClr>
              <a:buSzPts val="1400"/>
              <a:buFont typeface="Arial"/>
              <a:buNone/>
            </a:pPr>
            <a:r>
              <a:t/>
            </a:r>
            <a:endParaRPr b="0" i="0" sz="14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1200"/>
              </a:spcBef>
              <a:spcAft>
                <a:spcPts val="0"/>
              </a:spcAft>
              <a:buClr>
                <a:srgbClr val="000000"/>
              </a:buClr>
              <a:buSzPts val="1400"/>
              <a:buFont typeface="Arial"/>
              <a:buNone/>
            </a:pPr>
            <a:br>
              <a:rPr b="1" i="0" lang="uk" sz="1400" u="none" cap="none" strike="noStrike">
                <a:solidFill>
                  <a:schemeClr val="lt1"/>
                </a:solidFill>
                <a:latin typeface="IBM Plex Sans"/>
                <a:ea typeface="IBM Plex Sans"/>
                <a:cs typeface="IBM Plex Sans"/>
                <a:sym typeface="IBM Plex Sans"/>
              </a:rPr>
            </a:br>
            <a:endParaRPr b="0" i="0" sz="14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1200"/>
              </a:spcBef>
              <a:spcAft>
                <a:spcPts val="0"/>
              </a:spcAft>
              <a:buClr>
                <a:srgbClr val="000000"/>
              </a:buClr>
              <a:buSzPts val="1600"/>
              <a:buFont typeface="Arial"/>
              <a:buNone/>
            </a:pPr>
            <a:r>
              <a:t/>
            </a:r>
            <a:endParaRPr b="1" i="0" sz="16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chemeClr val="lt1"/>
              </a:solidFill>
              <a:latin typeface="IBM Plex Sans"/>
              <a:ea typeface="IBM Plex Sans"/>
              <a:cs typeface="IBM Plex Sans"/>
              <a:sym typeface="IBM Plex Sans"/>
            </a:endParaRPr>
          </a:p>
        </p:txBody>
      </p:sp>
      <p:pic>
        <p:nvPicPr>
          <p:cNvPr id="570" name="Google Shape;570;p34"/>
          <p:cNvPicPr preferRelativeResize="0"/>
          <p:nvPr/>
        </p:nvPicPr>
        <p:blipFill rotWithShape="1">
          <a:blip r:embed="rId3">
            <a:alphaModFix/>
          </a:blip>
          <a:srcRect b="0" l="0" r="0" t="0"/>
          <a:stretch/>
        </p:blipFill>
        <p:spPr>
          <a:xfrm>
            <a:off x="4314013" y="1637975"/>
            <a:ext cx="5000625" cy="3143250"/>
          </a:xfrm>
          <a:prstGeom prst="rect">
            <a:avLst/>
          </a:prstGeom>
          <a:noFill/>
          <a:ln>
            <a:noFill/>
          </a:ln>
        </p:spPr>
      </p:pic>
      <p:pic>
        <p:nvPicPr>
          <p:cNvPr id="571" name="Google Shape;571;p34"/>
          <p:cNvPicPr preferRelativeResize="0"/>
          <p:nvPr/>
        </p:nvPicPr>
        <p:blipFill>
          <a:blip r:embed="rId4">
            <a:alphaModFix/>
          </a:blip>
          <a:stretch>
            <a:fillRect/>
          </a:stretch>
        </p:blipFill>
        <p:spPr>
          <a:xfrm>
            <a:off x="2332745" y="3697000"/>
            <a:ext cx="1381224" cy="129502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575" name="Shape 575"/>
        <p:cNvGrpSpPr/>
        <p:nvPr/>
      </p:nvGrpSpPr>
      <p:grpSpPr>
        <a:xfrm>
          <a:off x="0" y="0"/>
          <a:ext cx="0" cy="0"/>
          <a:chOff x="0" y="0"/>
          <a:chExt cx="0" cy="0"/>
        </a:xfrm>
      </p:grpSpPr>
      <p:sp>
        <p:nvSpPr>
          <p:cNvPr id="576" name="Google Shape;576;p35"/>
          <p:cNvSpPr/>
          <p:nvPr/>
        </p:nvSpPr>
        <p:spPr>
          <a:xfrm>
            <a:off x="317224" y="1263209"/>
            <a:ext cx="9450300" cy="4089000"/>
          </a:xfrm>
          <a:prstGeom prst="roundRect">
            <a:avLst>
              <a:gd fmla="val 7197" name="adj"/>
            </a:avLst>
          </a:prstGeom>
          <a:solidFill>
            <a:srgbClr val="111231"/>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577" name="Google Shape;577;p35"/>
          <p:cNvSpPr txBox="1"/>
          <p:nvPr/>
        </p:nvSpPr>
        <p:spPr>
          <a:xfrm>
            <a:off x="238097" y="123173"/>
            <a:ext cx="9450300" cy="7851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300" u="none" cap="none" strike="noStrike">
                <a:solidFill>
                  <a:schemeClr val="lt1"/>
                </a:solidFill>
                <a:latin typeface="IBM Plex Mono SemiBold"/>
                <a:ea typeface="IBM Plex Mono SemiBold"/>
                <a:cs typeface="IBM Plex Mono SemiBold"/>
                <a:sym typeface="IBM Plex Mono SemiBold"/>
              </a:rPr>
              <a:t>ТЕРМІНОЛОГІЯ ОЦІНКИ ЙМОВІРНОСТІ</a:t>
            </a:r>
            <a:endParaRPr b="0" i="0" sz="3300" u="none" cap="none" strike="noStrike">
              <a:solidFill>
                <a:schemeClr val="lt1"/>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chemeClr val="lt1"/>
              </a:solidFill>
              <a:latin typeface="IBM Plex Mono SemiBold"/>
              <a:ea typeface="IBM Plex Mono SemiBold"/>
              <a:cs typeface="IBM Plex Mono SemiBold"/>
              <a:sym typeface="IBM Plex Mono SemiBold"/>
            </a:endParaRPr>
          </a:p>
        </p:txBody>
      </p:sp>
      <p:pic>
        <p:nvPicPr>
          <p:cNvPr id="578" name="Google Shape;578;p35"/>
          <p:cNvPicPr preferRelativeResize="0"/>
          <p:nvPr/>
        </p:nvPicPr>
        <p:blipFill rotWithShape="1">
          <a:blip r:embed="rId3">
            <a:alphaModFix/>
          </a:blip>
          <a:srcRect b="0" l="0" r="0" t="0"/>
          <a:stretch/>
        </p:blipFill>
        <p:spPr>
          <a:xfrm>
            <a:off x="2070575" y="1326500"/>
            <a:ext cx="5943600" cy="39624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582" name="Shape 582"/>
        <p:cNvGrpSpPr/>
        <p:nvPr/>
      </p:nvGrpSpPr>
      <p:grpSpPr>
        <a:xfrm>
          <a:off x="0" y="0"/>
          <a:ext cx="0" cy="0"/>
          <a:chOff x="0" y="0"/>
          <a:chExt cx="0" cy="0"/>
        </a:xfrm>
      </p:grpSpPr>
      <p:sp>
        <p:nvSpPr>
          <p:cNvPr id="583" name="Google Shape;583;p36"/>
          <p:cNvSpPr txBox="1"/>
          <p:nvPr/>
        </p:nvSpPr>
        <p:spPr>
          <a:xfrm>
            <a:off x="5489388" y="6116175"/>
            <a:ext cx="8553900" cy="450000"/>
          </a:xfrm>
          <a:prstGeom prst="rect">
            <a:avLst/>
          </a:prstGeom>
          <a:noFill/>
          <a:ln>
            <a:noFill/>
          </a:ln>
        </p:spPr>
        <p:txBody>
          <a:bodyPr anchorCtr="0" anchor="t" bIns="100800" lIns="100800" spcFirstLastPara="1" rIns="100800" wrap="square" tIns="100800">
            <a:spAutoFit/>
          </a:bodyPr>
          <a:lstStyle/>
          <a:p>
            <a:pPr indent="-330200" lvl="0" marL="457200" marR="0" rtl="0" algn="l">
              <a:lnSpc>
                <a:spcPct val="100000"/>
              </a:lnSpc>
              <a:spcBef>
                <a:spcPts val="0"/>
              </a:spcBef>
              <a:spcAft>
                <a:spcPts val="0"/>
              </a:spcAft>
              <a:buClr>
                <a:srgbClr val="181919"/>
              </a:buClr>
              <a:buSzPts val="1600"/>
              <a:buFont typeface="IBM Plex Sans"/>
              <a:buChar char="●"/>
            </a:pPr>
            <a:r>
              <a:t/>
            </a:r>
            <a:endParaRPr b="0" i="0" sz="1600" u="none" cap="none" strike="noStrike">
              <a:solidFill>
                <a:srgbClr val="181919"/>
              </a:solidFill>
              <a:latin typeface="IBM Plex Sans"/>
              <a:ea typeface="IBM Plex Sans"/>
              <a:cs typeface="IBM Plex Sans"/>
              <a:sym typeface="IBM Plex Sans"/>
            </a:endParaRPr>
          </a:p>
        </p:txBody>
      </p:sp>
      <p:sp>
        <p:nvSpPr>
          <p:cNvPr id="584" name="Google Shape;584;p36"/>
          <p:cNvSpPr txBox="1"/>
          <p:nvPr/>
        </p:nvSpPr>
        <p:spPr>
          <a:xfrm>
            <a:off x="238097" y="123173"/>
            <a:ext cx="9450300" cy="7851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300" u="none" cap="none" strike="noStrike">
                <a:solidFill>
                  <a:schemeClr val="lt1"/>
                </a:solidFill>
                <a:latin typeface="IBM Plex Mono SemiBold"/>
                <a:ea typeface="IBM Plex Mono SemiBold"/>
                <a:cs typeface="IBM Plex Mono SemiBold"/>
                <a:sym typeface="IBM Plex Mono SemiBold"/>
              </a:rPr>
              <a:t>КЛАСТЕРИЗАЦІЯ ТА СЕГМЕНТАЦІЯ</a:t>
            </a:r>
            <a:endParaRPr b="0" i="0" sz="3300" u="none" cap="none" strike="noStrike">
              <a:solidFill>
                <a:schemeClr val="lt1"/>
              </a:solidFill>
              <a:latin typeface="IBM Plex Mono SemiBold"/>
              <a:ea typeface="IBM Plex Mono SemiBold"/>
              <a:cs typeface="IBM Plex Mono SemiBold"/>
              <a:sym typeface="IBM Plex Mono SemiBold"/>
            </a:endParaRPr>
          </a:p>
        </p:txBody>
      </p:sp>
      <p:sp>
        <p:nvSpPr>
          <p:cNvPr id="585" name="Google Shape;585;p36"/>
          <p:cNvSpPr/>
          <p:nvPr/>
        </p:nvSpPr>
        <p:spPr>
          <a:xfrm>
            <a:off x="267400" y="1295400"/>
            <a:ext cx="9470400" cy="621600"/>
          </a:xfrm>
          <a:prstGeom prst="roundRect">
            <a:avLst>
              <a:gd fmla="val 50000" name="adj"/>
            </a:avLst>
          </a:prstGeom>
          <a:solidFill>
            <a:srgbClr val="282828"/>
          </a:solidFill>
          <a:ln>
            <a:noFill/>
          </a:ln>
        </p:spPr>
        <p:txBody>
          <a:bodyPr anchorCtr="0" anchor="ctr" bIns="91425" lIns="91425" spcFirstLastPara="1" rIns="91425" wrap="square" tIns="91425">
            <a:noAutofit/>
          </a:bodyPr>
          <a:lstStyle/>
          <a:p>
            <a:pPr indent="0" lvl="0" marL="508000" marR="0" rtl="0" algn="l">
              <a:lnSpc>
                <a:spcPct val="100000"/>
              </a:lnSpc>
              <a:spcBef>
                <a:spcPts val="0"/>
              </a:spcBef>
              <a:spcAft>
                <a:spcPts val="0"/>
              </a:spcAft>
              <a:buClr>
                <a:srgbClr val="000000"/>
              </a:buClr>
              <a:buSzPts val="1500"/>
              <a:buFont typeface="Arial"/>
              <a:buNone/>
            </a:pPr>
            <a:r>
              <a:rPr lang="uk" sz="1500">
                <a:solidFill>
                  <a:schemeClr val="lt1"/>
                </a:solidFill>
                <a:latin typeface="IBM Plex Sans"/>
                <a:ea typeface="IBM Plex Sans"/>
                <a:cs typeface="IBM Plex Sans"/>
                <a:sym typeface="IBM Plex Sans"/>
              </a:rPr>
              <a:t>Виявлення груп акаунтів з подібною поведінкою (напр., ботоферми).</a:t>
            </a:r>
            <a:endParaRPr sz="1500">
              <a:solidFill>
                <a:schemeClr val="lt1"/>
              </a:solidFill>
              <a:latin typeface="IBM Plex Sans"/>
              <a:ea typeface="IBM Plex Sans"/>
              <a:cs typeface="IBM Plex Sans"/>
              <a:sym typeface="IBM Plex Sans"/>
            </a:endParaRPr>
          </a:p>
        </p:txBody>
      </p:sp>
      <p:sp>
        <p:nvSpPr>
          <p:cNvPr id="586" name="Google Shape;586;p36"/>
          <p:cNvSpPr/>
          <p:nvPr/>
        </p:nvSpPr>
        <p:spPr>
          <a:xfrm>
            <a:off x="267400" y="1917000"/>
            <a:ext cx="9470400" cy="621600"/>
          </a:xfrm>
          <a:prstGeom prst="roundRect">
            <a:avLst>
              <a:gd fmla="val 50000" name="adj"/>
            </a:avLst>
          </a:prstGeom>
          <a:solidFill>
            <a:srgbClr val="282828"/>
          </a:solidFill>
          <a:ln>
            <a:noFill/>
          </a:ln>
        </p:spPr>
        <p:txBody>
          <a:bodyPr anchorCtr="0" anchor="ctr" bIns="91425" lIns="91425" spcFirstLastPara="1" rIns="91425" wrap="square" tIns="91425">
            <a:noAutofit/>
          </a:bodyPr>
          <a:lstStyle/>
          <a:p>
            <a:pPr indent="0" lvl="0" marL="508000" marR="0" rtl="0" algn="l">
              <a:lnSpc>
                <a:spcPct val="100000"/>
              </a:lnSpc>
              <a:spcBef>
                <a:spcPts val="0"/>
              </a:spcBef>
              <a:spcAft>
                <a:spcPts val="0"/>
              </a:spcAft>
              <a:buClr>
                <a:srgbClr val="000000"/>
              </a:buClr>
              <a:buSzPts val="1500"/>
              <a:buFont typeface="Arial"/>
              <a:buNone/>
            </a:pPr>
            <a:r>
              <a:rPr lang="uk" sz="1500">
                <a:solidFill>
                  <a:schemeClr val="lt1"/>
                </a:solidFill>
                <a:latin typeface="IBM Plex Sans"/>
                <a:ea typeface="IBM Plex Sans"/>
                <a:cs typeface="IBM Plex Sans"/>
                <a:sym typeface="IBM Plex Sans"/>
              </a:rPr>
              <a:t>Групування акаунтів, статей, профілів за схожими характеристиками.</a:t>
            </a:r>
            <a:endParaRPr sz="1500">
              <a:solidFill>
                <a:schemeClr val="lt1"/>
              </a:solidFill>
              <a:latin typeface="IBM Plex Sans"/>
              <a:ea typeface="IBM Plex Sans"/>
              <a:cs typeface="IBM Plex Sans"/>
              <a:sym typeface="IBM Plex Sans"/>
            </a:endParaRPr>
          </a:p>
        </p:txBody>
      </p:sp>
      <p:sp>
        <p:nvSpPr>
          <p:cNvPr id="587" name="Google Shape;587;p36"/>
          <p:cNvSpPr/>
          <p:nvPr/>
        </p:nvSpPr>
        <p:spPr>
          <a:xfrm>
            <a:off x="267400" y="2538600"/>
            <a:ext cx="9470400" cy="621600"/>
          </a:xfrm>
          <a:prstGeom prst="roundRect">
            <a:avLst>
              <a:gd fmla="val 50000" name="adj"/>
            </a:avLst>
          </a:prstGeom>
          <a:solidFill>
            <a:srgbClr val="282828"/>
          </a:solidFill>
          <a:ln>
            <a:noFill/>
          </a:ln>
        </p:spPr>
        <p:txBody>
          <a:bodyPr anchorCtr="0" anchor="ctr" bIns="91425" lIns="91425" spcFirstLastPara="1" rIns="91425" wrap="square" tIns="91425">
            <a:noAutofit/>
          </a:bodyPr>
          <a:lstStyle/>
          <a:p>
            <a:pPr indent="0" lvl="0" marL="508000" marR="0" rtl="0" algn="l">
              <a:lnSpc>
                <a:spcPct val="100000"/>
              </a:lnSpc>
              <a:spcBef>
                <a:spcPts val="0"/>
              </a:spcBef>
              <a:spcAft>
                <a:spcPts val="0"/>
              </a:spcAft>
              <a:buClr>
                <a:srgbClr val="000000"/>
              </a:buClr>
              <a:buSzPts val="1500"/>
              <a:buFont typeface="Arial"/>
              <a:buNone/>
            </a:pPr>
            <a:r>
              <a:rPr lang="uk" sz="1500">
                <a:solidFill>
                  <a:schemeClr val="lt1"/>
                </a:solidFill>
                <a:latin typeface="IBM Plex Sans"/>
                <a:ea typeface="IBM Plex Sans"/>
                <a:cs typeface="IBM Plex Sans"/>
                <a:sym typeface="IBM Plex Sans"/>
              </a:rPr>
              <a:t>Приклад: виявлення ботоферм або автоматичних мереж поширення контенту.</a:t>
            </a:r>
            <a:endParaRPr sz="1500">
              <a:solidFill>
                <a:schemeClr val="lt1"/>
              </a:solidFill>
              <a:latin typeface="IBM Plex Sans"/>
              <a:ea typeface="IBM Plex Sans"/>
              <a:cs typeface="IBM Plex Sans"/>
              <a:sym typeface="IBM Plex Sans"/>
            </a:endParaRPr>
          </a:p>
        </p:txBody>
      </p:sp>
      <p:pic>
        <p:nvPicPr>
          <p:cNvPr id="588" name="Google Shape;588;p36" title="hierarcy_0002.png"/>
          <p:cNvPicPr preferRelativeResize="0"/>
          <p:nvPr/>
        </p:nvPicPr>
        <p:blipFill rotWithShape="1">
          <a:blip r:embed="rId3">
            <a:alphaModFix/>
          </a:blip>
          <a:srcRect b="0" l="0" r="0" t="0"/>
          <a:stretch/>
        </p:blipFill>
        <p:spPr>
          <a:xfrm>
            <a:off x="7073200" y="2538600"/>
            <a:ext cx="2888023" cy="2888023"/>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592" name="Shape 592"/>
        <p:cNvGrpSpPr/>
        <p:nvPr/>
      </p:nvGrpSpPr>
      <p:grpSpPr>
        <a:xfrm>
          <a:off x="0" y="0"/>
          <a:ext cx="0" cy="0"/>
          <a:chOff x="0" y="0"/>
          <a:chExt cx="0" cy="0"/>
        </a:xfrm>
      </p:grpSpPr>
      <p:sp>
        <p:nvSpPr>
          <p:cNvPr id="593" name="Google Shape;593;p37"/>
          <p:cNvSpPr txBox="1"/>
          <p:nvPr/>
        </p:nvSpPr>
        <p:spPr>
          <a:xfrm>
            <a:off x="238097" y="123173"/>
            <a:ext cx="9450300" cy="7851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ПРИКЛАДИ МЕТОДІВ КЛАСТЕРИЗАЦІЇ</a:t>
            </a:r>
            <a:endParaRPr b="0" i="0" sz="3300" u="none" cap="none" strike="noStrike">
              <a:solidFill>
                <a:srgbClr val="E5E8EC"/>
              </a:solidFill>
              <a:latin typeface="IBM Plex Mono SemiBold"/>
              <a:ea typeface="IBM Plex Mono SemiBold"/>
              <a:cs typeface="IBM Plex Mono SemiBold"/>
              <a:sym typeface="IBM Plex Mono SemiBold"/>
            </a:endParaRPr>
          </a:p>
        </p:txBody>
      </p:sp>
      <p:sp>
        <p:nvSpPr>
          <p:cNvPr id="594" name="Google Shape;594;p37"/>
          <p:cNvSpPr/>
          <p:nvPr/>
        </p:nvSpPr>
        <p:spPr>
          <a:xfrm>
            <a:off x="342925" y="2714415"/>
            <a:ext cx="9394800" cy="1308000"/>
          </a:xfrm>
          <a:prstGeom prst="roundRect">
            <a:avLst>
              <a:gd fmla="val 24721" name="adj"/>
            </a:avLst>
          </a:prstGeom>
          <a:solidFill>
            <a:srgbClr val="282828"/>
          </a:solidFill>
          <a:ln>
            <a:noFill/>
          </a:ln>
        </p:spPr>
        <p:txBody>
          <a:bodyPr anchorCtr="0" anchor="ctr" bIns="100900" lIns="100900" spcFirstLastPara="1" rIns="100900" wrap="square" tIns="100900">
            <a:noAutofit/>
          </a:bodyPr>
          <a:lstStyle/>
          <a:p>
            <a:pPr indent="0" lvl="0" marL="0" rtl="0" algn="ctr">
              <a:spcBef>
                <a:spcPts val="0"/>
              </a:spcBef>
              <a:spcAft>
                <a:spcPts val="0"/>
              </a:spcAft>
              <a:buNone/>
            </a:pPr>
            <a:r>
              <a:t/>
            </a:r>
            <a:endParaRPr sz="1545"/>
          </a:p>
        </p:txBody>
      </p:sp>
      <p:sp>
        <p:nvSpPr>
          <p:cNvPr id="595" name="Google Shape;595;p37"/>
          <p:cNvSpPr/>
          <p:nvPr/>
        </p:nvSpPr>
        <p:spPr>
          <a:xfrm>
            <a:off x="342925" y="4022666"/>
            <a:ext cx="9394800" cy="1323900"/>
          </a:xfrm>
          <a:prstGeom prst="roundRect">
            <a:avLst>
              <a:gd fmla="val 22849" name="adj"/>
            </a:avLst>
          </a:prstGeom>
          <a:solidFill>
            <a:srgbClr val="282828"/>
          </a:solidFill>
          <a:ln>
            <a:noFill/>
          </a:ln>
        </p:spPr>
        <p:txBody>
          <a:bodyPr anchorCtr="0" anchor="ctr" bIns="100900" lIns="100900" spcFirstLastPara="1" rIns="100900" wrap="square" tIns="100900">
            <a:noAutofit/>
          </a:bodyPr>
          <a:lstStyle/>
          <a:p>
            <a:pPr indent="0" lvl="0" marL="0" rtl="0" algn="ctr">
              <a:spcBef>
                <a:spcPts val="0"/>
              </a:spcBef>
              <a:spcAft>
                <a:spcPts val="0"/>
              </a:spcAft>
              <a:buNone/>
            </a:pPr>
            <a:r>
              <a:t/>
            </a:r>
            <a:endParaRPr sz="1545"/>
          </a:p>
        </p:txBody>
      </p:sp>
      <p:sp>
        <p:nvSpPr>
          <p:cNvPr id="596" name="Google Shape;596;p37"/>
          <p:cNvSpPr/>
          <p:nvPr/>
        </p:nvSpPr>
        <p:spPr>
          <a:xfrm>
            <a:off x="323150" y="1406450"/>
            <a:ext cx="9394800" cy="1308000"/>
          </a:xfrm>
          <a:prstGeom prst="roundRect">
            <a:avLst>
              <a:gd fmla="val 31124" name="adj"/>
            </a:avLst>
          </a:prstGeom>
          <a:solidFill>
            <a:srgbClr val="282828"/>
          </a:solidFill>
          <a:ln>
            <a:noFill/>
          </a:ln>
        </p:spPr>
        <p:txBody>
          <a:bodyPr anchorCtr="0" anchor="ctr" bIns="100900" lIns="100900" spcFirstLastPara="1" rIns="100900" wrap="square" tIns="100900">
            <a:noAutofit/>
          </a:bodyPr>
          <a:lstStyle/>
          <a:p>
            <a:pPr indent="0" lvl="0" marL="0" rtl="0" algn="ctr">
              <a:spcBef>
                <a:spcPts val="0"/>
              </a:spcBef>
              <a:spcAft>
                <a:spcPts val="0"/>
              </a:spcAft>
              <a:buNone/>
            </a:pPr>
            <a:r>
              <a:t/>
            </a:r>
            <a:endParaRPr sz="1545"/>
          </a:p>
        </p:txBody>
      </p:sp>
      <p:pic>
        <p:nvPicPr>
          <p:cNvPr id="597" name="Google Shape;597;p37"/>
          <p:cNvPicPr preferRelativeResize="0"/>
          <p:nvPr/>
        </p:nvPicPr>
        <p:blipFill>
          <a:blip r:embed="rId3">
            <a:alphaModFix/>
          </a:blip>
          <a:stretch>
            <a:fillRect/>
          </a:stretch>
        </p:blipFill>
        <p:spPr>
          <a:xfrm>
            <a:off x="472450" y="1749710"/>
            <a:ext cx="831421" cy="673199"/>
          </a:xfrm>
          <a:prstGeom prst="rect">
            <a:avLst/>
          </a:prstGeom>
          <a:noFill/>
          <a:ln>
            <a:noFill/>
          </a:ln>
        </p:spPr>
      </p:pic>
      <p:pic>
        <p:nvPicPr>
          <p:cNvPr id="598" name="Google Shape;598;p37"/>
          <p:cNvPicPr preferRelativeResize="0"/>
          <p:nvPr/>
        </p:nvPicPr>
        <p:blipFill>
          <a:blip r:embed="rId3">
            <a:alphaModFix/>
          </a:blip>
          <a:stretch>
            <a:fillRect/>
          </a:stretch>
        </p:blipFill>
        <p:spPr>
          <a:xfrm>
            <a:off x="472450" y="3031973"/>
            <a:ext cx="831421" cy="673199"/>
          </a:xfrm>
          <a:prstGeom prst="rect">
            <a:avLst/>
          </a:prstGeom>
          <a:noFill/>
          <a:ln>
            <a:noFill/>
          </a:ln>
        </p:spPr>
      </p:pic>
      <p:pic>
        <p:nvPicPr>
          <p:cNvPr id="599" name="Google Shape;599;p37"/>
          <p:cNvPicPr preferRelativeResize="0"/>
          <p:nvPr/>
        </p:nvPicPr>
        <p:blipFill>
          <a:blip r:embed="rId3">
            <a:alphaModFix/>
          </a:blip>
          <a:stretch>
            <a:fillRect/>
          </a:stretch>
        </p:blipFill>
        <p:spPr>
          <a:xfrm>
            <a:off x="472450" y="4368573"/>
            <a:ext cx="831421" cy="673199"/>
          </a:xfrm>
          <a:prstGeom prst="rect">
            <a:avLst/>
          </a:prstGeom>
          <a:noFill/>
          <a:ln>
            <a:noFill/>
          </a:ln>
        </p:spPr>
      </p:pic>
      <p:sp>
        <p:nvSpPr>
          <p:cNvPr id="600" name="Google Shape;600;p37"/>
          <p:cNvSpPr txBox="1"/>
          <p:nvPr>
            <p:ph idx="4294967295" type="body"/>
          </p:nvPr>
        </p:nvSpPr>
        <p:spPr>
          <a:xfrm>
            <a:off x="1620350" y="1693200"/>
            <a:ext cx="6800400" cy="492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SzPts val="1400"/>
              <a:buNone/>
            </a:pPr>
            <a:r>
              <a:rPr lang="uk" sz="1600">
                <a:solidFill>
                  <a:schemeClr val="lt1"/>
                </a:solidFill>
                <a:latin typeface="IBM Plex Sans"/>
                <a:ea typeface="IBM Plex Sans"/>
                <a:cs typeface="IBM Plex Sans"/>
                <a:sym typeface="IBM Plex Sans"/>
              </a:rPr>
              <a:t>K-means — поділяє об'єкти на K груп, мінімізуючи відстань усередині групи. Добре працює на числових даних (наприклад, по доходу і віку).</a:t>
            </a:r>
            <a:endParaRPr sz="1600">
              <a:solidFill>
                <a:schemeClr val="lt1"/>
              </a:solidFill>
              <a:latin typeface="IBM Plex Sans"/>
              <a:ea typeface="IBM Plex Sans"/>
              <a:cs typeface="IBM Plex Sans"/>
              <a:sym typeface="IBM Plex Sans"/>
            </a:endParaRPr>
          </a:p>
        </p:txBody>
      </p:sp>
      <p:sp>
        <p:nvSpPr>
          <p:cNvPr id="601" name="Google Shape;601;p37"/>
          <p:cNvSpPr txBox="1"/>
          <p:nvPr/>
        </p:nvSpPr>
        <p:spPr>
          <a:xfrm>
            <a:off x="1506800" y="3031975"/>
            <a:ext cx="7983300" cy="714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800"/>
              </a:spcBef>
              <a:spcAft>
                <a:spcPts val="0"/>
              </a:spcAft>
              <a:buClr>
                <a:srgbClr val="000000"/>
              </a:buClr>
              <a:buSzPts val="1820"/>
              <a:buFont typeface="Arial"/>
              <a:buNone/>
            </a:pPr>
            <a:r>
              <a:rPr lang="uk" sz="1600">
                <a:solidFill>
                  <a:schemeClr val="lt1"/>
                </a:solidFill>
                <a:latin typeface="IBM Plex Sans"/>
                <a:ea typeface="IBM Plex Sans"/>
                <a:cs typeface="IBM Plex Sans"/>
                <a:sym typeface="IBM Plex Sans"/>
              </a:rPr>
              <a:t>DBSCAN — шукає щільні скупчення об’єктів і ігнорує "шумні" або розріджені дані. Підходить для виявлення аномалій.</a:t>
            </a:r>
            <a:endParaRPr sz="1600">
              <a:solidFill>
                <a:schemeClr val="lt1"/>
              </a:solidFill>
              <a:latin typeface="IBM Plex Sans"/>
              <a:ea typeface="IBM Plex Sans"/>
              <a:cs typeface="IBM Plex Sans"/>
              <a:sym typeface="IBM Plex Sans"/>
            </a:endParaRPr>
          </a:p>
        </p:txBody>
      </p:sp>
      <p:sp>
        <p:nvSpPr>
          <p:cNvPr id="602" name="Google Shape;602;p37"/>
          <p:cNvSpPr txBox="1"/>
          <p:nvPr/>
        </p:nvSpPr>
        <p:spPr>
          <a:xfrm>
            <a:off x="1506800" y="4327475"/>
            <a:ext cx="7475400" cy="714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800"/>
              </a:spcBef>
              <a:spcAft>
                <a:spcPts val="0"/>
              </a:spcAft>
              <a:buClr>
                <a:srgbClr val="000000"/>
              </a:buClr>
              <a:buSzPts val="1820"/>
              <a:buFont typeface="Arial"/>
              <a:buNone/>
            </a:pPr>
            <a:r>
              <a:rPr lang="uk" sz="1600">
                <a:solidFill>
                  <a:schemeClr val="lt1"/>
                </a:solidFill>
                <a:latin typeface="IBM Plex Sans"/>
                <a:ea typeface="IBM Plex Sans"/>
                <a:cs typeface="IBM Plex Sans"/>
                <a:sym typeface="IBM Plex Sans"/>
              </a:rPr>
              <a:t>Louvain / Leiden — спеціалізовані методи для графів (мереж), знаходять спільноти за структурою зв’язків.</a:t>
            </a:r>
            <a:endParaRPr sz="1600">
              <a:solidFill>
                <a:schemeClr val="lt1"/>
              </a:solidFill>
              <a:latin typeface="IBM Plex Sans"/>
              <a:ea typeface="IBM Plex Sans"/>
              <a:cs typeface="IBM Plex Sans"/>
              <a:sym typeface="IBM Plex San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606" name="Shape 606"/>
        <p:cNvGrpSpPr/>
        <p:nvPr/>
      </p:nvGrpSpPr>
      <p:grpSpPr>
        <a:xfrm>
          <a:off x="0" y="0"/>
          <a:ext cx="0" cy="0"/>
          <a:chOff x="0" y="0"/>
          <a:chExt cx="0" cy="0"/>
        </a:xfrm>
      </p:grpSpPr>
      <p:sp>
        <p:nvSpPr>
          <p:cNvPr id="607" name="Google Shape;607;p38"/>
          <p:cNvSpPr/>
          <p:nvPr/>
        </p:nvSpPr>
        <p:spPr>
          <a:xfrm>
            <a:off x="317224" y="1263209"/>
            <a:ext cx="9450300" cy="4089000"/>
          </a:xfrm>
          <a:prstGeom prst="roundRect">
            <a:avLst>
              <a:gd fmla="val 7197" name="adj"/>
            </a:avLst>
          </a:prstGeom>
          <a:solidFill>
            <a:schemeClr val="lt1"/>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608" name="Google Shape;608;p38"/>
          <p:cNvSpPr txBox="1"/>
          <p:nvPr/>
        </p:nvSpPr>
        <p:spPr>
          <a:xfrm>
            <a:off x="315160" y="155473"/>
            <a:ext cx="9450300" cy="7851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300" u="none" cap="none" strike="noStrike">
                <a:solidFill>
                  <a:schemeClr val="lt1"/>
                </a:solidFill>
                <a:latin typeface="IBM Plex Mono SemiBold"/>
                <a:ea typeface="IBM Plex Mono SemiBold"/>
                <a:cs typeface="IBM Plex Mono SemiBold"/>
                <a:sym typeface="IBM Plex Mono SemiBold"/>
              </a:rPr>
              <a:t>ПРИКЛАД K-MEANS</a:t>
            </a:r>
            <a:endParaRPr b="0" i="0" sz="3300" u="none" cap="none" strike="noStrike">
              <a:solidFill>
                <a:schemeClr val="lt1"/>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chemeClr val="lt1"/>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chemeClr val="lt1"/>
              </a:solidFill>
              <a:latin typeface="IBM Plex Mono SemiBold"/>
              <a:ea typeface="IBM Plex Mono SemiBold"/>
              <a:cs typeface="IBM Plex Mono SemiBold"/>
              <a:sym typeface="IBM Plex Mono SemiBold"/>
            </a:endParaRPr>
          </a:p>
        </p:txBody>
      </p:sp>
      <p:pic>
        <p:nvPicPr>
          <p:cNvPr id="609" name="Google Shape;609;p38"/>
          <p:cNvPicPr preferRelativeResize="0"/>
          <p:nvPr/>
        </p:nvPicPr>
        <p:blipFill rotWithShape="1">
          <a:blip r:embed="rId3">
            <a:alphaModFix/>
          </a:blip>
          <a:srcRect b="0" l="0" r="0" t="0"/>
          <a:stretch/>
        </p:blipFill>
        <p:spPr>
          <a:xfrm>
            <a:off x="808075" y="1939653"/>
            <a:ext cx="5489899" cy="2744950"/>
          </a:xfrm>
          <a:prstGeom prst="rect">
            <a:avLst/>
          </a:prstGeom>
          <a:noFill/>
          <a:ln>
            <a:noFill/>
          </a:ln>
        </p:spPr>
      </p:pic>
      <p:pic>
        <p:nvPicPr>
          <p:cNvPr id="610" name="Google Shape;610;p38"/>
          <p:cNvPicPr preferRelativeResize="0"/>
          <p:nvPr/>
        </p:nvPicPr>
        <p:blipFill rotWithShape="1">
          <a:blip r:embed="rId4">
            <a:alphaModFix/>
          </a:blip>
          <a:srcRect b="0" l="0" r="0" t="0"/>
          <a:stretch/>
        </p:blipFill>
        <p:spPr>
          <a:xfrm>
            <a:off x="6403112" y="1746975"/>
            <a:ext cx="3008888" cy="3237634"/>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614" name="Shape 614"/>
        <p:cNvGrpSpPr/>
        <p:nvPr/>
      </p:nvGrpSpPr>
      <p:grpSpPr>
        <a:xfrm>
          <a:off x="0" y="0"/>
          <a:ext cx="0" cy="0"/>
          <a:chOff x="0" y="0"/>
          <a:chExt cx="0" cy="0"/>
        </a:xfrm>
      </p:grpSpPr>
      <p:sp>
        <p:nvSpPr>
          <p:cNvPr id="615" name="Google Shape;615;p39"/>
          <p:cNvSpPr/>
          <p:nvPr/>
        </p:nvSpPr>
        <p:spPr>
          <a:xfrm>
            <a:off x="317224" y="1263209"/>
            <a:ext cx="9450300" cy="4089000"/>
          </a:xfrm>
          <a:prstGeom prst="roundRect">
            <a:avLst>
              <a:gd fmla="val 7197" name="adj"/>
            </a:avLst>
          </a:prstGeom>
          <a:solidFill>
            <a:schemeClr val="lt1"/>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616" name="Google Shape;616;p39"/>
          <p:cNvSpPr txBox="1"/>
          <p:nvPr/>
        </p:nvSpPr>
        <p:spPr>
          <a:xfrm>
            <a:off x="238097" y="123173"/>
            <a:ext cx="9450300" cy="7851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ПРИКЛАД DBSCAN</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p:txBody>
      </p:sp>
      <p:pic>
        <p:nvPicPr>
          <p:cNvPr id="617" name="Google Shape;617;p39"/>
          <p:cNvPicPr preferRelativeResize="0"/>
          <p:nvPr/>
        </p:nvPicPr>
        <p:blipFill rotWithShape="1">
          <a:blip r:embed="rId3">
            <a:alphaModFix/>
          </a:blip>
          <a:srcRect b="0" l="0" r="0" t="0"/>
          <a:stretch/>
        </p:blipFill>
        <p:spPr>
          <a:xfrm>
            <a:off x="2991575" y="1388413"/>
            <a:ext cx="3943350" cy="383857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621" name="Shape 621"/>
        <p:cNvGrpSpPr/>
        <p:nvPr/>
      </p:nvGrpSpPr>
      <p:grpSpPr>
        <a:xfrm>
          <a:off x="0" y="0"/>
          <a:ext cx="0" cy="0"/>
          <a:chOff x="0" y="0"/>
          <a:chExt cx="0" cy="0"/>
        </a:xfrm>
      </p:grpSpPr>
      <p:sp>
        <p:nvSpPr>
          <p:cNvPr id="622" name="Google Shape;622;p40"/>
          <p:cNvSpPr/>
          <p:nvPr/>
        </p:nvSpPr>
        <p:spPr>
          <a:xfrm>
            <a:off x="317224" y="1263209"/>
            <a:ext cx="9450300" cy="4089000"/>
          </a:xfrm>
          <a:prstGeom prst="roundRect">
            <a:avLst>
              <a:gd fmla="val 7197" name="adj"/>
            </a:avLst>
          </a:prstGeom>
          <a:solidFill>
            <a:schemeClr val="lt1"/>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623" name="Google Shape;623;p40"/>
          <p:cNvSpPr txBox="1"/>
          <p:nvPr/>
        </p:nvSpPr>
        <p:spPr>
          <a:xfrm>
            <a:off x="238097" y="123173"/>
            <a:ext cx="9450300" cy="7851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ПОРІВНЯННЯ K-MEANS ТА DBSCAN</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p:txBody>
      </p:sp>
      <p:pic>
        <p:nvPicPr>
          <p:cNvPr id="624" name="Google Shape;624;p40"/>
          <p:cNvPicPr preferRelativeResize="0"/>
          <p:nvPr/>
        </p:nvPicPr>
        <p:blipFill rotWithShape="1">
          <a:blip r:embed="rId3">
            <a:alphaModFix/>
          </a:blip>
          <a:srcRect b="0" l="0" r="0" t="0"/>
          <a:stretch/>
        </p:blipFill>
        <p:spPr>
          <a:xfrm>
            <a:off x="500725" y="1654861"/>
            <a:ext cx="8852925" cy="3305682"/>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628" name="Shape 628"/>
        <p:cNvGrpSpPr/>
        <p:nvPr/>
      </p:nvGrpSpPr>
      <p:grpSpPr>
        <a:xfrm>
          <a:off x="0" y="0"/>
          <a:ext cx="0" cy="0"/>
          <a:chOff x="0" y="0"/>
          <a:chExt cx="0" cy="0"/>
        </a:xfrm>
      </p:grpSpPr>
      <p:sp>
        <p:nvSpPr>
          <p:cNvPr id="629" name="Google Shape;629;p41"/>
          <p:cNvSpPr/>
          <p:nvPr/>
        </p:nvSpPr>
        <p:spPr>
          <a:xfrm>
            <a:off x="739750" y="3442350"/>
            <a:ext cx="8049000" cy="1426800"/>
          </a:xfrm>
          <a:prstGeom prst="roundRect">
            <a:avLst>
              <a:gd fmla="val 19055" name="adj"/>
            </a:avLst>
          </a:prstGeom>
          <a:solidFill>
            <a:srgbClr val="076C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solidFill>
                <a:srgbClr val="FFFFFF"/>
              </a:solidFill>
              <a:latin typeface="IBM Plex Sans"/>
              <a:ea typeface="IBM Plex Sans"/>
              <a:cs typeface="IBM Plex Sans"/>
              <a:sym typeface="IBM Plex Sans"/>
            </a:endParaRPr>
          </a:p>
        </p:txBody>
      </p:sp>
      <p:sp>
        <p:nvSpPr>
          <p:cNvPr id="630" name="Google Shape;630;p41"/>
          <p:cNvSpPr txBox="1"/>
          <p:nvPr/>
        </p:nvSpPr>
        <p:spPr>
          <a:xfrm>
            <a:off x="658748" y="856575"/>
            <a:ext cx="8673600" cy="1137000"/>
          </a:xfrm>
          <a:prstGeom prst="rect">
            <a:avLst/>
          </a:prstGeom>
          <a:noFill/>
          <a:ln>
            <a:noFill/>
          </a:ln>
        </p:spPr>
        <p:txBody>
          <a:bodyPr anchorCtr="0" anchor="ctr" bIns="100800" lIns="100800" spcFirstLastPara="1" rIns="100800" wrap="square" tIns="100800">
            <a:noAutofit/>
          </a:bodyPr>
          <a:lstStyle/>
          <a:p>
            <a:pPr indent="0" lvl="0" marL="0" marR="0" rtl="0" algn="l">
              <a:lnSpc>
                <a:spcPct val="100000"/>
              </a:lnSpc>
              <a:spcBef>
                <a:spcPts val="0"/>
              </a:spcBef>
              <a:spcAft>
                <a:spcPts val="0"/>
              </a:spcAft>
              <a:buClr>
                <a:srgbClr val="000000"/>
              </a:buClr>
              <a:buSzPts val="6600"/>
              <a:buFont typeface="Arial"/>
              <a:buNone/>
            </a:pPr>
            <a:r>
              <a:rPr b="1" lang="uk" sz="6600">
                <a:solidFill>
                  <a:srgbClr val="E5E8EC"/>
                </a:solidFill>
                <a:latin typeface="IBM Plex Mono"/>
                <a:ea typeface="IBM Plex Mono"/>
                <a:cs typeface="IBM Plex Mono"/>
                <a:sym typeface="IBM Plex Mono"/>
              </a:rPr>
              <a:t>ПРИКЛАД </a:t>
            </a:r>
            <a:endParaRPr b="1" sz="6600">
              <a:solidFill>
                <a:srgbClr val="E5E8EC"/>
              </a:solidFill>
              <a:latin typeface="IBM Plex Mono"/>
              <a:ea typeface="IBM Plex Mono"/>
              <a:cs typeface="IBM Plex Mono"/>
              <a:sym typeface="IBM Plex Mono"/>
            </a:endParaRPr>
          </a:p>
          <a:p>
            <a:pPr indent="0" lvl="0" marL="0" marR="0" rtl="0" algn="l">
              <a:lnSpc>
                <a:spcPct val="100000"/>
              </a:lnSpc>
              <a:spcBef>
                <a:spcPts val="0"/>
              </a:spcBef>
              <a:spcAft>
                <a:spcPts val="0"/>
              </a:spcAft>
              <a:buClr>
                <a:srgbClr val="000000"/>
              </a:buClr>
              <a:buSzPts val="6600"/>
              <a:buFont typeface="Arial"/>
              <a:buNone/>
            </a:pPr>
            <a:r>
              <a:rPr b="1" lang="uk" sz="6600">
                <a:solidFill>
                  <a:srgbClr val="E5E8EC"/>
                </a:solidFill>
                <a:latin typeface="IBM Plex Mono"/>
                <a:ea typeface="IBM Plex Mono"/>
                <a:cs typeface="IBM Plex Mono"/>
                <a:sym typeface="IBM Plex Mono"/>
              </a:rPr>
              <a:t>LOUVAIN/LEIDEN</a:t>
            </a:r>
            <a:endParaRPr b="1" sz="6600">
              <a:solidFill>
                <a:srgbClr val="E5E8EC"/>
              </a:solidFill>
              <a:latin typeface="IBM Plex Mono"/>
              <a:ea typeface="IBM Plex Mono"/>
              <a:cs typeface="IBM Plex Mono"/>
              <a:sym typeface="IBM Plex Mono"/>
            </a:endParaRPr>
          </a:p>
        </p:txBody>
      </p:sp>
      <p:sp>
        <p:nvSpPr>
          <p:cNvPr id="631" name="Google Shape;631;p41"/>
          <p:cNvSpPr txBox="1"/>
          <p:nvPr/>
        </p:nvSpPr>
        <p:spPr>
          <a:xfrm>
            <a:off x="998058" y="3861440"/>
            <a:ext cx="7296900" cy="942600"/>
          </a:xfrm>
          <a:prstGeom prst="rect">
            <a:avLst/>
          </a:prstGeom>
          <a:noFill/>
          <a:ln>
            <a:noFill/>
          </a:ln>
        </p:spPr>
        <p:txBody>
          <a:bodyPr anchorCtr="0" anchor="t" bIns="100800" lIns="100800" spcFirstLastPara="1" rIns="100800" wrap="square" tIns="100800">
            <a:spAutoFit/>
          </a:bodyPr>
          <a:lstStyle/>
          <a:p>
            <a:pPr indent="0" lvl="0" marL="0" marR="0" rtl="0" algn="l">
              <a:lnSpc>
                <a:spcPct val="100000"/>
              </a:lnSpc>
              <a:spcBef>
                <a:spcPts val="0"/>
              </a:spcBef>
              <a:spcAft>
                <a:spcPts val="0"/>
              </a:spcAft>
              <a:buClr>
                <a:srgbClr val="000000"/>
              </a:buClr>
              <a:buSzPts val="2400"/>
              <a:buFont typeface="Arial"/>
              <a:buNone/>
            </a:pPr>
            <a:r>
              <a:rPr lang="uk" sz="2400">
                <a:solidFill>
                  <a:srgbClr val="E5E8EC"/>
                </a:solidFill>
                <a:latin typeface="IBM Plex Mono"/>
                <a:ea typeface="IBM Plex Mono"/>
                <a:cs typeface="IBM Plex Mono"/>
                <a:sym typeface="IBM Plex Mono"/>
              </a:rPr>
              <a:t>Кластеризація на основі зв’язків</a:t>
            </a:r>
            <a:endParaRPr sz="2400">
              <a:solidFill>
                <a:srgbClr val="E5E8EC"/>
              </a:solidFill>
              <a:latin typeface="IBM Plex Mono"/>
              <a:ea typeface="IBM Plex Mono"/>
              <a:cs typeface="IBM Plex Mono"/>
              <a:sym typeface="IBM Plex Mono"/>
            </a:endParaRPr>
          </a:p>
          <a:p>
            <a:pPr indent="0" lvl="0" marL="0" marR="0" rtl="0" algn="l">
              <a:lnSpc>
                <a:spcPct val="100000"/>
              </a:lnSpc>
              <a:spcBef>
                <a:spcPts val="0"/>
              </a:spcBef>
              <a:spcAft>
                <a:spcPts val="0"/>
              </a:spcAft>
              <a:buClr>
                <a:srgbClr val="000000"/>
              </a:buClr>
              <a:buSzPts val="2400"/>
              <a:buFont typeface="Arial"/>
              <a:buNone/>
            </a:pPr>
            <a:r>
              <a:t/>
            </a:r>
            <a:endParaRPr sz="2400">
              <a:solidFill>
                <a:srgbClr val="E5E8EC"/>
              </a:solidFill>
              <a:latin typeface="IBM Plex Mono"/>
              <a:ea typeface="IBM Plex Mono"/>
              <a:cs typeface="IBM Plex Mono"/>
              <a:sym typeface="IBM Plex Mono"/>
            </a:endParaRPr>
          </a:p>
        </p:txBody>
      </p:sp>
      <p:pic>
        <p:nvPicPr>
          <p:cNvPr id="632" name="Google Shape;632;p41"/>
          <p:cNvPicPr preferRelativeResize="0"/>
          <p:nvPr/>
        </p:nvPicPr>
        <p:blipFill>
          <a:blip r:embed="rId3">
            <a:alphaModFix/>
          </a:blip>
          <a:stretch>
            <a:fillRect/>
          </a:stretch>
        </p:blipFill>
        <p:spPr>
          <a:xfrm rot="-793607">
            <a:off x="7559099" y="1484650"/>
            <a:ext cx="2279102" cy="3019649"/>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636" name="Shape 636"/>
        <p:cNvGrpSpPr/>
        <p:nvPr/>
      </p:nvGrpSpPr>
      <p:grpSpPr>
        <a:xfrm>
          <a:off x="0" y="0"/>
          <a:ext cx="0" cy="0"/>
          <a:chOff x="0" y="0"/>
          <a:chExt cx="0" cy="0"/>
        </a:xfrm>
      </p:grpSpPr>
      <p:sp>
        <p:nvSpPr>
          <p:cNvPr id="637" name="Google Shape;637;p42"/>
          <p:cNvSpPr/>
          <p:nvPr/>
        </p:nvSpPr>
        <p:spPr>
          <a:xfrm>
            <a:off x="4511226" y="1263200"/>
            <a:ext cx="5252400" cy="3909600"/>
          </a:xfrm>
          <a:prstGeom prst="roundRect">
            <a:avLst>
              <a:gd fmla="val 8532" name="adj"/>
            </a:avLst>
          </a:prstGeom>
          <a:solidFill>
            <a:srgbClr val="282828"/>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38" name="Google Shape;638;p42"/>
          <p:cNvSpPr/>
          <p:nvPr/>
        </p:nvSpPr>
        <p:spPr>
          <a:xfrm>
            <a:off x="317226" y="1263200"/>
            <a:ext cx="4194000" cy="3909600"/>
          </a:xfrm>
          <a:prstGeom prst="roundRect">
            <a:avLst>
              <a:gd fmla="val 9593" name="adj"/>
            </a:avLst>
          </a:prstGeom>
          <a:solidFill>
            <a:srgbClr val="076CFC"/>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39" name="Google Shape;639;p42"/>
          <p:cNvSpPr txBox="1"/>
          <p:nvPr/>
        </p:nvSpPr>
        <p:spPr>
          <a:xfrm>
            <a:off x="238097" y="123173"/>
            <a:ext cx="9450300" cy="7851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СЕГМЕНТАЦІЯ</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p:txBody>
      </p:sp>
      <p:sp>
        <p:nvSpPr>
          <p:cNvPr id="640" name="Google Shape;640;p42"/>
          <p:cNvSpPr txBox="1"/>
          <p:nvPr/>
        </p:nvSpPr>
        <p:spPr>
          <a:xfrm>
            <a:off x="561176" y="1531975"/>
            <a:ext cx="3659700" cy="3452700"/>
          </a:xfrm>
          <a:prstGeom prst="rect">
            <a:avLst/>
          </a:prstGeom>
          <a:noFill/>
          <a:ln>
            <a:noFill/>
          </a:ln>
        </p:spPr>
        <p:txBody>
          <a:bodyPr anchorCtr="0" anchor="t" bIns="75600" lIns="75600" spcFirstLastPara="1" rIns="75600" wrap="square" tIns="75600">
            <a:spAutoFit/>
          </a:bodyPr>
          <a:lstStyle/>
          <a:p>
            <a:pPr indent="0" lvl="0" marL="0" marR="0" rtl="0" algn="l">
              <a:lnSpc>
                <a:spcPct val="115000"/>
              </a:lnSpc>
              <a:spcBef>
                <a:spcPts val="1200"/>
              </a:spcBef>
              <a:spcAft>
                <a:spcPts val="0"/>
              </a:spcAft>
              <a:buClr>
                <a:srgbClr val="000000"/>
              </a:buClr>
              <a:buSzPts val="1600"/>
              <a:buFont typeface="Arial"/>
              <a:buNone/>
            </a:pPr>
            <a:r>
              <a:rPr b="1" i="0" lang="uk" sz="1600" u="none" cap="none" strike="noStrike">
                <a:solidFill>
                  <a:schemeClr val="lt1"/>
                </a:solidFill>
                <a:latin typeface="IBM Plex Sans"/>
                <a:ea typeface="IBM Plex Sans"/>
                <a:cs typeface="IBM Plex Sans"/>
                <a:sym typeface="IBM Plex Sans"/>
              </a:rPr>
              <a:t>Сегментація</a:t>
            </a:r>
            <a:r>
              <a:rPr b="0" i="0" lang="uk" sz="1600" u="none" cap="none" strike="noStrike">
                <a:solidFill>
                  <a:schemeClr val="lt1"/>
                </a:solidFill>
                <a:latin typeface="IBM Plex Sans"/>
                <a:ea typeface="IBM Plex Sans"/>
                <a:cs typeface="IBM Plex Sans"/>
                <a:sym typeface="IBM Plex Sans"/>
              </a:rPr>
              <a:t> — це усвідомлений поділ на частини</a:t>
            </a:r>
            <a:endParaRPr b="0" i="0" sz="16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1200"/>
              </a:spcBef>
              <a:spcAft>
                <a:spcPts val="0"/>
              </a:spcAft>
              <a:buClr>
                <a:srgbClr val="000000"/>
              </a:buClr>
              <a:buSzPts val="1600"/>
              <a:buFont typeface="Arial"/>
              <a:buNone/>
            </a:pPr>
            <a:r>
              <a:rPr b="0" i="0" lang="uk" sz="1600" u="none" cap="none" strike="noStrike">
                <a:solidFill>
                  <a:schemeClr val="lt1"/>
                </a:solidFill>
                <a:latin typeface="IBM Plex Sans"/>
                <a:ea typeface="IBM Plex Sans"/>
                <a:cs typeface="IBM Plex Sans"/>
                <a:sym typeface="IBM Plex Sans"/>
              </a:rPr>
              <a:t>Тут людина задає принципи поділу, а система вже виконує це.</a:t>
            </a:r>
            <a:endParaRPr b="0" i="0" sz="16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1200"/>
              </a:spcBef>
              <a:spcAft>
                <a:spcPts val="0"/>
              </a:spcAft>
              <a:buClr>
                <a:srgbClr val="000000"/>
              </a:buClr>
              <a:buSzPts val="1600"/>
              <a:buFont typeface="Arial"/>
              <a:buNone/>
            </a:pPr>
            <a:r>
              <a:t/>
            </a:r>
            <a:endParaRPr b="0" i="0" sz="16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1200"/>
              </a:spcBef>
              <a:spcAft>
                <a:spcPts val="0"/>
              </a:spcAft>
              <a:buClr>
                <a:srgbClr val="000000"/>
              </a:buClr>
              <a:buSzPts val="1600"/>
              <a:buFont typeface="Arial"/>
              <a:buNone/>
            </a:pPr>
            <a:r>
              <a:t/>
            </a:r>
            <a:endParaRPr b="1" i="0" sz="16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1200"/>
              </a:spcBef>
              <a:spcAft>
                <a:spcPts val="0"/>
              </a:spcAft>
              <a:buClr>
                <a:srgbClr val="000000"/>
              </a:buClr>
              <a:buSzPts val="1600"/>
              <a:buFont typeface="Arial"/>
              <a:buNone/>
            </a:pPr>
            <a:r>
              <a:t/>
            </a:r>
            <a:endParaRPr b="1" i="0" sz="16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chemeClr val="lt1"/>
              </a:solidFill>
              <a:latin typeface="IBM Plex Sans"/>
              <a:ea typeface="IBM Plex Sans"/>
              <a:cs typeface="IBM Plex Sans"/>
              <a:sym typeface="IBM Plex Sans"/>
            </a:endParaRPr>
          </a:p>
        </p:txBody>
      </p:sp>
      <p:sp>
        <p:nvSpPr>
          <p:cNvPr id="641" name="Google Shape;641;p42"/>
          <p:cNvSpPr txBox="1"/>
          <p:nvPr/>
        </p:nvSpPr>
        <p:spPr>
          <a:xfrm>
            <a:off x="4700049" y="1510150"/>
            <a:ext cx="4738200" cy="4451100"/>
          </a:xfrm>
          <a:prstGeom prst="rect">
            <a:avLst/>
          </a:prstGeom>
          <a:noFill/>
          <a:ln>
            <a:noFill/>
          </a:ln>
        </p:spPr>
        <p:txBody>
          <a:bodyPr anchorCtr="0" anchor="t" bIns="75600" lIns="75600" spcFirstLastPara="1" rIns="75600" wrap="square" tIns="75600">
            <a:spAutoFit/>
          </a:bodyPr>
          <a:lstStyle/>
          <a:p>
            <a:pPr indent="0" lvl="0" marL="0" marR="0" rtl="0" algn="l">
              <a:lnSpc>
                <a:spcPct val="115000"/>
              </a:lnSpc>
              <a:spcBef>
                <a:spcPts val="800"/>
              </a:spcBef>
              <a:spcAft>
                <a:spcPts val="0"/>
              </a:spcAft>
              <a:buClr>
                <a:srgbClr val="000000"/>
              </a:buClr>
              <a:buSzPts val="1500"/>
              <a:buFont typeface="Arial"/>
              <a:buNone/>
            </a:pPr>
            <a:r>
              <a:rPr b="1" i="0" lang="uk" sz="1500" u="none" cap="none" strike="noStrike">
                <a:solidFill>
                  <a:schemeClr val="lt1"/>
                </a:solidFill>
                <a:latin typeface="IBM Plex Sans"/>
                <a:ea typeface="IBM Plex Sans"/>
                <a:cs typeface="IBM Plex Sans"/>
                <a:sym typeface="IBM Plex Sans"/>
              </a:rPr>
              <a:t>Приклади підходів:</a:t>
            </a:r>
            <a:endParaRPr b="1" i="0" sz="1500" u="none" cap="none" strike="noStrike">
              <a:solidFill>
                <a:schemeClr val="lt1"/>
              </a:solidFill>
              <a:latin typeface="IBM Plex Sans"/>
              <a:ea typeface="IBM Plex Sans"/>
              <a:cs typeface="IBM Plex Sans"/>
              <a:sym typeface="IBM Plex Sans"/>
            </a:endParaRPr>
          </a:p>
          <a:p>
            <a:pPr indent="-323850" lvl="0" marL="457200" marR="0" rtl="0" algn="l">
              <a:lnSpc>
                <a:spcPct val="115000"/>
              </a:lnSpc>
              <a:spcBef>
                <a:spcPts val="800"/>
              </a:spcBef>
              <a:spcAft>
                <a:spcPts val="0"/>
              </a:spcAft>
              <a:buClr>
                <a:schemeClr val="lt1"/>
              </a:buClr>
              <a:buSzPts val="1500"/>
              <a:buFont typeface="IBM Plex Sans"/>
              <a:buAutoNum type="arabicPeriod"/>
            </a:pPr>
            <a:r>
              <a:rPr b="0" i="0" lang="uk" sz="1500" u="none" cap="none" strike="noStrike">
                <a:solidFill>
                  <a:schemeClr val="lt1"/>
                </a:solidFill>
                <a:latin typeface="IBM Plex Sans"/>
                <a:ea typeface="IBM Plex Sans"/>
                <a:cs typeface="IBM Plex Sans"/>
                <a:sym typeface="IBM Plex Sans"/>
              </a:rPr>
              <a:t>Сегментація аудиторії за регіоном, віком, доходом (тобто за заданими категоріями).</a:t>
            </a:r>
            <a:endParaRPr b="0" i="0" sz="1500" u="none" cap="none" strike="noStrike">
              <a:solidFill>
                <a:schemeClr val="lt1"/>
              </a:solidFill>
              <a:latin typeface="IBM Plex Sans"/>
              <a:ea typeface="IBM Plex Sans"/>
              <a:cs typeface="IBM Plex Sans"/>
              <a:sym typeface="IBM Plex Sans"/>
            </a:endParaRPr>
          </a:p>
          <a:p>
            <a:pPr indent="-323850" lvl="0" marL="457200" marR="0" rtl="0" algn="l">
              <a:lnSpc>
                <a:spcPct val="115000"/>
              </a:lnSpc>
              <a:spcBef>
                <a:spcPts val="0"/>
              </a:spcBef>
              <a:spcAft>
                <a:spcPts val="0"/>
              </a:spcAft>
              <a:buClr>
                <a:schemeClr val="lt1"/>
              </a:buClr>
              <a:buSzPts val="1500"/>
              <a:buFont typeface="IBM Plex Sans"/>
              <a:buAutoNum type="arabicPeriod"/>
            </a:pPr>
            <a:r>
              <a:rPr b="0" i="0" lang="uk" sz="1500" u="none" cap="none" strike="noStrike">
                <a:solidFill>
                  <a:schemeClr val="lt1"/>
                </a:solidFill>
                <a:latin typeface="IBM Plex Sans"/>
                <a:ea typeface="IBM Plex Sans"/>
                <a:cs typeface="IBM Plex Sans"/>
                <a:sym typeface="IBM Plex Sans"/>
              </a:rPr>
              <a:t>Сегментація мережі на основі заздалегідь відомих груп (наприклад, ми знаємо підрозділи в організації і ділимо співробітників за цим принципом).</a:t>
            </a:r>
            <a:endParaRPr b="0" i="0" sz="1500" u="none" cap="none" strike="noStrike">
              <a:solidFill>
                <a:schemeClr val="lt1"/>
              </a:solidFill>
              <a:latin typeface="IBM Plex Sans"/>
              <a:ea typeface="IBM Plex Sans"/>
              <a:cs typeface="IBM Plex Sans"/>
              <a:sym typeface="IBM Plex Sans"/>
            </a:endParaRPr>
          </a:p>
          <a:p>
            <a:pPr indent="-323850" lvl="0" marL="457200" marR="0" rtl="0" algn="l">
              <a:lnSpc>
                <a:spcPct val="115000"/>
              </a:lnSpc>
              <a:spcBef>
                <a:spcPts val="0"/>
              </a:spcBef>
              <a:spcAft>
                <a:spcPts val="0"/>
              </a:spcAft>
              <a:buClr>
                <a:schemeClr val="lt1"/>
              </a:buClr>
              <a:buSzPts val="1500"/>
              <a:buFont typeface="IBM Plex Sans"/>
              <a:buAutoNum type="arabicPeriod"/>
            </a:pPr>
            <a:r>
              <a:rPr b="0" i="0" lang="uk" sz="1500" u="none" cap="none" strike="noStrike">
                <a:solidFill>
                  <a:schemeClr val="lt1"/>
                </a:solidFill>
                <a:latin typeface="IBM Plex Sans"/>
                <a:ea typeface="IBM Plex Sans"/>
                <a:cs typeface="IBM Plex Sans"/>
                <a:sym typeface="IBM Plex Sans"/>
              </a:rPr>
              <a:t>В OSINT: наприклад, розділити акаунти соцмереж за мовою, країною чи поведінкою.</a:t>
            </a:r>
            <a:endParaRPr b="0" i="0" sz="15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1" i="0" sz="15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1" i="0" sz="15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1" i="0" sz="1500" u="none" cap="none" strike="noStrike">
              <a:solidFill>
                <a:schemeClr val="dk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chemeClr val="dk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chemeClr val="dk1"/>
              </a:solidFill>
              <a:latin typeface="IBM Plex Sans"/>
              <a:ea typeface="IBM Plex Sans"/>
              <a:cs typeface="IBM Plex Sans"/>
              <a:sym typeface="IBM Plex Sans"/>
            </a:endParaRPr>
          </a:p>
        </p:txBody>
      </p:sp>
      <p:pic>
        <p:nvPicPr>
          <p:cNvPr id="642" name="Google Shape;642;p42"/>
          <p:cNvPicPr preferRelativeResize="0"/>
          <p:nvPr/>
        </p:nvPicPr>
        <p:blipFill rotWithShape="1">
          <a:blip r:embed="rId3">
            <a:alphaModFix/>
          </a:blip>
          <a:srcRect b="0" l="130" r="140" t="0"/>
          <a:stretch/>
        </p:blipFill>
        <p:spPr>
          <a:xfrm>
            <a:off x="1927587" y="2938500"/>
            <a:ext cx="2373275" cy="204617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81919"/>
        </a:solidFill>
      </p:bgPr>
    </p:bg>
    <p:spTree>
      <p:nvGrpSpPr>
        <p:cNvPr id="646" name="Shape 646"/>
        <p:cNvGrpSpPr/>
        <p:nvPr/>
      </p:nvGrpSpPr>
      <p:grpSpPr>
        <a:xfrm>
          <a:off x="0" y="0"/>
          <a:ext cx="0" cy="0"/>
          <a:chOff x="0" y="0"/>
          <a:chExt cx="0" cy="0"/>
        </a:xfrm>
      </p:grpSpPr>
      <p:sp>
        <p:nvSpPr>
          <p:cNvPr id="647" name="Google Shape;647;g3e534e5d2d5_0_90"/>
          <p:cNvSpPr/>
          <p:nvPr/>
        </p:nvSpPr>
        <p:spPr>
          <a:xfrm>
            <a:off x="342900" y="342875"/>
            <a:ext cx="4459500" cy="4984800"/>
          </a:xfrm>
          <a:prstGeom prst="roundRect">
            <a:avLst>
              <a:gd fmla="val 7992" name="adj"/>
            </a:avLst>
          </a:prstGeom>
          <a:solidFill>
            <a:srgbClr val="076C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8" name="Google Shape;648;g3e534e5d2d5_0_90"/>
          <p:cNvSpPr txBox="1"/>
          <p:nvPr/>
        </p:nvSpPr>
        <p:spPr>
          <a:xfrm>
            <a:off x="676247" y="3561275"/>
            <a:ext cx="3912300" cy="1553400"/>
          </a:xfrm>
          <a:prstGeom prst="rect">
            <a:avLst/>
          </a:prstGeom>
          <a:noFill/>
          <a:ln>
            <a:noFill/>
          </a:ln>
        </p:spPr>
        <p:txBody>
          <a:bodyPr anchorCtr="0" anchor="t" bIns="75600" lIns="75600" spcFirstLastPara="1" rIns="75600" wrap="square" tIns="75600">
            <a:spAutoFit/>
          </a:bodyPr>
          <a:lstStyle/>
          <a:p>
            <a:pPr indent="0" lvl="0" marL="0" rtl="0" algn="l">
              <a:spcBef>
                <a:spcPts val="0"/>
              </a:spcBef>
              <a:spcAft>
                <a:spcPts val="0"/>
              </a:spcAft>
              <a:buClr>
                <a:srgbClr val="000000"/>
              </a:buClr>
              <a:buSzPts val="1200"/>
              <a:buFont typeface="Arial"/>
              <a:buNone/>
            </a:pPr>
            <a:r>
              <a:rPr lang="uk" sz="4900">
                <a:solidFill>
                  <a:schemeClr val="lt1"/>
                </a:solidFill>
                <a:latin typeface="IBM Plex Mono SemiBold"/>
                <a:ea typeface="IBM Plex Mono SemiBold"/>
                <a:cs typeface="IBM Plex Mono SemiBold"/>
                <a:sym typeface="IBM Plex Mono SemiBold"/>
              </a:rPr>
              <a:t>МОДУЛЬ 3</a:t>
            </a:r>
            <a:endParaRPr sz="4900">
              <a:solidFill>
                <a:schemeClr val="lt1"/>
              </a:solidFill>
              <a:latin typeface="IBM Plex Mono SemiBold"/>
              <a:ea typeface="IBM Plex Mono SemiBold"/>
              <a:cs typeface="IBM Plex Mono SemiBold"/>
              <a:sym typeface="IBM Plex Mono SemiBold"/>
            </a:endParaRPr>
          </a:p>
          <a:p>
            <a:pPr indent="0" lvl="0" marL="0" rtl="0" algn="l">
              <a:spcBef>
                <a:spcPts val="0"/>
              </a:spcBef>
              <a:spcAft>
                <a:spcPts val="0"/>
              </a:spcAft>
              <a:buClr>
                <a:srgbClr val="000000"/>
              </a:buClr>
              <a:buSzPts val="1200"/>
              <a:buFont typeface="Arial"/>
              <a:buNone/>
            </a:pPr>
            <a:r>
              <a:rPr lang="uk" sz="2100">
                <a:solidFill>
                  <a:schemeClr val="lt1"/>
                </a:solidFill>
                <a:latin typeface="IBM Plex Mono SemiBold"/>
                <a:ea typeface="IBM Plex Mono SemiBold"/>
                <a:cs typeface="IBM Plex Mono SemiBold"/>
                <a:sym typeface="IBM Plex Mono SemiBold"/>
              </a:rPr>
              <a:t>Методологія                     та інструменти</a:t>
            </a:r>
            <a:endParaRPr sz="2100">
              <a:solidFill>
                <a:schemeClr val="lt1"/>
              </a:solidFill>
              <a:latin typeface="IBM Plex Mono SemiBold"/>
              <a:ea typeface="IBM Plex Mono SemiBold"/>
              <a:cs typeface="IBM Plex Mono SemiBold"/>
              <a:sym typeface="IBM Plex Mono SemiBold"/>
            </a:endParaRPr>
          </a:p>
        </p:txBody>
      </p:sp>
      <p:sp>
        <p:nvSpPr>
          <p:cNvPr id="649" name="Google Shape;649;g3e534e5d2d5_0_90"/>
          <p:cNvSpPr txBox="1"/>
          <p:nvPr/>
        </p:nvSpPr>
        <p:spPr>
          <a:xfrm>
            <a:off x="595525" y="696825"/>
            <a:ext cx="3912300" cy="1800900"/>
          </a:xfrm>
          <a:prstGeom prst="rect">
            <a:avLst/>
          </a:prstGeom>
          <a:noFill/>
          <a:ln>
            <a:noFill/>
          </a:ln>
        </p:spPr>
        <p:txBody>
          <a:bodyPr anchorCtr="0" anchor="t" bIns="91425" lIns="91425" spcFirstLastPara="1" rIns="91425" wrap="square" tIns="91425">
            <a:spAutoFit/>
          </a:bodyPr>
          <a:lstStyle/>
          <a:p>
            <a:pPr indent="-361950" lvl="0" marL="457200" rtl="0" algn="l">
              <a:spcBef>
                <a:spcPts val="0"/>
              </a:spcBef>
              <a:spcAft>
                <a:spcPts val="0"/>
              </a:spcAft>
              <a:buClr>
                <a:schemeClr val="lt1"/>
              </a:buClr>
              <a:buSzPts val="2100"/>
              <a:buFont typeface="IBM Plex Sans"/>
              <a:buChar char="●"/>
            </a:pPr>
            <a:r>
              <a:rPr lang="uk" sz="2100">
                <a:solidFill>
                  <a:schemeClr val="lt1"/>
                </a:solidFill>
                <a:latin typeface="IBM Plex Sans"/>
                <a:ea typeface="IBM Plex Sans"/>
                <a:cs typeface="IBM Plex Sans"/>
                <a:sym typeface="IBM Plex Sans"/>
              </a:rPr>
              <a:t>Інтеграція в розвідувальний цикл</a:t>
            </a:r>
            <a:endParaRPr sz="2100">
              <a:solidFill>
                <a:schemeClr val="lt1"/>
              </a:solidFill>
              <a:latin typeface="IBM Plex Sans"/>
              <a:ea typeface="IBM Plex Sans"/>
              <a:cs typeface="IBM Plex Sans"/>
              <a:sym typeface="IBM Plex Sans"/>
            </a:endParaRPr>
          </a:p>
          <a:p>
            <a:pPr indent="-361950" lvl="0" marL="457200" rtl="0" algn="l">
              <a:spcBef>
                <a:spcPts val="0"/>
              </a:spcBef>
              <a:spcAft>
                <a:spcPts val="0"/>
              </a:spcAft>
              <a:buClr>
                <a:schemeClr val="lt1"/>
              </a:buClr>
              <a:buSzPts val="2100"/>
              <a:buFont typeface="IBM Plex Sans"/>
              <a:buChar char="●"/>
            </a:pPr>
            <a:r>
              <a:rPr lang="uk" sz="2100">
                <a:solidFill>
                  <a:schemeClr val="lt1"/>
                </a:solidFill>
                <a:latin typeface="IBM Plex Sans"/>
                <a:ea typeface="IBM Plex Sans"/>
                <a:cs typeface="IBM Plex Sans"/>
                <a:sym typeface="IBM Plex Sans"/>
              </a:rPr>
              <a:t>Трактування результатів</a:t>
            </a:r>
            <a:endParaRPr sz="2100">
              <a:solidFill>
                <a:schemeClr val="lt1"/>
              </a:solidFill>
              <a:latin typeface="IBM Plex Sans"/>
              <a:ea typeface="IBM Plex Sans"/>
              <a:cs typeface="IBM Plex Sans"/>
              <a:sym typeface="IBM Plex Sans"/>
            </a:endParaRPr>
          </a:p>
          <a:p>
            <a:pPr indent="-361950" lvl="0" marL="457200" rtl="0" algn="l">
              <a:spcBef>
                <a:spcPts val="0"/>
              </a:spcBef>
              <a:spcAft>
                <a:spcPts val="0"/>
              </a:spcAft>
              <a:buClr>
                <a:schemeClr val="lt1"/>
              </a:buClr>
              <a:buSzPts val="2100"/>
              <a:buFont typeface="IBM Plex Sans"/>
              <a:buChar char="●"/>
            </a:pPr>
            <a:r>
              <a:rPr lang="uk" sz="2100">
                <a:solidFill>
                  <a:schemeClr val="lt1"/>
                </a:solidFill>
                <a:latin typeface="IBM Plex Sans"/>
                <a:ea typeface="IBM Plex Sans"/>
                <a:cs typeface="IBM Plex Sans"/>
                <a:sym typeface="IBM Plex Sans"/>
              </a:rPr>
              <a:t>Джерела даних </a:t>
            </a:r>
            <a:endParaRPr sz="2100">
              <a:solidFill>
                <a:schemeClr val="lt1"/>
              </a:solidFill>
              <a:latin typeface="IBM Plex Sans"/>
              <a:ea typeface="IBM Plex Sans"/>
              <a:cs typeface="IBM Plex Sans"/>
              <a:sym typeface="IBM Plex Sans"/>
            </a:endParaRPr>
          </a:p>
          <a:p>
            <a:pPr indent="-361950" lvl="0" marL="457200" rtl="0" algn="l">
              <a:spcBef>
                <a:spcPts val="0"/>
              </a:spcBef>
              <a:spcAft>
                <a:spcPts val="0"/>
              </a:spcAft>
              <a:buClr>
                <a:schemeClr val="lt1"/>
              </a:buClr>
              <a:buSzPts val="2100"/>
              <a:buFont typeface="IBM Plex Sans"/>
              <a:buChar char="●"/>
            </a:pPr>
            <a:r>
              <a:rPr lang="uk" sz="2100">
                <a:solidFill>
                  <a:schemeClr val="lt1"/>
                </a:solidFill>
                <a:latin typeface="IBM Plex Sans"/>
                <a:ea typeface="IBM Plex Sans"/>
                <a:cs typeface="IBM Plex Sans"/>
                <a:sym typeface="IBM Plex Sans"/>
              </a:rPr>
              <a:t>Приклади інструментів  </a:t>
            </a:r>
            <a:endParaRPr sz="2100">
              <a:solidFill>
                <a:schemeClr val="lt1"/>
              </a:solidFill>
              <a:latin typeface="IBM Plex Sans"/>
              <a:ea typeface="IBM Plex Sans"/>
              <a:cs typeface="IBM Plex Sans"/>
              <a:sym typeface="IBM Plex Sans"/>
            </a:endParaRPr>
          </a:p>
        </p:txBody>
      </p:sp>
      <p:pic>
        <p:nvPicPr>
          <p:cNvPr id="650" name="Google Shape;650;g3e534e5d2d5_0_90"/>
          <p:cNvPicPr preferRelativeResize="0"/>
          <p:nvPr/>
        </p:nvPicPr>
        <p:blipFill rotWithShape="1">
          <a:blip r:embed="rId3">
            <a:alphaModFix/>
          </a:blip>
          <a:srcRect b="9060" l="6800" r="6800" t="344"/>
          <a:stretch/>
        </p:blipFill>
        <p:spPr>
          <a:xfrm>
            <a:off x="5112852" y="342875"/>
            <a:ext cx="4754023" cy="4984799"/>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654" name="Shape 654"/>
        <p:cNvGrpSpPr/>
        <p:nvPr/>
      </p:nvGrpSpPr>
      <p:grpSpPr>
        <a:xfrm>
          <a:off x="0" y="0"/>
          <a:ext cx="0" cy="0"/>
          <a:chOff x="0" y="0"/>
          <a:chExt cx="0" cy="0"/>
        </a:xfrm>
      </p:grpSpPr>
      <p:sp>
        <p:nvSpPr>
          <p:cNvPr id="655" name="Google Shape;655;p44"/>
          <p:cNvSpPr/>
          <p:nvPr/>
        </p:nvSpPr>
        <p:spPr>
          <a:xfrm>
            <a:off x="4997725" y="1263200"/>
            <a:ext cx="4765800" cy="3909600"/>
          </a:xfrm>
          <a:prstGeom prst="roundRect">
            <a:avLst>
              <a:gd fmla="val 8532" name="adj"/>
            </a:avLst>
          </a:prstGeom>
          <a:solidFill>
            <a:srgbClr val="E6E6E6"/>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56" name="Google Shape;656;p44"/>
          <p:cNvSpPr/>
          <p:nvPr/>
        </p:nvSpPr>
        <p:spPr>
          <a:xfrm>
            <a:off x="317225" y="1263200"/>
            <a:ext cx="4680600" cy="3909600"/>
          </a:xfrm>
          <a:prstGeom prst="roundRect">
            <a:avLst>
              <a:gd fmla="val 9593" name="adj"/>
            </a:avLst>
          </a:prstGeom>
          <a:solidFill>
            <a:srgbClr val="076CFC"/>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657" name="Google Shape;657;p44"/>
          <p:cNvSpPr txBox="1"/>
          <p:nvPr/>
        </p:nvSpPr>
        <p:spPr>
          <a:xfrm>
            <a:off x="238100" y="123175"/>
            <a:ext cx="10620300" cy="7851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300" u="none" cap="none" strike="noStrike">
                <a:solidFill>
                  <a:schemeClr val="lt1"/>
                </a:solidFill>
                <a:latin typeface="IBM Plex Mono SemiBold"/>
                <a:ea typeface="IBM Plex Mono SemiBold"/>
                <a:cs typeface="IBM Plex Mono SemiBold"/>
                <a:sym typeface="IBM Plex Mono SemiBold"/>
              </a:rPr>
              <a:t>ЦИКЛ РОЗВІДКИ + СТАТИСТИЧНИЙ ФРЕЙМВОРК</a:t>
            </a:r>
            <a:endParaRPr b="0" i="0" sz="3300" u="none" cap="none" strike="noStrike">
              <a:solidFill>
                <a:schemeClr val="lt1"/>
              </a:solidFill>
              <a:latin typeface="IBM Plex Mono SemiBold"/>
              <a:ea typeface="IBM Plex Mono SemiBold"/>
              <a:cs typeface="IBM Plex Mono SemiBold"/>
              <a:sym typeface="IBM Plex Mono SemiBold"/>
            </a:endParaRPr>
          </a:p>
        </p:txBody>
      </p:sp>
      <p:sp>
        <p:nvSpPr>
          <p:cNvPr id="658" name="Google Shape;658;p44"/>
          <p:cNvSpPr txBox="1"/>
          <p:nvPr/>
        </p:nvSpPr>
        <p:spPr>
          <a:xfrm>
            <a:off x="561175" y="1531975"/>
            <a:ext cx="4204200" cy="5767500"/>
          </a:xfrm>
          <a:prstGeom prst="rect">
            <a:avLst/>
          </a:prstGeom>
          <a:noFill/>
          <a:ln>
            <a:noFill/>
          </a:ln>
        </p:spPr>
        <p:txBody>
          <a:bodyPr anchorCtr="0" anchor="t" bIns="75600" lIns="75600" spcFirstLastPara="1" rIns="75600" wrap="square" tIns="75600">
            <a:spAutoFit/>
          </a:bodyPr>
          <a:lstStyle/>
          <a:p>
            <a:pPr indent="0" lvl="0" marL="0" marR="0" rtl="0" algn="l">
              <a:lnSpc>
                <a:spcPct val="115000"/>
              </a:lnSpc>
              <a:spcBef>
                <a:spcPts val="1200"/>
              </a:spcBef>
              <a:spcAft>
                <a:spcPts val="0"/>
              </a:spcAft>
              <a:buClr>
                <a:srgbClr val="000000"/>
              </a:buClr>
              <a:buSzPts val="1600"/>
              <a:buFont typeface="Arial"/>
              <a:buNone/>
            </a:pPr>
            <a:r>
              <a:rPr b="0" i="0" lang="uk" sz="1600" u="none" cap="none" strike="noStrike">
                <a:solidFill>
                  <a:schemeClr val="lt1"/>
                </a:solidFill>
                <a:latin typeface="IBM Plex Sans"/>
                <a:ea typeface="IBM Plex Sans"/>
                <a:cs typeface="IBM Plex Sans"/>
                <a:sym typeface="IBM Plex Sans"/>
              </a:rPr>
              <a:t>Крок 1: Запишіть свої гіпотези та сплануйте дизайн дослідження</a:t>
            </a:r>
            <a:endParaRPr b="0" i="0" sz="16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1200"/>
              </a:spcBef>
              <a:spcAft>
                <a:spcPts val="0"/>
              </a:spcAft>
              <a:buClr>
                <a:srgbClr val="000000"/>
              </a:buClr>
              <a:buSzPts val="1600"/>
              <a:buFont typeface="Arial"/>
              <a:buNone/>
            </a:pPr>
            <a:r>
              <a:rPr b="0" i="0" lang="uk" sz="1600" u="none" cap="none" strike="noStrike">
                <a:solidFill>
                  <a:schemeClr val="lt1"/>
                </a:solidFill>
                <a:latin typeface="IBM Plex Sans"/>
                <a:ea typeface="IBM Plex Sans"/>
                <a:cs typeface="IBM Plex Sans"/>
                <a:sym typeface="IBM Plex Sans"/>
              </a:rPr>
              <a:t>Крок 2: Зберіть дані з вибірки</a:t>
            </a:r>
            <a:endParaRPr b="0" i="0" sz="16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1200"/>
              </a:spcBef>
              <a:spcAft>
                <a:spcPts val="0"/>
              </a:spcAft>
              <a:buClr>
                <a:srgbClr val="000000"/>
              </a:buClr>
              <a:buSzPts val="1600"/>
              <a:buFont typeface="Arial"/>
              <a:buNone/>
            </a:pPr>
            <a:r>
              <a:rPr b="0" i="0" lang="uk" sz="1600" u="none" cap="none" strike="noStrike">
                <a:solidFill>
                  <a:schemeClr val="lt1"/>
                </a:solidFill>
                <a:latin typeface="IBM Plex Sans"/>
                <a:ea typeface="IBM Plex Sans"/>
                <a:cs typeface="IBM Plex Sans"/>
                <a:sym typeface="IBM Plex Sans"/>
              </a:rPr>
              <a:t>Крок 3: Узагальніть свої дані за допомогою описової статистики</a:t>
            </a:r>
            <a:endParaRPr b="0" i="0" sz="16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1200"/>
              </a:spcBef>
              <a:spcAft>
                <a:spcPts val="0"/>
              </a:spcAft>
              <a:buClr>
                <a:srgbClr val="000000"/>
              </a:buClr>
              <a:buSzPts val="1600"/>
              <a:buFont typeface="Arial"/>
              <a:buNone/>
            </a:pPr>
            <a:r>
              <a:rPr b="0" i="0" lang="uk" sz="1600" u="none" cap="none" strike="noStrike">
                <a:solidFill>
                  <a:schemeClr val="lt1"/>
                </a:solidFill>
                <a:latin typeface="IBM Plex Sans"/>
                <a:ea typeface="IBM Plex Sans"/>
                <a:cs typeface="IBM Plex Sans"/>
                <a:sym typeface="IBM Plex Sans"/>
              </a:rPr>
              <a:t>Крок 4: Перевірте гіпотези або зробіть оцінки за допомогою інференційної статистики</a:t>
            </a:r>
            <a:endParaRPr b="0" i="0" sz="16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1200"/>
              </a:spcBef>
              <a:spcAft>
                <a:spcPts val="0"/>
              </a:spcAft>
              <a:buClr>
                <a:srgbClr val="000000"/>
              </a:buClr>
              <a:buSzPts val="1600"/>
              <a:buFont typeface="Arial"/>
              <a:buNone/>
            </a:pPr>
            <a:r>
              <a:rPr b="0" i="0" lang="uk" sz="1600" u="none" cap="none" strike="noStrike">
                <a:solidFill>
                  <a:schemeClr val="lt1"/>
                </a:solidFill>
                <a:latin typeface="IBM Plex Sans"/>
                <a:ea typeface="IBM Plex Sans"/>
                <a:cs typeface="IBM Plex Sans"/>
                <a:sym typeface="IBM Plex Sans"/>
              </a:rPr>
              <a:t>Крок 5: Інтерпретуйте свої результати</a:t>
            </a:r>
            <a:endParaRPr b="0" i="0" sz="16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1200"/>
              </a:spcBef>
              <a:spcAft>
                <a:spcPts val="0"/>
              </a:spcAft>
              <a:buClr>
                <a:srgbClr val="000000"/>
              </a:buClr>
              <a:buSzPts val="1600"/>
              <a:buFont typeface="Arial"/>
              <a:buNone/>
            </a:pPr>
            <a:r>
              <a:t/>
            </a:r>
            <a:endParaRPr b="1" i="0" sz="16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1200"/>
              </a:spcBef>
              <a:spcAft>
                <a:spcPts val="0"/>
              </a:spcAft>
              <a:buClr>
                <a:srgbClr val="000000"/>
              </a:buClr>
              <a:buSzPts val="1600"/>
              <a:buFont typeface="Arial"/>
              <a:buNone/>
            </a:pPr>
            <a:r>
              <a:t/>
            </a:r>
            <a:endParaRPr b="0" i="0" sz="16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1200"/>
              </a:spcBef>
              <a:spcAft>
                <a:spcPts val="0"/>
              </a:spcAft>
              <a:buClr>
                <a:srgbClr val="000000"/>
              </a:buClr>
              <a:buSzPts val="1600"/>
              <a:buFont typeface="Arial"/>
              <a:buNone/>
            </a:pPr>
            <a:r>
              <a:t/>
            </a:r>
            <a:endParaRPr b="1" i="0" sz="16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1200"/>
              </a:spcBef>
              <a:spcAft>
                <a:spcPts val="0"/>
              </a:spcAft>
              <a:buClr>
                <a:srgbClr val="000000"/>
              </a:buClr>
              <a:buSzPts val="1600"/>
              <a:buFont typeface="Arial"/>
              <a:buNone/>
            </a:pPr>
            <a:r>
              <a:t/>
            </a:r>
            <a:endParaRPr b="1" i="0" sz="16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chemeClr val="lt1"/>
              </a:solidFill>
              <a:latin typeface="IBM Plex Sans"/>
              <a:ea typeface="IBM Plex Sans"/>
              <a:cs typeface="IBM Plex Sans"/>
              <a:sym typeface="IBM Plex Sans"/>
            </a:endParaRPr>
          </a:p>
        </p:txBody>
      </p:sp>
      <p:pic>
        <p:nvPicPr>
          <p:cNvPr id="659" name="Google Shape;659;p44"/>
          <p:cNvPicPr preferRelativeResize="0"/>
          <p:nvPr/>
        </p:nvPicPr>
        <p:blipFill rotWithShape="1">
          <a:blip r:embed="rId3">
            <a:alphaModFix/>
          </a:blip>
          <a:srcRect b="29775" l="28525" r="0" t="0"/>
          <a:stretch/>
        </p:blipFill>
        <p:spPr>
          <a:xfrm>
            <a:off x="5349513" y="1684373"/>
            <a:ext cx="4204200" cy="2439304"/>
          </a:xfrm>
          <a:prstGeom prst="rect">
            <a:avLst/>
          </a:prstGeom>
          <a:noFill/>
          <a:ln>
            <a:noFill/>
          </a:ln>
        </p:spPr>
      </p:pic>
      <p:cxnSp>
        <p:nvCxnSpPr>
          <p:cNvPr id="660" name="Google Shape;660;p44"/>
          <p:cNvCxnSpPr/>
          <p:nvPr/>
        </p:nvCxnSpPr>
        <p:spPr>
          <a:xfrm flipH="1" rot="10800000">
            <a:off x="5791875" y="3391325"/>
            <a:ext cx="783600" cy="687900"/>
          </a:xfrm>
          <a:prstGeom prst="straightConnector1">
            <a:avLst/>
          </a:prstGeom>
          <a:noFill/>
          <a:ln cap="flat" cmpd="sng" w="9525">
            <a:solidFill>
              <a:schemeClr val="dk1"/>
            </a:solidFill>
            <a:prstDash val="solid"/>
            <a:round/>
            <a:headEnd len="med" w="med" type="none"/>
            <a:tailEnd len="med" w="med" type="triangle"/>
          </a:ln>
        </p:spPr>
      </p:cxnSp>
      <p:cxnSp>
        <p:nvCxnSpPr>
          <p:cNvPr id="661" name="Google Shape;661;p44"/>
          <p:cNvCxnSpPr/>
          <p:nvPr/>
        </p:nvCxnSpPr>
        <p:spPr>
          <a:xfrm flipH="1" rot="10800000">
            <a:off x="5719875" y="3269500"/>
            <a:ext cx="783600" cy="687900"/>
          </a:xfrm>
          <a:prstGeom prst="straightConnector1">
            <a:avLst/>
          </a:prstGeom>
          <a:noFill/>
          <a:ln cap="flat" cmpd="sng" w="9525">
            <a:solidFill>
              <a:schemeClr val="dk1"/>
            </a:solidFill>
            <a:prstDash val="solid"/>
            <a:round/>
            <a:headEnd len="med" w="med" type="triangle"/>
            <a:tailEnd len="med" w="med" type="none"/>
          </a:ln>
        </p:spPr>
      </p:cxnSp>
      <p:sp>
        <p:nvSpPr>
          <p:cNvPr id="662" name="Google Shape;662;p44"/>
          <p:cNvSpPr txBox="1"/>
          <p:nvPr/>
        </p:nvSpPr>
        <p:spPr>
          <a:xfrm>
            <a:off x="5278525" y="4216225"/>
            <a:ext cx="4204200" cy="399000"/>
          </a:xfrm>
          <a:prstGeom prst="rect">
            <a:avLst/>
          </a:prstGeom>
          <a:noFill/>
          <a:ln>
            <a:noFill/>
          </a:ln>
        </p:spPr>
        <p:txBody>
          <a:bodyPr anchorCtr="0" anchor="t" bIns="75600" lIns="75600" spcFirstLastPara="1" rIns="75600" wrap="square" tIns="75600">
            <a:spAutoFit/>
          </a:bodyPr>
          <a:lstStyle/>
          <a:p>
            <a:pPr indent="0" lvl="0" marL="0" marR="0" rtl="0" algn="l">
              <a:lnSpc>
                <a:spcPct val="115000"/>
              </a:lnSpc>
              <a:spcBef>
                <a:spcPts val="800"/>
              </a:spcBef>
              <a:spcAft>
                <a:spcPts val="0"/>
              </a:spcAft>
              <a:buClr>
                <a:srgbClr val="000000"/>
              </a:buClr>
              <a:buSzPts val="1500"/>
              <a:buFont typeface="Arial"/>
              <a:buNone/>
            </a:pPr>
            <a:r>
              <a:rPr lang="uk" sz="1600">
                <a:solidFill>
                  <a:schemeClr val="dk1"/>
                </a:solidFill>
                <a:latin typeface="IBM Plex Sans"/>
                <a:ea typeface="IBM Plex Sans"/>
                <a:cs typeface="IBM Plex Sans"/>
                <a:sym typeface="IBM Plex Sans"/>
              </a:rPr>
              <a:t>Statistical</a:t>
            </a:r>
            <a:r>
              <a:rPr lang="uk" sz="1600">
                <a:solidFill>
                  <a:schemeClr val="dk1"/>
                </a:solidFill>
                <a:latin typeface="IBM Plex Sans"/>
                <a:ea typeface="IBM Plex Sans"/>
                <a:cs typeface="IBM Plex Sans"/>
                <a:sym typeface="IBM Plex Sans"/>
              </a:rPr>
              <a:t> cycle</a:t>
            </a:r>
            <a:endParaRPr b="0" i="0" sz="15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666" name="Shape 666"/>
        <p:cNvGrpSpPr/>
        <p:nvPr/>
      </p:nvGrpSpPr>
      <p:grpSpPr>
        <a:xfrm>
          <a:off x="0" y="0"/>
          <a:ext cx="0" cy="0"/>
          <a:chOff x="0" y="0"/>
          <a:chExt cx="0" cy="0"/>
        </a:xfrm>
      </p:grpSpPr>
      <p:sp>
        <p:nvSpPr>
          <p:cNvPr id="667" name="Google Shape;667;p45"/>
          <p:cNvSpPr/>
          <p:nvPr/>
        </p:nvSpPr>
        <p:spPr>
          <a:xfrm>
            <a:off x="317224" y="1263209"/>
            <a:ext cx="9450300" cy="4089000"/>
          </a:xfrm>
          <a:prstGeom prst="roundRect">
            <a:avLst>
              <a:gd fmla="val 7197" name="adj"/>
            </a:avLst>
          </a:prstGeom>
          <a:solidFill>
            <a:srgbClr val="282828"/>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668" name="Google Shape;668;p45"/>
          <p:cNvSpPr txBox="1"/>
          <p:nvPr/>
        </p:nvSpPr>
        <p:spPr>
          <a:xfrm>
            <a:off x="533163" y="1531275"/>
            <a:ext cx="8553900" cy="2597100"/>
          </a:xfrm>
          <a:prstGeom prst="rect">
            <a:avLst/>
          </a:prstGeom>
          <a:noFill/>
          <a:ln>
            <a:noFill/>
          </a:ln>
        </p:spPr>
        <p:txBody>
          <a:bodyPr anchorCtr="0" anchor="t" bIns="100800" lIns="100800" spcFirstLastPara="1" rIns="100800" wrap="square" tIns="100800">
            <a:spAutoFit/>
          </a:bodyPr>
          <a:lstStyle/>
          <a:p>
            <a:pPr indent="0" lvl="0" marL="0" marR="0" rtl="0" algn="l">
              <a:lnSpc>
                <a:spcPct val="100000"/>
              </a:lnSpc>
              <a:spcBef>
                <a:spcPts val="0"/>
              </a:spcBef>
              <a:spcAft>
                <a:spcPts val="0"/>
              </a:spcAft>
              <a:buClr>
                <a:srgbClr val="000000"/>
              </a:buClr>
              <a:buSzPts val="1600"/>
              <a:buFont typeface="Arial"/>
              <a:buNone/>
            </a:pPr>
            <a:r>
              <a:rPr b="0" i="0" lang="uk" sz="1600" u="none" cap="none" strike="noStrike">
                <a:solidFill>
                  <a:schemeClr val="lt1"/>
                </a:solidFill>
                <a:latin typeface="IBM Plex Sans"/>
                <a:ea typeface="IBM Plex Sans"/>
                <a:cs typeface="IBM Plex Sans"/>
                <a:sym typeface="IBM Plex Sans"/>
              </a:rPr>
              <a:t>Статистика завжди дає результати з певною невизначеністю:</a:t>
            </a:r>
            <a:endParaRPr b="0" i="0" sz="1600" u="none" cap="none" strike="noStrike">
              <a:solidFill>
                <a:schemeClr val="lt1"/>
              </a:solidFill>
              <a:latin typeface="IBM Plex Sans"/>
              <a:ea typeface="IBM Plex Sans"/>
              <a:cs typeface="IBM Plex Sans"/>
              <a:sym typeface="IBM Plex Sans"/>
            </a:endParaRPr>
          </a:p>
          <a:p>
            <a:pPr indent="-330200" lvl="0" marL="457200" marR="0" rtl="0" algn="l">
              <a:lnSpc>
                <a:spcPct val="100000"/>
              </a:lnSpc>
              <a:spcBef>
                <a:spcPts val="1100"/>
              </a:spcBef>
              <a:spcAft>
                <a:spcPts val="0"/>
              </a:spcAft>
              <a:buClr>
                <a:schemeClr val="lt1"/>
              </a:buClr>
              <a:buSzPts val="1600"/>
              <a:buFont typeface="IBM Plex Sans"/>
              <a:buChar char="●"/>
            </a:pPr>
            <a:r>
              <a:rPr b="0" i="0" lang="uk" sz="1600" u="none" cap="none" strike="noStrike">
                <a:solidFill>
                  <a:schemeClr val="lt1"/>
                </a:solidFill>
                <a:latin typeface="IBM Plex Sans"/>
                <a:ea typeface="IBM Plex Sans"/>
                <a:cs typeface="IBM Plex Sans"/>
                <a:sym typeface="IBM Plex Sans"/>
              </a:rPr>
              <a:t>Наприклад, якщо у тебе p-значення = 0.03, це не означає, що гіпотеза хибна </a:t>
            </a:r>
            <a:br>
              <a:rPr b="0" i="0" lang="uk" sz="1600" u="none" cap="none" strike="noStrike">
                <a:solidFill>
                  <a:schemeClr val="lt1"/>
                </a:solidFill>
                <a:latin typeface="IBM Plex Sans"/>
                <a:ea typeface="IBM Plex Sans"/>
                <a:cs typeface="IBM Plex Sans"/>
                <a:sym typeface="IBM Plex Sans"/>
              </a:rPr>
            </a:br>
            <a:r>
              <a:rPr b="0" i="0" lang="uk" sz="1600" u="none" cap="none" strike="noStrike">
                <a:solidFill>
                  <a:schemeClr val="lt1"/>
                </a:solidFill>
                <a:latin typeface="IBM Plex Sans"/>
                <a:ea typeface="IBM Plex Sans"/>
                <a:cs typeface="IBM Plex Sans"/>
                <a:sym typeface="IBM Plex Sans"/>
              </a:rPr>
              <a:t>з ймовірністю 97%.</a:t>
            </a:r>
            <a:endParaRPr b="0" i="0" sz="1600" u="none" cap="none" strike="noStrike">
              <a:solidFill>
                <a:schemeClr val="lt1"/>
              </a:solidFill>
              <a:latin typeface="IBM Plex Sans"/>
              <a:ea typeface="IBM Plex Sans"/>
              <a:cs typeface="IBM Plex Sans"/>
              <a:sym typeface="IBM Plex Sans"/>
            </a:endParaRPr>
          </a:p>
          <a:p>
            <a:pPr indent="-330200" lvl="0" marL="457200" marR="0" rtl="0" algn="l">
              <a:lnSpc>
                <a:spcPct val="100000"/>
              </a:lnSpc>
              <a:spcBef>
                <a:spcPts val="0"/>
              </a:spcBef>
              <a:spcAft>
                <a:spcPts val="0"/>
              </a:spcAft>
              <a:buClr>
                <a:schemeClr val="lt1"/>
              </a:buClr>
              <a:buSzPts val="1600"/>
              <a:buFont typeface="IBM Plex Sans"/>
              <a:buChar char="●"/>
            </a:pPr>
            <a:r>
              <a:rPr b="0" i="0" lang="uk" sz="1600" u="none" cap="none" strike="noStrike">
                <a:solidFill>
                  <a:schemeClr val="lt1"/>
                </a:solidFill>
                <a:latin typeface="IBM Plex Sans"/>
                <a:ea typeface="IBM Plex Sans"/>
                <a:cs typeface="IBM Plex Sans"/>
                <a:sym typeface="IBM Plex Sans"/>
              </a:rPr>
              <a:t>Це означає: "Якщо нульова гіпотеза правильна, ми очікували б побачити </a:t>
            </a:r>
            <a:br>
              <a:rPr b="0" i="0" lang="uk" sz="1600" u="none" cap="none" strike="noStrike">
                <a:solidFill>
                  <a:schemeClr val="lt1"/>
                </a:solidFill>
                <a:latin typeface="IBM Plex Sans"/>
                <a:ea typeface="IBM Plex Sans"/>
                <a:cs typeface="IBM Plex Sans"/>
                <a:sym typeface="IBM Plex Sans"/>
              </a:rPr>
            </a:br>
            <a:r>
              <a:rPr b="0" i="0" lang="uk" sz="1600" u="none" cap="none" strike="noStrike">
                <a:solidFill>
                  <a:schemeClr val="lt1"/>
                </a:solidFill>
                <a:latin typeface="IBM Plex Sans"/>
                <a:ea typeface="IBM Plex Sans"/>
                <a:cs typeface="IBM Plex Sans"/>
                <a:sym typeface="IBM Plex Sans"/>
              </a:rPr>
              <a:t>такі дані лише в 3% випадків".</a:t>
            </a:r>
            <a:endParaRPr b="0" i="0" sz="1600" u="none" cap="none" strike="noStrike">
              <a:solidFill>
                <a:schemeClr val="lt1"/>
              </a:solidFill>
              <a:latin typeface="IBM Plex Sans"/>
              <a:ea typeface="IBM Plex Sans"/>
              <a:cs typeface="IBM Plex Sans"/>
              <a:sym typeface="IBM Plex Sans"/>
            </a:endParaRPr>
          </a:p>
          <a:p>
            <a:pPr indent="0" lvl="0" marL="0" marR="0" rtl="0" algn="l">
              <a:lnSpc>
                <a:spcPct val="100000"/>
              </a:lnSpc>
              <a:spcBef>
                <a:spcPts val="1100"/>
              </a:spcBef>
              <a:spcAft>
                <a:spcPts val="0"/>
              </a:spcAft>
              <a:buClr>
                <a:srgbClr val="000000"/>
              </a:buClr>
              <a:buSzPts val="1600"/>
              <a:buFont typeface="Arial"/>
              <a:buNone/>
            </a:pPr>
            <a:r>
              <a:rPr b="1" i="0" lang="uk" sz="1600" u="none" cap="none" strike="noStrike">
                <a:solidFill>
                  <a:srgbClr val="076CFC"/>
                </a:solidFill>
                <a:latin typeface="IBM Plex Sans"/>
                <a:ea typeface="IBM Plex Sans"/>
                <a:cs typeface="IBM Plex Sans"/>
                <a:sym typeface="IBM Plex Sans"/>
              </a:rPr>
              <a:t>Як вирішувати:</a:t>
            </a:r>
            <a:r>
              <a:rPr b="0" i="0" lang="uk" sz="1600" u="none" cap="none" strike="noStrike">
                <a:solidFill>
                  <a:schemeClr val="lt1"/>
                </a:solidFill>
                <a:latin typeface="IBM Plex Sans"/>
                <a:ea typeface="IBM Plex Sans"/>
                <a:cs typeface="IBM Plex Sans"/>
                <a:sym typeface="IBM Plex Sans"/>
              </a:rPr>
              <a:t> завжди підкреслювати діапазон невизначеності (довірчі інтервали, байєсові розподіли).</a:t>
            </a:r>
            <a:endParaRPr b="0" i="0" sz="1600" u="none" cap="none" strike="noStrike">
              <a:solidFill>
                <a:schemeClr val="lt1"/>
              </a:solidFill>
              <a:latin typeface="IBM Plex Sans"/>
              <a:ea typeface="IBM Plex Sans"/>
              <a:cs typeface="IBM Plex Sans"/>
              <a:sym typeface="IBM Plex Sans"/>
            </a:endParaRPr>
          </a:p>
          <a:p>
            <a:pPr indent="0" lvl="0" marL="0" marR="0" rtl="0" algn="l">
              <a:lnSpc>
                <a:spcPct val="100000"/>
              </a:lnSpc>
              <a:spcBef>
                <a:spcPts val="1100"/>
              </a:spcBef>
              <a:spcAft>
                <a:spcPts val="1100"/>
              </a:spcAft>
              <a:buClr>
                <a:srgbClr val="000000"/>
              </a:buClr>
              <a:buSzPts val="1600"/>
              <a:buFont typeface="Arial"/>
              <a:buNone/>
            </a:pPr>
            <a:r>
              <a:t/>
            </a:r>
            <a:endParaRPr b="0" i="0" sz="1600" u="none" cap="none" strike="noStrike">
              <a:solidFill>
                <a:schemeClr val="lt1"/>
              </a:solidFill>
              <a:latin typeface="IBM Plex Sans"/>
              <a:ea typeface="IBM Plex Sans"/>
              <a:cs typeface="IBM Plex Sans"/>
              <a:sym typeface="IBM Plex Sans"/>
            </a:endParaRPr>
          </a:p>
        </p:txBody>
      </p:sp>
      <p:sp>
        <p:nvSpPr>
          <p:cNvPr id="669" name="Google Shape;669;p45"/>
          <p:cNvSpPr txBox="1"/>
          <p:nvPr/>
        </p:nvSpPr>
        <p:spPr>
          <a:xfrm>
            <a:off x="238097" y="123173"/>
            <a:ext cx="9450300" cy="7851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ТРАКТУВАННЯ РЕЗУЛЬТАТІВ. ЙМОВІРНІСТЬ ≠ 100% ВПЕВНЕНІСТЬ</a:t>
            </a:r>
            <a:endParaRPr b="0" i="0" sz="3300" u="none" cap="none" strike="noStrike">
              <a:solidFill>
                <a:srgbClr val="E5E8EC"/>
              </a:solidFill>
              <a:latin typeface="IBM Plex Mono SemiBold"/>
              <a:ea typeface="IBM Plex Mono SemiBold"/>
              <a:cs typeface="IBM Plex Mono SemiBold"/>
              <a:sym typeface="IBM Plex Mono SemiBold"/>
            </a:endParaRPr>
          </a:p>
        </p:txBody>
      </p:sp>
      <p:pic>
        <p:nvPicPr>
          <p:cNvPr id="670" name="Google Shape;670;p45"/>
          <p:cNvPicPr preferRelativeResize="0"/>
          <p:nvPr/>
        </p:nvPicPr>
        <p:blipFill rotWithShape="1">
          <a:blip r:embed="rId3">
            <a:alphaModFix/>
          </a:blip>
          <a:srcRect b="0" l="0" r="0" t="0"/>
          <a:stretch/>
        </p:blipFill>
        <p:spPr>
          <a:xfrm>
            <a:off x="6561775" y="3267546"/>
            <a:ext cx="3713801" cy="208465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674" name="Shape 674"/>
        <p:cNvGrpSpPr/>
        <p:nvPr/>
      </p:nvGrpSpPr>
      <p:grpSpPr>
        <a:xfrm>
          <a:off x="0" y="0"/>
          <a:ext cx="0" cy="0"/>
          <a:chOff x="0" y="0"/>
          <a:chExt cx="0" cy="0"/>
        </a:xfrm>
      </p:grpSpPr>
      <p:sp>
        <p:nvSpPr>
          <p:cNvPr id="675" name="Google Shape;675;p46"/>
          <p:cNvSpPr/>
          <p:nvPr/>
        </p:nvSpPr>
        <p:spPr>
          <a:xfrm>
            <a:off x="317224" y="1263209"/>
            <a:ext cx="9450300" cy="4089000"/>
          </a:xfrm>
          <a:prstGeom prst="roundRect">
            <a:avLst>
              <a:gd fmla="val 7197" name="adj"/>
            </a:avLst>
          </a:prstGeom>
          <a:solidFill>
            <a:srgbClr val="282828"/>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676" name="Google Shape;676;p46"/>
          <p:cNvSpPr txBox="1"/>
          <p:nvPr/>
        </p:nvSpPr>
        <p:spPr>
          <a:xfrm>
            <a:off x="533163" y="1531275"/>
            <a:ext cx="8553900" cy="2456100"/>
          </a:xfrm>
          <a:prstGeom prst="rect">
            <a:avLst/>
          </a:prstGeom>
          <a:noFill/>
          <a:ln>
            <a:noFill/>
          </a:ln>
        </p:spPr>
        <p:txBody>
          <a:bodyPr anchorCtr="0" anchor="t" bIns="100800" lIns="100800" spcFirstLastPara="1" rIns="100800" wrap="square" tIns="100800">
            <a:spAutoFit/>
          </a:bodyPr>
          <a:lstStyle/>
          <a:p>
            <a:pPr indent="-330200" lvl="0" marL="457200" marR="0" rtl="0" algn="l">
              <a:lnSpc>
                <a:spcPct val="100000"/>
              </a:lnSpc>
              <a:spcBef>
                <a:spcPts val="0"/>
              </a:spcBef>
              <a:spcAft>
                <a:spcPts val="0"/>
              </a:spcAft>
              <a:buClr>
                <a:srgbClr val="E5E8EC"/>
              </a:buClr>
              <a:buSzPts val="1600"/>
              <a:buFont typeface="IBM Plex Sans"/>
              <a:buChar char="●"/>
            </a:pPr>
            <a:r>
              <a:rPr b="0" i="0" lang="uk" sz="1600" u="none" cap="none" strike="noStrike">
                <a:solidFill>
                  <a:srgbClr val="E5E8EC"/>
                </a:solidFill>
                <a:latin typeface="IBM Plex Sans"/>
                <a:ea typeface="IBM Plex Sans"/>
                <a:cs typeface="IBM Plex Sans"/>
                <a:sym typeface="IBM Plex Sans"/>
              </a:rPr>
              <a:t>Ти можеш знайти статистично значущий ефект (наприклад, різницю середнього зросту на 1 см), але з практичної точки зору це дрібниця.</a:t>
            </a:r>
            <a:endParaRPr b="0" i="0" sz="1600" u="none" cap="none" strike="noStrike">
              <a:solidFill>
                <a:srgbClr val="E5E8EC"/>
              </a:solidFill>
              <a:latin typeface="IBM Plex Sans"/>
              <a:ea typeface="IBM Plex Sans"/>
              <a:cs typeface="IBM Plex Sans"/>
              <a:sym typeface="IBM Plex Sans"/>
            </a:endParaRPr>
          </a:p>
          <a:p>
            <a:pPr indent="-330200" lvl="0" marL="457200" marR="0" rtl="0" algn="l">
              <a:lnSpc>
                <a:spcPct val="100000"/>
              </a:lnSpc>
              <a:spcBef>
                <a:spcPts val="0"/>
              </a:spcBef>
              <a:spcAft>
                <a:spcPts val="0"/>
              </a:spcAft>
              <a:buClr>
                <a:srgbClr val="E5E8EC"/>
              </a:buClr>
              <a:buSzPts val="1600"/>
              <a:buFont typeface="IBM Plex Sans"/>
              <a:buChar char="●"/>
            </a:pPr>
            <a:r>
              <a:rPr b="0" i="0" lang="uk" sz="1600" u="none" cap="none" strike="noStrike">
                <a:solidFill>
                  <a:srgbClr val="E5E8EC"/>
                </a:solidFill>
                <a:latin typeface="IBM Plex Sans"/>
                <a:ea typeface="IBM Plex Sans"/>
                <a:cs typeface="IBM Plex Sans"/>
                <a:sym typeface="IBM Plex Sans"/>
              </a:rPr>
              <a:t>І навпаки — важливий ефект може бути незначущим, якщо у тебе маленька вибірка.</a:t>
            </a:r>
            <a:br>
              <a:rPr b="0" i="0" lang="uk" sz="1600" u="none" cap="none" strike="noStrike">
                <a:solidFill>
                  <a:srgbClr val="E5E8EC"/>
                </a:solidFill>
                <a:latin typeface="IBM Plex Sans"/>
                <a:ea typeface="IBM Plex Sans"/>
                <a:cs typeface="IBM Plex Sans"/>
                <a:sym typeface="IBM Plex Sans"/>
              </a:rPr>
            </a:br>
            <a:endParaRPr b="0" i="0" sz="1600" u="none" cap="none" strike="noStrike">
              <a:solidFill>
                <a:srgbClr val="E5E8EC"/>
              </a:solidFill>
              <a:latin typeface="IBM Plex Sans"/>
              <a:ea typeface="IBM Plex Sans"/>
              <a:cs typeface="IBM Plex Sans"/>
              <a:sym typeface="IBM Plex Sans"/>
            </a:endParaRPr>
          </a:p>
          <a:p>
            <a:pPr indent="0" lvl="0" marL="0" marR="0" rtl="0" algn="l">
              <a:lnSpc>
                <a:spcPct val="100000"/>
              </a:lnSpc>
              <a:spcBef>
                <a:spcPts val="1100"/>
              </a:spcBef>
              <a:spcAft>
                <a:spcPts val="0"/>
              </a:spcAft>
              <a:buClr>
                <a:srgbClr val="000000"/>
              </a:buClr>
              <a:buSzPts val="1600"/>
              <a:buFont typeface="Arial"/>
              <a:buNone/>
            </a:pPr>
            <a:r>
              <a:rPr b="1" i="0" lang="uk" sz="1600" u="none" cap="none" strike="noStrike">
                <a:solidFill>
                  <a:srgbClr val="E5E8EC"/>
                </a:solidFill>
                <a:latin typeface="IBM Plex Sans"/>
                <a:ea typeface="IBM Plex Sans"/>
                <a:cs typeface="IBM Plex Sans"/>
                <a:sym typeface="IBM Plex Sans"/>
              </a:rPr>
              <a:t>Як вирішувати: </a:t>
            </a:r>
            <a:r>
              <a:rPr b="0" i="0" lang="uk" sz="1600" u="none" cap="none" strike="noStrike">
                <a:solidFill>
                  <a:srgbClr val="E5E8EC"/>
                </a:solidFill>
                <a:latin typeface="IBM Plex Sans"/>
                <a:ea typeface="IBM Plex Sans"/>
                <a:cs typeface="IBM Plex Sans"/>
                <a:sym typeface="IBM Plex Sans"/>
              </a:rPr>
              <a:t>завжди поряд з p-value наводити розмір ефекту (наприклад, різниця в см, коефіцієнт, відсоток) і пояснювати його контекстуальну значущість.</a:t>
            </a:r>
            <a:endParaRPr b="0" i="0" sz="1600" u="none" cap="none" strike="noStrike">
              <a:solidFill>
                <a:srgbClr val="E5E8EC"/>
              </a:solidFill>
              <a:latin typeface="IBM Plex Sans"/>
              <a:ea typeface="IBM Plex Sans"/>
              <a:cs typeface="IBM Plex Sans"/>
              <a:sym typeface="IBM Plex Sans"/>
            </a:endParaRPr>
          </a:p>
          <a:p>
            <a:pPr indent="0" lvl="0" marL="0" marR="0" rtl="0" algn="l">
              <a:lnSpc>
                <a:spcPct val="100000"/>
              </a:lnSpc>
              <a:spcBef>
                <a:spcPts val="1100"/>
              </a:spcBef>
              <a:spcAft>
                <a:spcPts val="1100"/>
              </a:spcAft>
              <a:buClr>
                <a:srgbClr val="000000"/>
              </a:buClr>
              <a:buSzPts val="1600"/>
              <a:buFont typeface="Arial"/>
              <a:buNone/>
            </a:pPr>
            <a:r>
              <a:t/>
            </a:r>
            <a:endParaRPr b="0" i="0" sz="1600" u="none" cap="none" strike="noStrike">
              <a:solidFill>
                <a:srgbClr val="E5E8EC"/>
              </a:solidFill>
              <a:latin typeface="IBM Plex Sans"/>
              <a:ea typeface="IBM Plex Sans"/>
              <a:cs typeface="IBM Plex Sans"/>
              <a:sym typeface="IBM Plex Sans"/>
            </a:endParaRPr>
          </a:p>
        </p:txBody>
      </p:sp>
      <p:sp>
        <p:nvSpPr>
          <p:cNvPr id="677" name="Google Shape;677;p46"/>
          <p:cNvSpPr txBox="1"/>
          <p:nvPr/>
        </p:nvSpPr>
        <p:spPr>
          <a:xfrm>
            <a:off x="238097" y="123173"/>
            <a:ext cx="9450300" cy="7851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СТАТИСТИЧНА ЗНАЧУЩІСТЬ ≠ ПРАКТИЧНА ВАЖЛИВІСТЬ</a:t>
            </a:r>
            <a:endParaRPr b="0" i="0" sz="3300" u="none" cap="none" strike="noStrike">
              <a:solidFill>
                <a:srgbClr val="E5E8EC"/>
              </a:solidFill>
              <a:latin typeface="IBM Plex Mono SemiBold"/>
              <a:ea typeface="IBM Plex Mono SemiBold"/>
              <a:cs typeface="IBM Plex Mono SemiBold"/>
              <a:sym typeface="IBM Plex Mono SemiBold"/>
            </a:endParaRPr>
          </a:p>
        </p:txBody>
      </p:sp>
      <p:pic>
        <p:nvPicPr>
          <p:cNvPr id="678" name="Google Shape;678;p46"/>
          <p:cNvPicPr preferRelativeResize="0"/>
          <p:nvPr/>
        </p:nvPicPr>
        <p:blipFill>
          <a:blip r:embed="rId3">
            <a:alphaModFix/>
          </a:blip>
          <a:stretch>
            <a:fillRect/>
          </a:stretch>
        </p:blipFill>
        <p:spPr>
          <a:xfrm>
            <a:off x="7622596" y="3385602"/>
            <a:ext cx="1752474" cy="166675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682" name="Shape 682"/>
        <p:cNvGrpSpPr/>
        <p:nvPr/>
      </p:nvGrpSpPr>
      <p:grpSpPr>
        <a:xfrm>
          <a:off x="0" y="0"/>
          <a:ext cx="0" cy="0"/>
          <a:chOff x="0" y="0"/>
          <a:chExt cx="0" cy="0"/>
        </a:xfrm>
      </p:grpSpPr>
      <p:sp>
        <p:nvSpPr>
          <p:cNvPr id="683" name="Google Shape;683;p47"/>
          <p:cNvSpPr/>
          <p:nvPr/>
        </p:nvSpPr>
        <p:spPr>
          <a:xfrm>
            <a:off x="317224" y="1263209"/>
            <a:ext cx="9450300" cy="4089000"/>
          </a:xfrm>
          <a:prstGeom prst="roundRect">
            <a:avLst>
              <a:gd fmla="val 7197" name="adj"/>
            </a:avLst>
          </a:prstGeom>
          <a:solidFill>
            <a:srgbClr val="282828"/>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684" name="Google Shape;684;p47"/>
          <p:cNvSpPr txBox="1"/>
          <p:nvPr/>
        </p:nvSpPr>
        <p:spPr>
          <a:xfrm>
            <a:off x="533163" y="1531275"/>
            <a:ext cx="8553900" cy="2738100"/>
          </a:xfrm>
          <a:prstGeom prst="rect">
            <a:avLst/>
          </a:prstGeom>
          <a:noFill/>
          <a:ln>
            <a:noFill/>
          </a:ln>
        </p:spPr>
        <p:txBody>
          <a:bodyPr anchorCtr="0" anchor="t" bIns="100800" lIns="100800" spcFirstLastPara="1" rIns="100800" wrap="square" tIns="100800">
            <a:spAutoFit/>
          </a:bodyPr>
          <a:lstStyle/>
          <a:p>
            <a:pPr indent="-330200" lvl="0" marL="457200" marR="0" rtl="0" algn="l">
              <a:lnSpc>
                <a:spcPct val="100000"/>
              </a:lnSpc>
              <a:spcBef>
                <a:spcPts val="0"/>
              </a:spcBef>
              <a:spcAft>
                <a:spcPts val="0"/>
              </a:spcAft>
              <a:buClr>
                <a:schemeClr val="lt1"/>
              </a:buClr>
              <a:buSzPts val="1600"/>
              <a:buFont typeface="IBM Plex Sans"/>
              <a:buChar char="●"/>
            </a:pPr>
            <a:r>
              <a:rPr b="0" i="0" lang="uk" sz="1600" u="none" cap="none" strike="noStrike">
                <a:solidFill>
                  <a:schemeClr val="lt1"/>
                </a:solidFill>
                <a:latin typeface="IBM Plex Sans"/>
                <a:ea typeface="IBM Plex Sans"/>
                <a:cs typeface="IBM Plex Sans"/>
                <a:sym typeface="IBM Plex Sans"/>
              </a:rPr>
              <a:t>Якщо два показники пов'язані, це не означає, що один викликає інший.</a:t>
            </a:r>
            <a:endParaRPr b="0" i="0" sz="1600" u="none" cap="none" strike="noStrike">
              <a:solidFill>
                <a:schemeClr val="lt1"/>
              </a:solidFill>
              <a:latin typeface="IBM Plex Sans"/>
              <a:ea typeface="IBM Plex Sans"/>
              <a:cs typeface="IBM Plex Sans"/>
              <a:sym typeface="IBM Plex Sans"/>
            </a:endParaRPr>
          </a:p>
          <a:p>
            <a:pPr indent="-330200" lvl="0" marL="457200" marR="0" rtl="0" algn="l">
              <a:lnSpc>
                <a:spcPct val="100000"/>
              </a:lnSpc>
              <a:spcBef>
                <a:spcPts val="0"/>
              </a:spcBef>
              <a:spcAft>
                <a:spcPts val="0"/>
              </a:spcAft>
              <a:buClr>
                <a:schemeClr val="lt1"/>
              </a:buClr>
              <a:buSzPts val="1600"/>
              <a:buFont typeface="IBM Plex Sans"/>
              <a:buChar char="●"/>
            </a:pPr>
            <a:r>
              <a:rPr b="0" i="0" lang="uk" sz="1600" u="none" cap="none" strike="noStrike">
                <a:solidFill>
                  <a:schemeClr val="lt1"/>
                </a:solidFill>
                <a:latin typeface="IBM Plex Sans"/>
                <a:ea typeface="IBM Plex Sans"/>
                <a:cs typeface="IBM Plex Sans"/>
                <a:sym typeface="IBM Plex Sans"/>
              </a:rPr>
              <a:t>Часто зв'язок обумовлений третьою змінною.</a:t>
            </a:r>
            <a:endParaRPr b="0" i="0" sz="1600" u="none" cap="none" strike="noStrike">
              <a:solidFill>
                <a:schemeClr val="lt1"/>
              </a:solidFill>
              <a:latin typeface="IBM Plex Sans"/>
              <a:ea typeface="IBM Plex Sans"/>
              <a:cs typeface="IBM Plex Sans"/>
              <a:sym typeface="IBM Plex Sans"/>
            </a:endParaRPr>
          </a:p>
          <a:p>
            <a:pPr indent="0" lvl="0" marL="0" marR="0" rtl="0" algn="l">
              <a:lnSpc>
                <a:spcPct val="100000"/>
              </a:lnSpc>
              <a:spcBef>
                <a:spcPts val="1100"/>
              </a:spcBef>
              <a:spcAft>
                <a:spcPts val="0"/>
              </a:spcAft>
              <a:buClr>
                <a:srgbClr val="000000"/>
              </a:buClr>
              <a:buSzPts val="1600"/>
              <a:buFont typeface="Arial"/>
              <a:buNone/>
            </a:pPr>
            <a:r>
              <a:rPr b="1" i="0" lang="uk" sz="1600" u="none" cap="none" strike="noStrike">
                <a:solidFill>
                  <a:schemeClr val="lt1"/>
                </a:solidFill>
                <a:latin typeface="IBM Plex Sans"/>
                <a:ea typeface="IBM Plex Sans"/>
                <a:cs typeface="IBM Plex Sans"/>
                <a:sym typeface="IBM Plex Sans"/>
              </a:rPr>
              <a:t>Проблема:</a:t>
            </a:r>
            <a:r>
              <a:rPr b="0" i="0" lang="uk" sz="1600" u="none" cap="none" strike="noStrike">
                <a:solidFill>
                  <a:schemeClr val="lt1"/>
                </a:solidFill>
                <a:latin typeface="IBM Plex Sans"/>
                <a:ea typeface="IBM Plex Sans"/>
                <a:cs typeface="IBM Plex Sans"/>
                <a:sym typeface="IBM Plex Sans"/>
              </a:rPr>
              <a:t> люди інтуїтивно шукають причинно-наслідкові зв'язки там, де їх немає.</a:t>
            </a:r>
            <a:endParaRPr b="0" i="0" sz="1600" u="none" cap="none" strike="noStrike">
              <a:solidFill>
                <a:schemeClr val="lt1"/>
              </a:solidFill>
              <a:latin typeface="IBM Plex Sans"/>
              <a:ea typeface="IBM Plex Sans"/>
              <a:cs typeface="IBM Plex Sans"/>
              <a:sym typeface="IBM Plex Sans"/>
            </a:endParaRPr>
          </a:p>
          <a:p>
            <a:pPr indent="0" lvl="0" marL="0" marR="0" rtl="0" algn="l">
              <a:lnSpc>
                <a:spcPct val="100000"/>
              </a:lnSpc>
              <a:spcBef>
                <a:spcPts val="1100"/>
              </a:spcBef>
              <a:spcAft>
                <a:spcPts val="0"/>
              </a:spcAft>
              <a:buClr>
                <a:srgbClr val="000000"/>
              </a:buClr>
              <a:buSzPts val="1600"/>
              <a:buFont typeface="Arial"/>
              <a:buNone/>
            </a:pPr>
            <a:r>
              <a:rPr b="1" i="0" lang="uk" sz="1600" u="none" cap="none" strike="noStrike">
                <a:solidFill>
                  <a:schemeClr val="lt1"/>
                </a:solidFill>
                <a:latin typeface="IBM Plex Sans"/>
                <a:ea typeface="IBM Plex Sans"/>
                <a:cs typeface="IBM Plex Sans"/>
                <a:sym typeface="IBM Plex Sans"/>
              </a:rPr>
              <a:t>Як вирішувати:</a:t>
            </a:r>
            <a:r>
              <a:rPr b="0" i="0" lang="uk" sz="1600" u="none" cap="none" strike="noStrike">
                <a:solidFill>
                  <a:schemeClr val="lt1"/>
                </a:solidFill>
                <a:latin typeface="IBM Plex Sans"/>
                <a:ea typeface="IBM Plex Sans"/>
                <a:cs typeface="IBM Plex Sans"/>
                <a:sym typeface="IBM Plex Sans"/>
              </a:rPr>
              <a:t> підкреслювати, що аналіз кореляцій описує зв'язки, а не причини. Для причинності потрібні експерименти або складніші моделі (наприклад, інструментальні змінні, структурні моделі).</a:t>
            </a:r>
            <a:endParaRPr b="0" i="0" sz="1600" u="none" cap="none" strike="noStrike">
              <a:solidFill>
                <a:schemeClr val="lt1"/>
              </a:solidFill>
              <a:latin typeface="IBM Plex Sans"/>
              <a:ea typeface="IBM Plex Sans"/>
              <a:cs typeface="IBM Plex Sans"/>
              <a:sym typeface="IBM Plex Sans"/>
            </a:endParaRPr>
          </a:p>
          <a:p>
            <a:pPr indent="0" lvl="0" marL="0" marR="0" rtl="0" algn="l">
              <a:lnSpc>
                <a:spcPct val="100000"/>
              </a:lnSpc>
              <a:spcBef>
                <a:spcPts val="1100"/>
              </a:spcBef>
              <a:spcAft>
                <a:spcPts val="0"/>
              </a:spcAft>
              <a:buClr>
                <a:srgbClr val="000000"/>
              </a:buClr>
              <a:buSzPts val="1600"/>
              <a:buFont typeface="Arial"/>
              <a:buNone/>
            </a:pPr>
            <a:r>
              <a:t/>
            </a:r>
            <a:endParaRPr b="0" i="0" sz="1600" u="none" cap="none" strike="noStrike">
              <a:solidFill>
                <a:schemeClr val="lt1"/>
              </a:solidFill>
              <a:latin typeface="IBM Plex Sans"/>
              <a:ea typeface="IBM Plex Sans"/>
              <a:cs typeface="IBM Plex Sans"/>
              <a:sym typeface="IBM Plex Sans"/>
            </a:endParaRPr>
          </a:p>
          <a:p>
            <a:pPr indent="0" lvl="0" marL="0" marR="0" rtl="0" algn="l">
              <a:lnSpc>
                <a:spcPct val="100000"/>
              </a:lnSpc>
              <a:spcBef>
                <a:spcPts val="1100"/>
              </a:spcBef>
              <a:spcAft>
                <a:spcPts val="1100"/>
              </a:spcAft>
              <a:buClr>
                <a:srgbClr val="000000"/>
              </a:buClr>
              <a:buSzPts val="1600"/>
              <a:buFont typeface="Arial"/>
              <a:buNone/>
            </a:pPr>
            <a:r>
              <a:t/>
            </a:r>
            <a:endParaRPr b="0" i="0" sz="1600" u="none" cap="none" strike="noStrike">
              <a:solidFill>
                <a:schemeClr val="lt1"/>
              </a:solidFill>
              <a:latin typeface="IBM Plex Sans"/>
              <a:ea typeface="IBM Plex Sans"/>
              <a:cs typeface="IBM Plex Sans"/>
              <a:sym typeface="IBM Plex Sans"/>
            </a:endParaRPr>
          </a:p>
        </p:txBody>
      </p:sp>
      <p:sp>
        <p:nvSpPr>
          <p:cNvPr id="685" name="Google Shape;685;p47"/>
          <p:cNvSpPr txBox="1"/>
          <p:nvPr/>
        </p:nvSpPr>
        <p:spPr>
          <a:xfrm>
            <a:off x="238097" y="123173"/>
            <a:ext cx="9450300" cy="7851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КОРЕЛЯЦІЯ ≠ ПРИЧИННІСТЬ</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p:txBody>
      </p:sp>
      <p:pic>
        <p:nvPicPr>
          <p:cNvPr id="686" name="Google Shape;686;p47"/>
          <p:cNvPicPr preferRelativeResize="0"/>
          <p:nvPr/>
        </p:nvPicPr>
        <p:blipFill>
          <a:blip r:embed="rId3">
            <a:alphaModFix/>
          </a:blip>
          <a:stretch>
            <a:fillRect/>
          </a:stretch>
        </p:blipFill>
        <p:spPr>
          <a:xfrm>
            <a:off x="6644016" y="2626209"/>
            <a:ext cx="3044376" cy="304435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690" name="Shape 690"/>
        <p:cNvGrpSpPr/>
        <p:nvPr/>
      </p:nvGrpSpPr>
      <p:grpSpPr>
        <a:xfrm>
          <a:off x="0" y="0"/>
          <a:ext cx="0" cy="0"/>
          <a:chOff x="0" y="0"/>
          <a:chExt cx="0" cy="0"/>
        </a:xfrm>
      </p:grpSpPr>
      <p:sp>
        <p:nvSpPr>
          <p:cNvPr id="691" name="Google Shape;691;p48"/>
          <p:cNvSpPr/>
          <p:nvPr/>
        </p:nvSpPr>
        <p:spPr>
          <a:xfrm>
            <a:off x="317224" y="1263209"/>
            <a:ext cx="9450300" cy="4089000"/>
          </a:xfrm>
          <a:prstGeom prst="roundRect">
            <a:avLst>
              <a:gd fmla="val 7197" name="adj"/>
            </a:avLst>
          </a:prstGeom>
          <a:solidFill>
            <a:srgbClr val="282828"/>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692" name="Google Shape;692;p48"/>
          <p:cNvSpPr txBox="1"/>
          <p:nvPr/>
        </p:nvSpPr>
        <p:spPr>
          <a:xfrm>
            <a:off x="533163" y="1531275"/>
            <a:ext cx="8553900" cy="2245800"/>
          </a:xfrm>
          <a:prstGeom prst="rect">
            <a:avLst/>
          </a:prstGeom>
          <a:noFill/>
          <a:ln>
            <a:noFill/>
          </a:ln>
        </p:spPr>
        <p:txBody>
          <a:bodyPr anchorCtr="0" anchor="t" bIns="100800" lIns="100800" spcFirstLastPara="1" rIns="100800" wrap="square" tIns="100800">
            <a:spAutoFit/>
          </a:bodyPr>
          <a:lstStyle/>
          <a:p>
            <a:pPr indent="-330200" lvl="0" marL="457200" marR="0" rtl="0" algn="l">
              <a:lnSpc>
                <a:spcPct val="100000"/>
              </a:lnSpc>
              <a:spcBef>
                <a:spcPts val="0"/>
              </a:spcBef>
              <a:spcAft>
                <a:spcPts val="0"/>
              </a:spcAft>
              <a:buClr>
                <a:schemeClr val="lt1"/>
              </a:buClr>
              <a:buSzPts val="1600"/>
              <a:buFont typeface="IBM Plex Sans"/>
              <a:buChar char="●"/>
            </a:pPr>
            <a:r>
              <a:rPr b="0" i="0" lang="uk" sz="1600" u="none" cap="none" strike="noStrike">
                <a:solidFill>
                  <a:schemeClr val="lt1"/>
                </a:solidFill>
                <a:latin typeface="IBM Plex Sans"/>
                <a:ea typeface="IBM Plex Sans"/>
                <a:cs typeface="IBM Plex Sans"/>
                <a:sym typeface="IBM Plex Sans"/>
              </a:rPr>
              <a:t>Якщо дані зібрані не репрезентативно (наприклад, тільки з міста, тільки з молоді тощо), результати не можна узагальнити на всю популяцію.</a:t>
            </a:r>
            <a:endParaRPr b="0" i="0" sz="1600" u="none" cap="none" strike="noStrike">
              <a:solidFill>
                <a:schemeClr val="lt1"/>
              </a:solidFill>
              <a:latin typeface="IBM Plex Sans"/>
              <a:ea typeface="IBM Plex Sans"/>
              <a:cs typeface="IBM Plex Sans"/>
              <a:sym typeface="IBM Plex Sans"/>
            </a:endParaRPr>
          </a:p>
          <a:p>
            <a:pPr indent="0" lvl="0" marL="0" marR="0" rtl="0" algn="l">
              <a:lnSpc>
                <a:spcPct val="100000"/>
              </a:lnSpc>
              <a:spcBef>
                <a:spcPts val="1100"/>
              </a:spcBef>
              <a:spcAft>
                <a:spcPts val="0"/>
              </a:spcAft>
              <a:buClr>
                <a:srgbClr val="000000"/>
              </a:buClr>
              <a:buSzPts val="1600"/>
              <a:buFont typeface="Arial"/>
              <a:buNone/>
            </a:pPr>
            <a:r>
              <a:rPr b="1" i="0" lang="uk" sz="1600" u="none" cap="none" strike="noStrike">
                <a:solidFill>
                  <a:schemeClr val="lt1"/>
                </a:solidFill>
                <a:latin typeface="IBM Plex Sans"/>
                <a:ea typeface="IBM Plex Sans"/>
                <a:cs typeface="IBM Plex Sans"/>
                <a:sym typeface="IBM Plex Sans"/>
              </a:rPr>
              <a:t>Як вирішувати:</a:t>
            </a:r>
            <a:r>
              <a:rPr b="0" i="0" lang="uk" sz="1600" u="none" cap="none" strike="noStrike">
                <a:solidFill>
                  <a:schemeClr val="lt1"/>
                </a:solidFill>
                <a:latin typeface="IBM Plex Sans"/>
                <a:ea typeface="IBM Plex Sans"/>
                <a:cs typeface="IBM Plex Sans"/>
                <a:sym typeface="IBM Plex Sans"/>
              </a:rPr>
              <a:t> чітко вказувати обсяг і склад вибірки, обмеження дослідження.</a:t>
            </a:r>
            <a:endParaRPr b="0" i="0" sz="1600" u="none" cap="none" strike="noStrike">
              <a:solidFill>
                <a:schemeClr val="lt1"/>
              </a:solidFill>
              <a:latin typeface="IBM Plex Sans"/>
              <a:ea typeface="IBM Plex Sans"/>
              <a:cs typeface="IBM Plex Sans"/>
              <a:sym typeface="IBM Plex Sans"/>
            </a:endParaRPr>
          </a:p>
          <a:p>
            <a:pPr indent="0" lvl="0" marL="0" marR="0" rtl="0" algn="l">
              <a:lnSpc>
                <a:spcPct val="100000"/>
              </a:lnSpc>
              <a:spcBef>
                <a:spcPts val="1100"/>
              </a:spcBef>
              <a:spcAft>
                <a:spcPts val="0"/>
              </a:spcAft>
              <a:buClr>
                <a:srgbClr val="000000"/>
              </a:buClr>
              <a:buSzPts val="1600"/>
              <a:buFont typeface="Arial"/>
              <a:buNone/>
            </a:pPr>
            <a:r>
              <a:t/>
            </a:r>
            <a:endParaRPr b="0" i="0" sz="1600" u="none" cap="none" strike="noStrike">
              <a:solidFill>
                <a:schemeClr val="lt1"/>
              </a:solidFill>
              <a:latin typeface="IBM Plex Sans"/>
              <a:ea typeface="IBM Plex Sans"/>
              <a:cs typeface="IBM Plex Sans"/>
              <a:sym typeface="IBM Plex Sans"/>
            </a:endParaRPr>
          </a:p>
          <a:p>
            <a:pPr indent="0" lvl="0" marL="0" marR="0" rtl="0" algn="l">
              <a:lnSpc>
                <a:spcPct val="100000"/>
              </a:lnSpc>
              <a:spcBef>
                <a:spcPts val="1100"/>
              </a:spcBef>
              <a:spcAft>
                <a:spcPts val="0"/>
              </a:spcAft>
              <a:buClr>
                <a:srgbClr val="000000"/>
              </a:buClr>
              <a:buSzPts val="1600"/>
              <a:buFont typeface="Arial"/>
              <a:buNone/>
            </a:pPr>
            <a:r>
              <a:t/>
            </a:r>
            <a:endParaRPr b="0" i="0" sz="1600" u="none" cap="none" strike="noStrike">
              <a:solidFill>
                <a:schemeClr val="lt1"/>
              </a:solidFill>
              <a:latin typeface="IBM Plex Sans"/>
              <a:ea typeface="IBM Plex Sans"/>
              <a:cs typeface="IBM Plex Sans"/>
              <a:sym typeface="IBM Plex Sans"/>
            </a:endParaRPr>
          </a:p>
          <a:p>
            <a:pPr indent="0" lvl="0" marL="0" marR="0" rtl="0" algn="l">
              <a:lnSpc>
                <a:spcPct val="100000"/>
              </a:lnSpc>
              <a:spcBef>
                <a:spcPts val="1100"/>
              </a:spcBef>
              <a:spcAft>
                <a:spcPts val="1100"/>
              </a:spcAft>
              <a:buClr>
                <a:srgbClr val="000000"/>
              </a:buClr>
              <a:buSzPts val="1600"/>
              <a:buFont typeface="Arial"/>
              <a:buNone/>
            </a:pPr>
            <a:r>
              <a:t/>
            </a:r>
            <a:endParaRPr b="0" i="0" sz="1600" u="none" cap="none" strike="noStrike">
              <a:solidFill>
                <a:schemeClr val="lt1"/>
              </a:solidFill>
              <a:latin typeface="IBM Plex Sans"/>
              <a:ea typeface="IBM Plex Sans"/>
              <a:cs typeface="IBM Plex Sans"/>
              <a:sym typeface="IBM Plex Sans"/>
            </a:endParaRPr>
          </a:p>
        </p:txBody>
      </p:sp>
      <p:sp>
        <p:nvSpPr>
          <p:cNvPr id="693" name="Google Shape;693;p48"/>
          <p:cNvSpPr txBox="1"/>
          <p:nvPr/>
        </p:nvSpPr>
        <p:spPr>
          <a:xfrm>
            <a:off x="238097" y="123173"/>
            <a:ext cx="9450300" cy="7851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ВИБІРКОВІ ДАНІ = СПОТВОРЕНІ ВИСНОВКИ</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p:txBody>
      </p:sp>
      <p:pic>
        <p:nvPicPr>
          <p:cNvPr id="694" name="Google Shape;694;p48"/>
          <p:cNvPicPr preferRelativeResize="0"/>
          <p:nvPr/>
        </p:nvPicPr>
        <p:blipFill>
          <a:blip r:embed="rId3">
            <a:alphaModFix/>
          </a:blip>
          <a:stretch>
            <a:fillRect/>
          </a:stretch>
        </p:blipFill>
        <p:spPr>
          <a:xfrm>
            <a:off x="7113742" y="2851030"/>
            <a:ext cx="2411876" cy="241182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698" name="Shape 698"/>
        <p:cNvGrpSpPr/>
        <p:nvPr/>
      </p:nvGrpSpPr>
      <p:grpSpPr>
        <a:xfrm>
          <a:off x="0" y="0"/>
          <a:ext cx="0" cy="0"/>
          <a:chOff x="0" y="0"/>
          <a:chExt cx="0" cy="0"/>
        </a:xfrm>
      </p:grpSpPr>
      <p:sp>
        <p:nvSpPr>
          <p:cNvPr id="699" name="Google Shape;699;p49"/>
          <p:cNvSpPr/>
          <p:nvPr/>
        </p:nvSpPr>
        <p:spPr>
          <a:xfrm>
            <a:off x="317224" y="1263209"/>
            <a:ext cx="9450300" cy="4089000"/>
          </a:xfrm>
          <a:prstGeom prst="roundRect">
            <a:avLst>
              <a:gd fmla="val 7197" name="adj"/>
            </a:avLst>
          </a:prstGeom>
          <a:solidFill>
            <a:srgbClr val="282828"/>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282828"/>
              </a:solidFill>
              <a:latin typeface="Arial"/>
              <a:ea typeface="Arial"/>
              <a:cs typeface="Arial"/>
              <a:sym typeface="Arial"/>
            </a:endParaRPr>
          </a:p>
        </p:txBody>
      </p:sp>
      <p:sp>
        <p:nvSpPr>
          <p:cNvPr id="700" name="Google Shape;700;p49"/>
          <p:cNvSpPr txBox="1"/>
          <p:nvPr/>
        </p:nvSpPr>
        <p:spPr>
          <a:xfrm>
            <a:off x="533163" y="1531275"/>
            <a:ext cx="8553900" cy="2879400"/>
          </a:xfrm>
          <a:prstGeom prst="rect">
            <a:avLst/>
          </a:prstGeom>
          <a:noFill/>
          <a:ln>
            <a:noFill/>
          </a:ln>
        </p:spPr>
        <p:txBody>
          <a:bodyPr anchorCtr="0" anchor="t" bIns="100800" lIns="100800" spcFirstLastPara="1" rIns="100800" wrap="square" tIns="100800">
            <a:spAutoFit/>
          </a:bodyPr>
          <a:lstStyle/>
          <a:p>
            <a:pPr indent="-330200" lvl="0" marL="457200" marR="0" rtl="0" algn="l">
              <a:lnSpc>
                <a:spcPct val="100000"/>
              </a:lnSpc>
              <a:spcBef>
                <a:spcPts val="0"/>
              </a:spcBef>
              <a:spcAft>
                <a:spcPts val="0"/>
              </a:spcAft>
              <a:buClr>
                <a:schemeClr val="lt1"/>
              </a:buClr>
              <a:buSzPts val="1600"/>
              <a:buFont typeface="IBM Plex Sans"/>
              <a:buChar char="●"/>
            </a:pPr>
            <a:r>
              <a:rPr b="0" i="0" lang="uk" sz="1600" u="none" cap="none" strike="noStrike">
                <a:solidFill>
                  <a:schemeClr val="lt1"/>
                </a:solidFill>
                <a:latin typeface="IBM Plex Sans"/>
                <a:ea typeface="IBM Plex Sans"/>
                <a:cs typeface="IBM Plex Sans"/>
                <a:sym typeface="IBM Plex Sans"/>
              </a:rPr>
              <a:t>Якщо ти тестуєш багато гіпотез одночасно (наприклад, 100 ознак), завжди знайдеш кілька "значущих" просто випадково.</a:t>
            </a:r>
            <a:endParaRPr b="0" i="0" sz="1600" u="none" cap="none" strike="noStrike">
              <a:solidFill>
                <a:schemeClr val="lt1"/>
              </a:solidFill>
              <a:latin typeface="IBM Plex Sans"/>
              <a:ea typeface="IBM Plex Sans"/>
              <a:cs typeface="IBM Plex Sans"/>
              <a:sym typeface="IBM Plex Sans"/>
            </a:endParaRPr>
          </a:p>
          <a:p>
            <a:pPr indent="0" lvl="0" marL="0" marR="0" rtl="0" algn="l">
              <a:lnSpc>
                <a:spcPct val="100000"/>
              </a:lnSpc>
              <a:spcBef>
                <a:spcPts val="1100"/>
              </a:spcBef>
              <a:spcAft>
                <a:spcPts val="0"/>
              </a:spcAft>
              <a:buClr>
                <a:srgbClr val="000000"/>
              </a:buClr>
              <a:buSzPts val="1600"/>
              <a:buFont typeface="Arial"/>
              <a:buNone/>
            </a:pPr>
            <a:r>
              <a:rPr b="1" i="0" lang="uk" sz="1600" u="none" cap="none" strike="noStrike">
                <a:solidFill>
                  <a:schemeClr val="lt1"/>
                </a:solidFill>
                <a:latin typeface="IBM Plex Sans"/>
                <a:ea typeface="IBM Plex Sans"/>
                <a:cs typeface="IBM Plex Sans"/>
                <a:sym typeface="IBM Plex Sans"/>
              </a:rPr>
              <a:t>Як вирішувати: </a:t>
            </a:r>
            <a:r>
              <a:rPr b="0" i="0" lang="uk" sz="1600" u="none" cap="none" strike="noStrike">
                <a:solidFill>
                  <a:schemeClr val="lt1"/>
                </a:solidFill>
                <a:latin typeface="IBM Plex Sans"/>
                <a:ea typeface="IBM Plex Sans"/>
                <a:cs typeface="IBM Plex Sans"/>
                <a:sym typeface="IBM Plex Sans"/>
              </a:rPr>
              <a:t>застосовувати корекції (наприклад, метод Бонферроні, FDR), </a:t>
            </a:r>
            <a:br>
              <a:rPr b="0" i="0" lang="uk" sz="1600" u="none" cap="none" strike="noStrike">
                <a:solidFill>
                  <a:schemeClr val="lt1"/>
                </a:solidFill>
                <a:latin typeface="IBM Plex Sans"/>
                <a:ea typeface="IBM Plex Sans"/>
                <a:cs typeface="IBM Plex Sans"/>
                <a:sym typeface="IBM Plex Sans"/>
              </a:rPr>
            </a:br>
            <a:r>
              <a:rPr b="0" i="0" lang="uk" sz="1600" u="none" cap="none" strike="noStrike">
                <a:solidFill>
                  <a:schemeClr val="lt1"/>
                </a:solidFill>
                <a:latin typeface="IBM Plex Sans"/>
                <a:ea typeface="IBM Plex Sans"/>
                <a:cs typeface="IBM Plex Sans"/>
                <a:sym typeface="IBM Plex Sans"/>
              </a:rPr>
              <a:t>або байєсові методи.</a:t>
            </a:r>
            <a:endParaRPr b="0" i="0" sz="1600" u="none" cap="none" strike="noStrike">
              <a:solidFill>
                <a:schemeClr val="lt1"/>
              </a:solidFill>
              <a:latin typeface="IBM Plex Sans"/>
              <a:ea typeface="IBM Plex Sans"/>
              <a:cs typeface="IBM Plex Sans"/>
              <a:sym typeface="IBM Plex Sans"/>
            </a:endParaRPr>
          </a:p>
          <a:p>
            <a:pPr indent="0" lvl="0" marL="0" marR="0" rtl="0" algn="l">
              <a:lnSpc>
                <a:spcPct val="100000"/>
              </a:lnSpc>
              <a:spcBef>
                <a:spcPts val="1100"/>
              </a:spcBef>
              <a:spcAft>
                <a:spcPts val="0"/>
              </a:spcAft>
              <a:buClr>
                <a:srgbClr val="000000"/>
              </a:buClr>
              <a:buSzPts val="1600"/>
              <a:buFont typeface="Arial"/>
              <a:buNone/>
            </a:pPr>
            <a:r>
              <a:t/>
            </a:r>
            <a:endParaRPr b="0" i="0" sz="1600" u="none" cap="none" strike="noStrike">
              <a:solidFill>
                <a:schemeClr val="lt1"/>
              </a:solidFill>
              <a:latin typeface="IBM Plex Sans"/>
              <a:ea typeface="IBM Plex Sans"/>
              <a:cs typeface="IBM Plex Sans"/>
              <a:sym typeface="IBM Plex Sans"/>
            </a:endParaRPr>
          </a:p>
          <a:p>
            <a:pPr indent="0" lvl="0" marL="0" marR="0" rtl="0" algn="l">
              <a:lnSpc>
                <a:spcPct val="100000"/>
              </a:lnSpc>
              <a:spcBef>
                <a:spcPts val="1100"/>
              </a:spcBef>
              <a:spcAft>
                <a:spcPts val="0"/>
              </a:spcAft>
              <a:buClr>
                <a:srgbClr val="000000"/>
              </a:buClr>
              <a:buSzPts val="1600"/>
              <a:buFont typeface="Arial"/>
              <a:buNone/>
            </a:pPr>
            <a:r>
              <a:t/>
            </a:r>
            <a:endParaRPr b="0" i="0" sz="1600" u="none" cap="none" strike="noStrike">
              <a:solidFill>
                <a:schemeClr val="lt1"/>
              </a:solidFill>
              <a:latin typeface="IBM Plex Sans"/>
              <a:ea typeface="IBM Plex Sans"/>
              <a:cs typeface="IBM Plex Sans"/>
              <a:sym typeface="IBM Plex Sans"/>
            </a:endParaRPr>
          </a:p>
          <a:p>
            <a:pPr indent="0" lvl="0" marL="0" marR="0" rtl="0" algn="l">
              <a:lnSpc>
                <a:spcPct val="100000"/>
              </a:lnSpc>
              <a:spcBef>
                <a:spcPts val="1100"/>
              </a:spcBef>
              <a:spcAft>
                <a:spcPts val="0"/>
              </a:spcAft>
              <a:buClr>
                <a:srgbClr val="000000"/>
              </a:buClr>
              <a:buSzPts val="1600"/>
              <a:buFont typeface="Arial"/>
              <a:buNone/>
            </a:pPr>
            <a:r>
              <a:t/>
            </a:r>
            <a:endParaRPr b="0" i="0" sz="1600" u="none" cap="none" strike="noStrike">
              <a:solidFill>
                <a:schemeClr val="lt1"/>
              </a:solidFill>
              <a:latin typeface="IBM Plex Sans"/>
              <a:ea typeface="IBM Plex Sans"/>
              <a:cs typeface="IBM Plex Sans"/>
              <a:sym typeface="IBM Plex Sans"/>
            </a:endParaRPr>
          </a:p>
          <a:p>
            <a:pPr indent="0" lvl="0" marL="0" marR="0" rtl="0" algn="l">
              <a:lnSpc>
                <a:spcPct val="100000"/>
              </a:lnSpc>
              <a:spcBef>
                <a:spcPts val="1100"/>
              </a:spcBef>
              <a:spcAft>
                <a:spcPts val="1100"/>
              </a:spcAft>
              <a:buClr>
                <a:srgbClr val="000000"/>
              </a:buClr>
              <a:buSzPts val="1600"/>
              <a:buFont typeface="Arial"/>
              <a:buNone/>
            </a:pPr>
            <a:r>
              <a:t/>
            </a:r>
            <a:endParaRPr b="0" i="0" sz="1600" u="none" cap="none" strike="noStrike">
              <a:solidFill>
                <a:schemeClr val="lt1"/>
              </a:solidFill>
              <a:latin typeface="IBM Plex Sans"/>
              <a:ea typeface="IBM Plex Sans"/>
              <a:cs typeface="IBM Plex Sans"/>
              <a:sym typeface="IBM Plex Sans"/>
            </a:endParaRPr>
          </a:p>
        </p:txBody>
      </p:sp>
      <p:sp>
        <p:nvSpPr>
          <p:cNvPr id="701" name="Google Shape;701;p49"/>
          <p:cNvSpPr txBox="1"/>
          <p:nvPr/>
        </p:nvSpPr>
        <p:spPr>
          <a:xfrm>
            <a:off x="238097" y="123173"/>
            <a:ext cx="9450300" cy="7851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МНОЖИННЕ ТЕСТУВАННЯ = ЗРОСТАННЯ ПОМИЛОК</a:t>
            </a:r>
            <a:endParaRPr b="0" i="0" sz="3300" u="none" cap="none" strike="noStrike">
              <a:solidFill>
                <a:srgbClr val="E5E8EC"/>
              </a:solidFill>
              <a:latin typeface="IBM Plex Mono SemiBold"/>
              <a:ea typeface="IBM Plex Mono SemiBold"/>
              <a:cs typeface="IBM Plex Mono SemiBold"/>
              <a:sym typeface="IBM Plex Mono SemiBold"/>
            </a:endParaRPr>
          </a:p>
        </p:txBody>
      </p:sp>
      <p:pic>
        <p:nvPicPr>
          <p:cNvPr id="702" name="Google Shape;702;p49"/>
          <p:cNvPicPr preferRelativeResize="0"/>
          <p:nvPr/>
        </p:nvPicPr>
        <p:blipFill>
          <a:blip r:embed="rId3">
            <a:alphaModFix/>
          </a:blip>
          <a:stretch>
            <a:fillRect/>
          </a:stretch>
        </p:blipFill>
        <p:spPr>
          <a:xfrm>
            <a:off x="7361653" y="2763420"/>
            <a:ext cx="2172350" cy="238222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706" name="Shape 706"/>
        <p:cNvGrpSpPr/>
        <p:nvPr/>
      </p:nvGrpSpPr>
      <p:grpSpPr>
        <a:xfrm>
          <a:off x="0" y="0"/>
          <a:ext cx="0" cy="0"/>
          <a:chOff x="0" y="0"/>
          <a:chExt cx="0" cy="0"/>
        </a:xfrm>
      </p:grpSpPr>
      <p:sp>
        <p:nvSpPr>
          <p:cNvPr id="707" name="Google Shape;707;p50"/>
          <p:cNvSpPr/>
          <p:nvPr/>
        </p:nvSpPr>
        <p:spPr>
          <a:xfrm>
            <a:off x="317224" y="1263209"/>
            <a:ext cx="9450300" cy="4089000"/>
          </a:xfrm>
          <a:prstGeom prst="roundRect">
            <a:avLst>
              <a:gd fmla="val 7197" name="adj"/>
            </a:avLst>
          </a:prstGeom>
          <a:solidFill>
            <a:schemeClr val="dk1"/>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708" name="Google Shape;708;p50"/>
          <p:cNvSpPr txBox="1"/>
          <p:nvPr/>
        </p:nvSpPr>
        <p:spPr>
          <a:xfrm>
            <a:off x="315160" y="221723"/>
            <a:ext cx="9450300" cy="7851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ДОДАТКОВІ ТИПОВІ ПРОБЛЕМИ</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p:txBody>
      </p:sp>
      <p:graphicFrame>
        <p:nvGraphicFramePr>
          <p:cNvPr id="709" name="Google Shape;709;p50"/>
          <p:cNvGraphicFramePr/>
          <p:nvPr/>
        </p:nvGraphicFramePr>
        <p:xfrm>
          <a:off x="1277925" y="1564725"/>
          <a:ext cx="3000000" cy="3000000"/>
        </p:xfrm>
        <a:graphic>
          <a:graphicData uri="http://schemas.openxmlformats.org/drawingml/2006/table">
            <a:tbl>
              <a:tblPr>
                <a:noFill/>
                <a:tableStyleId>{EF90DA63-0834-46E0-B875-158D6628313B}</a:tableStyleId>
              </a:tblPr>
              <a:tblGrid>
                <a:gridCol w="4925700"/>
                <a:gridCol w="2599050"/>
              </a:tblGrid>
              <a:tr h="190500">
                <a:tc>
                  <a:txBody>
                    <a:bodyPr/>
                    <a:lstStyle/>
                    <a:p>
                      <a:pPr indent="0" lvl="0" marL="0" rtl="0" algn="ctr">
                        <a:lnSpc>
                          <a:spcPct val="115000"/>
                        </a:lnSpc>
                        <a:spcBef>
                          <a:spcPts val="0"/>
                        </a:spcBef>
                        <a:spcAft>
                          <a:spcPts val="0"/>
                        </a:spcAft>
                        <a:buNone/>
                      </a:pPr>
                      <a:r>
                        <a:rPr b="1" lang="uk">
                          <a:solidFill>
                            <a:schemeClr val="lt1"/>
                          </a:solidFill>
                          <a:latin typeface="IBM Plex Sans"/>
                          <a:ea typeface="IBM Plex Sans"/>
                          <a:cs typeface="IBM Plex Sans"/>
                          <a:sym typeface="IBM Plex Sans"/>
                        </a:rPr>
                        <a:t>Проблема</a:t>
                      </a:r>
                      <a:endParaRPr b="1">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076CFC"/>
                    </a:solidFill>
                  </a:tcPr>
                </a:tc>
                <a:tc>
                  <a:txBody>
                    <a:bodyPr/>
                    <a:lstStyle/>
                    <a:p>
                      <a:pPr indent="0" lvl="0" marL="0" rtl="0" algn="ctr">
                        <a:lnSpc>
                          <a:spcPct val="115000"/>
                        </a:lnSpc>
                        <a:spcBef>
                          <a:spcPts val="0"/>
                        </a:spcBef>
                        <a:spcAft>
                          <a:spcPts val="0"/>
                        </a:spcAft>
                        <a:buNone/>
                      </a:pPr>
                      <a:r>
                        <a:rPr b="1" lang="uk">
                          <a:solidFill>
                            <a:schemeClr val="lt1"/>
                          </a:solidFill>
                          <a:latin typeface="IBM Plex Sans"/>
                          <a:ea typeface="IBM Plex Sans"/>
                          <a:cs typeface="IBM Plex Sans"/>
                          <a:sym typeface="IBM Plex Sans"/>
                        </a:rPr>
                        <a:t>Рішення</a:t>
                      </a:r>
                      <a:endParaRPr b="1">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076CFC"/>
                    </a:solidFill>
                  </a:tcPr>
                </a:tc>
              </a:tr>
              <a:tr h="371475">
                <a:tc>
                  <a:txBody>
                    <a:bodyPr/>
                    <a:lstStyle/>
                    <a:p>
                      <a:pPr indent="0" lvl="0" marL="0" rtl="0" algn="l">
                        <a:spcBef>
                          <a:spcPts val="0"/>
                        </a:spcBef>
                        <a:spcAft>
                          <a:spcPts val="0"/>
                        </a:spcAft>
                        <a:buNone/>
                      </a:pPr>
                      <a:r>
                        <a:rPr lang="uk">
                          <a:solidFill>
                            <a:schemeClr val="lt1"/>
                          </a:solidFill>
                          <a:latin typeface="IBM Plex Sans"/>
                          <a:ea typeface="IBM Plex Sans"/>
                          <a:cs typeface="IBM Plex Sans"/>
                          <a:sym typeface="IBM Plex Sans"/>
                        </a:rPr>
                        <a:t>Погане трактування довірчих інтервалів</a:t>
                      </a:r>
                      <a:endParaRPr>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uk">
                          <a:solidFill>
                            <a:schemeClr val="lt1"/>
                          </a:solidFill>
                          <a:latin typeface="IBM Plex Sans"/>
                          <a:ea typeface="IBM Plex Sans"/>
                          <a:cs typeface="IBM Plex Sans"/>
                          <a:sym typeface="IBM Plex Sans"/>
                        </a:rPr>
                        <a:t>Пояснювати їх як діапазон, де лежить істинне значення з певною імовірністю</a:t>
                      </a:r>
                      <a:endParaRPr>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chemeClr val="dk1"/>
                    </a:solidFill>
                  </a:tcPr>
                </a:tc>
              </a:tr>
              <a:tr h="371475">
                <a:tc>
                  <a:txBody>
                    <a:bodyPr/>
                    <a:lstStyle/>
                    <a:p>
                      <a:pPr indent="0" lvl="0" marL="0" rtl="0" algn="l">
                        <a:spcBef>
                          <a:spcPts val="0"/>
                        </a:spcBef>
                        <a:spcAft>
                          <a:spcPts val="0"/>
                        </a:spcAft>
                        <a:buNone/>
                      </a:pPr>
                      <a:r>
                        <a:rPr lang="uk">
                          <a:solidFill>
                            <a:schemeClr val="lt1"/>
                          </a:solidFill>
                          <a:latin typeface="IBM Plex Sans"/>
                          <a:ea typeface="IBM Plex Sans"/>
                          <a:cs typeface="IBM Plex Sans"/>
                          <a:sym typeface="IBM Plex Sans"/>
                        </a:rPr>
                        <a:t>Оверфітинг моделей — це коли твоя модель занадто добре підлаштовується під конкретні дані, але через це погано працює на нових, ще не бачених прикладах</a:t>
                      </a:r>
                      <a:endParaRPr>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uk">
                          <a:solidFill>
                            <a:schemeClr val="lt1"/>
                          </a:solidFill>
                          <a:latin typeface="IBM Plex Sans"/>
                          <a:ea typeface="IBM Plex Sans"/>
                          <a:cs typeface="IBM Plex Sans"/>
                          <a:sym typeface="IBM Plex Sans"/>
                        </a:rPr>
                        <a:t>Використовувати валідацію, крос-валідацію</a:t>
                      </a:r>
                      <a:endParaRPr>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chemeClr val="dk1"/>
                    </a:solidFill>
                  </a:tcPr>
                </a:tc>
              </a:tr>
              <a:tr h="190500">
                <a:tc>
                  <a:txBody>
                    <a:bodyPr/>
                    <a:lstStyle/>
                    <a:p>
                      <a:pPr indent="0" lvl="0" marL="0" rtl="0" algn="l">
                        <a:spcBef>
                          <a:spcPts val="0"/>
                        </a:spcBef>
                        <a:spcAft>
                          <a:spcPts val="0"/>
                        </a:spcAft>
                        <a:buNone/>
                      </a:pPr>
                      <a:r>
                        <a:rPr lang="uk">
                          <a:solidFill>
                            <a:schemeClr val="lt1"/>
                          </a:solidFill>
                          <a:latin typeface="IBM Plex Sans"/>
                          <a:ea typeface="IBM Plex Sans"/>
                          <a:cs typeface="IBM Plex Sans"/>
                          <a:sym typeface="IBM Plex Sans"/>
                        </a:rPr>
                        <a:t>Ігнорування відсутніх даних</a:t>
                      </a:r>
                      <a:endParaRPr>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uk">
                          <a:solidFill>
                            <a:schemeClr val="lt1"/>
                          </a:solidFill>
                          <a:latin typeface="IBM Plex Sans"/>
                          <a:ea typeface="IBM Plex Sans"/>
                          <a:cs typeface="IBM Plex Sans"/>
                          <a:sym typeface="IBM Plex Sans"/>
                        </a:rPr>
                        <a:t>Чітко описувати, як оброблялись пропуски</a:t>
                      </a:r>
                      <a:endParaRPr>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chemeClr val="dk1"/>
                    </a:solidFill>
                  </a:tcPr>
                </a:tc>
              </a:tr>
              <a:tr h="371475">
                <a:tc>
                  <a:txBody>
                    <a:bodyPr/>
                    <a:lstStyle/>
                    <a:p>
                      <a:pPr indent="0" lvl="0" marL="0" rtl="0" algn="l">
                        <a:spcBef>
                          <a:spcPts val="0"/>
                        </a:spcBef>
                        <a:spcAft>
                          <a:spcPts val="0"/>
                        </a:spcAft>
                        <a:buNone/>
                      </a:pPr>
                      <a:r>
                        <a:rPr lang="uk">
                          <a:solidFill>
                            <a:schemeClr val="lt1"/>
                          </a:solidFill>
                          <a:latin typeface="IBM Plex Sans"/>
                          <a:ea typeface="IBM Plex Sans"/>
                          <a:cs typeface="IBM Plex Sans"/>
                          <a:sym typeface="IBM Plex Sans"/>
                        </a:rPr>
                        <a:t>Суб'єктивні висновки з малих вибірок</a:t>
                      </a:r>
                      <a:endParaRPr>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uk">
                          <a:solidFill>
                            <a:schemeClr val="lt1"/>
                          </a:solidFill>
                          <a:latin typeface="IBM Plex Sans"/>
                          <a:ea typeface="IBM Plex Sans"/>
                          <a:cs typeface="IBM Plex Sans"/>
                          <a:sym typeface="IBM Plex Sans"/>
                        </a:rPr>
                        <a:t>Вказувати розмір вибірки та обмеження потужності тесту</a:t>
                      </a:r>
                      <a:endParaRPr>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chemeClr val="dk1"/>
                    </a:solidFill>
                  </a:tcPr>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713" name="Shape 713"/>
        <p:cNvGrpSpPr/>
        <p:nvPr/>
      </p:nvGrpSpPr>
      <p:grpSpPr>
        <a:xfrm>
          <a:off x="0" y="0"/>
          <a:ext cx="0" cy="0"/>
          <a:chOff x="0" y="0"/>
          <a:chExt cx="0" cy="0"/>
        </a:xfrm>
      </p:grpSpPr>
      <p:sp>
        <p:nvSpPr>
          <p:cNvPr id="714" name="Google Shape;714;p51"/>
          <p:cNvSpPr txBox="1"/>
          <p:nvPr/>
        </p:nvSpPr>
        <p:spPr>
          <a:xfrm>
            <a:off x="-586300" y="-3529700"/>
            <a:ext cx="7331100" cy="480600"/>
          </a:xfrm>
          <a:prstGeom prst="rect">
            <a:avLst/>
          </a:prstGeom>
          <a:noFill/>
          <a:ln>
            <a:noFill/>
          </a:ln>
        </p:spPr>
        <p:txBody>
          <a:bodyPr anchorCtr="0" anchor="t" bIns="100800" lIns="100800" spcFirstLastPara="1" rIns="100800" wrap="square" tIns="100800">
            <a:spAutoFit/>
          </a:bodyPr>
          <a:lstStyle/>
          <a:p>
            <a:pPr indent="-336550" lvl="0" marL="508000" marR="0" rtl="0" algn="l">
              <a:lnSpc>
                <a:spcPct val="115000"/>
              </a:lnSpc>
              <a:spcBef>
                <a:spcPts val="0"/>
              </a:spcBef>
              <a:spcAft>
                <a:spcPts val="0"/>
              </a:spcAft>
              <a:buClr>
                <a:srgbClr val="181919"/>
              </a:buClr>
              <a:buSzPts val="1300"/>
              <a:buFont typeface="IBM Plex Sans"/>
              <a:buChar char="●"/>
            </a:pPr>
            <a:r>
              <a:t/>
            </a:r>
            <a:endParaRPr b="0" i="0" sz="1800" u="none" cap="none" strike="noStrike">
              <a:solidFill>
                <a:srgbClr val="181919"/>
              </a:solidFill>
              <a:latin typeface="IBM Plex Sans"/>
              <a:ea typeface="IBM Plex Sans"/>
              <a:cs typeface="IBM Plex Sans"/>
              <a:sym typeface="IBM Plex Sans"/>
            </a:endParaRPr>
          </a:p>
        </p:txBody>
      </p:sp>
      <p:sp>
        <p:nvSpPr>
          <p:cNvPr id="715" name="Google Shape;715;p51"/>
          <p:cNvSpPr txBox="1"/>
          <p:nvPr/>
        </p:nvSpPr>
        <p:spPr>
          <a:xfrm>
            <a:off x="238097" y="92525"/>
            <a:ext cx="9450300" cy="7851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ТРАКТУВАННЯ РЕЗУЛЬТАТІВ </a:t>
            </a:r>
            <a:br>
              <a:rPr b="0" i="0" lang="uk" sz="3300" u="none" cap="none" strike="noStrike">
                <a:solidFill>
                  <a:srgbClr val="E5E8EC"/>
                </a:solidFill>
                <a:latin typeface="IBM Plex Mono SemiBold"/>
                <a:ea typeface="IBM Plex Mono SemiBold"/>
                <a:cs typeface="IBM Plex Mono SemiBold"/>
                <a:sym typeface="IBM Plex Mono SemiBold"/>
              </a:rPr>
            </a:br>
            <a:r>
              <a:rPr b="0" i="0" lang="uk" sz="3300" u="none" cap="none" strike="noStrike">
                <a:solidFill>
                  <a:srgbClr val="E5E8EC"/>
                </a:solidFill>
                <a:latin typeface="IBM Plex Mono SemiBold"/>
                <a:ea typeface="IBM Plex Mono SemiBold"/>
                <a:cs typeface="IBM Plex Mono SemiBold"/>
                <a:sym typeface="IBM Plex Mono SemiBold"/>
              </a:rPr>
              <a:t>АНАЛІТИЧНОГО ДОСЛІДЖЕННЯ</a:t>
            </a:r>
            <a:endParaRPr b="0" i="0" sz="4900" u="none" cap="none" strike="noStrike">
              <a:solidFill>
                <a:srgbClr val="E5E8EC"/>
              </a:solidFill>
              <a:latin typeface="IBM Plex Mono SemiBold"/>
              <a:ea typeface="IBM Plex Mono SemiBold"/>
              <a:cs typeface="IBM Plex Mono SemiBold"/>
              <a:sym typeface="IBM Plex Mono SemiBold"/>
            </a:endParaRPr>
          </a:p>
        </p:txBody>
      </p:sp>
      <p:sp>
        <p:nvSpPr>
          <p:cNvPr id="716" name="Google Shape;716;p51"/>
          <p:cNvSpPr/>
          <p:nvPr/>
        </p:nvSpPr>
        <p:spPr>
          <a:xfrm>
            <a:off x="342775" y="1522825"/>
            <a:ext cx="3131700" cy="1772100"/>
          </a:xfrm>
          <a:prstGeom prst="roundRect">
            <a:avLst>
              <a:gd fmla="val 18859" name="adj"/>
            </a:avLst>
          </a:prstGeom>
          <a:solidFill>
            <a:srgbClr val="282828"/>
          </a:solidFill>
          <a:ln>
            <a:noFill/>
          </a:ln>
        </p:spPr>
        <p:txBody>
          <a:bodyPr anchorCtr="0" anchor="ctr" bIns="91425" lIns="91425" spcFirstLastPara="1" rIns="91425" wrap="square" tIns="91425">
            <a:noAutofit/>
          </a:bodyPr>
          <a:lstStyle/>
          <a:p>
            <a:pPr indent="0" lvl="0" marL="0" marR="0" rtl="0" algn="l">
              <a:lnSpc>
                <a:spcPct val="100000"/>
              </a:lnSpc>
              <a:spcBef>
                <a:spcPts val="180"/>
              </a:spcBef>
              <a:spcAft>
                <a:spcPts val="180"/>
              </a:spcAft>
              <a:buClr>
                <a:srgbClr val="000000"/>
              </a:buClr>
              <a:buSzPts val="1400"/>
              <a:buFont typeface="Arial"/>
              <a:buNone/>
            </a:pPr>
            <a:r>
              <a:t/>
            </a:r>
            <a:endParaRPr b="0" i="0" sz="1400" u="none" cap="none" strike="noStrike">
              <a:solidFill>
                <a:srgbClr val="FFFFFF"/>
              </a:solidFill>
              <a:latin typeface="IBM Plex Sans"/>
              <a:ea typeface="IBM Plex Sans"/>
              <a:cs typeface="IBM Plex Sans"/>
              <a:sym typeface="IBM Plex Sans"/>
            </a:endParaRPr>
          </a:p>
        </p:txBody>
      </p:sp>
      <p:sp>
        <p:nvSpPr>
          <p:cNvPr id="717" name="Google Shape;717;p51"/>
          <p:cNvSpPr txBox="1"/>
          <p:nvPr/>
        </p:nvSpPr>
        <p:spPr>
          <a:xfrm>
            <a:off x="552029" y="1725025"/>
            <a:ext cx="2713200" cy="8772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lang="uk" sz="1500">
                <a:solidFill>
                  <a:srgbClr val="FFFFFF"/>
                </a:solidFill>
                <a:latin typeface="IBM Plex Sans"/>
                <a:ea typeface="IBM Plex Sans"/>
                <a:cs typeface="IBM Plex Sans"/>
                <a:sym typeface="IBM Plex Sans"/>
              </a:rPr>
              <a:t>Завжди наводити не лише p-value, а й розмір ефекту</a:t>
            </a:r>
            <a:endParaRPr sz="1500">
              <a:solidFill>
                <a:srgbClr val="FFFFFF"/>
              </a:solidFill>
              <a:latin typeface="IBM Plex Sans"/>
              <a:ea typeface="IBM Plex Sans"/>
              <a:cs typeface="IBM Plex Sans"/>
              <a:sym typeface="IBM Plex Sans"/>
            </a:endParaRPr>
          </a:p>
          <a:p>
            <a:pPr indent="0" lvl="0" marL="0" marR="0" rtl="0" algn="l">
              <a:lnSpc>
                <a:spcPct val="100000"/>
              </a:lnSpc>
              <a:spcBef>
                <a:spcPts val="0"/>
              </a:spcBef>
              <a:spcAft>
                <a:spcPts val="0"/>
              </a:spcAft>
              <a:buClr>
                <a:srgbClr val="000000"/>
              </a:buClr>
              <a:buSzPts val="1500"/>
              <a:buFont typeface="Arial"/>
              <a:buNone/>
            </a:pPr>
            <a:r>
              <a:t/>
            </a:r>
            <a:endParaRPr sz="1500">
              <a:solidFill>
                <a:srgbClr val="FFFFFF"/>
              </a:solidFill>
              <a:latin typeface="IBM Plex Sans"/>
              <a:ea typeface="IBM Plex Sans"/>
              <a:cs typeface="IBM Plex Sans"/>
              <a:sym typeface="IBM Plex Sans"/>
            </a:endParaRPr>
          </a:p>
        </p:txBody>
      </p:sp>
      <p:sp>
        <p:nvSpPr>
          <p:cNvPr id="718" name="Google Shape;718;p51"/>
          <p:cNvSpPr/>
          <p:nvPr/>
        </p:nvSpPr>
        <p:spPr>
          <a:xfrm>
            <a:off x="3474425" y="1522825"/>
            <a:ext cx="3131700" cy="1772100"/>
          </a:xfrm>
          <a:prstGeom prst="roundRect">
            <a:avLst>
              <a:gd fmla="val 18859" name="adj"/>
            </a:avLst>
          </a:prstGeom>
          <a:solidFill>
            <a:srgbClr val="282828"/>
          </a:solidFill>
          <a:ln>
            <a:noFill/>
          </a:ln>
        </p:spPr>
        <p:txBody>
          <a:bodyPr anchorCtr="0" anchor="ctr" bIns="91425" lIns="91425" spcFirstLastPara="1" rIns="91425" wrap="square" tIns="91425">
            <a:noAutofit/>
          </a:bodyPr>
          <a:lstStyle/>
          <a:p>
            <a:pPr indent="0" lvl="0" marL="0" marR="0" rtl="0" algn="l">
              <a:lnSpc>
                <a:spcPct val="100000"/>
              </a:lnSpc>
              <a:spcBef>
                <a:spcPts val="180"/>
              </a:spcBef>
              <a:spcAft>
                <a:spcPts val="180"/>
              </a:spcAft>
              <a:buClr>
                <a:srgbClr val="000000"/>
              </a:buClr>
              <a:buSzPts val="1400"/>
              <a:buFont typeface="Arial"/>
              <a:buNone/>
            </a:pPr>
            <a:r>
              <a:t/>
            </a:r>
            <a:endParaRPr b="0" i="0" sz="1400" u="none" cap="none" strike="noStrike">
              <a:solidFill>
                <a:srgbClr val="FFFFFF"/>
              </a:solidFill>
              <a:latin typeface="IBM Plex Sans"/>
              <a:ea typeface="IBM Plex Sans"/>
              <a:cs typeface="IBM Plex Sans"/>
              <a:sym typeface="IBM Plex Sans"/>
            </a:endParaRPr>
          </a:p>
        </p:txBody>
      </p:sp>
      <p:sp>
        <p:nvSpPr>
          <p:cNvPr id="719" name="Google Shape;719;p51"/>
          <p:cNvSpPr/>
          <p:nvPr/>
        </p:nvSpPr>
        <p:spPr>
          <a:xfrm>
            <a:off x="6606075" y="1522825"/>
            <a:ext cx="3131700" cy="1772100"/>
          </a:xfrm>
          <a:prstGeom prst="roundRect">
            <a:avLst>
              <a:gd fmla="val 18859" name="adj"/>
            </a:avLst>
          </a:prstGeom>
          <a:solidFill>
            <a:srgbClr val="282828"/>
          </a:solidFill>
          <a:ln>
            <a:noFill/>
          </a:ln>
        </p:spPr>
        <p:txBody>
          <a:bodyPr anchorCtr="0" anchor="ctr" bIns="91425" lIns="91425" spcFirstLastPara="1" rIns="91425" wrap="square" tIns="91425">
            <a:noAutofit/>
          </a:bodyPr>
          <a:lstStyle/>
          <a:p>
            <a:pPr indent="0" lvl="0" marL="0" marR="0" rtl="0" algn="l">
              <a:lnSpc>
                <a:spcPct val="100000"/>
              </a:lnSpc>
              <a:spcBef>
                <a:spcPts val="180"/>
              </a:spcBef>
              <a:spcAft>
                <a:spcPts val="180"/>
              </a:spcAft>
              <a:buClr>
                <a:srgbClr val="000000"/>
              </a:buClr>
              <a:buSzPts val="1400"/>
              <a:buFont typeface="Arial"/>
              <a:buNone/>
            </a:pPr>
            <a:r>
              <a:t/>
            </a:r>
            <a:endParaRPr b="0" i="0" sz="1400" u="none" cap="none" strike="noStrike">
              <a:solidFill>
                <a:srgbClr val="FFFFFF"/>
              </a:solidFill>
              <a:latin typeface="IBM Plex Sans"/>
              <a:ea typeface="IBM Plex Sans"/>
              <a:cs typeface="IBM Plex Sans"/>
              <a:sym typeface="IBM Plex Sans"/>
            </a:endParaRPr>
          </a:p>
        </p:txBody>
      </p:sp>
      <p:sp>
        <p:nvSpPr>
          <p:cNvPr id="720" name="Google Shape;720;p51"/>
          <p:cNvSpPr/>
          <p:nvPr/>
        </p:nvSpPr>
        <p:spPr>
          <a:xfrm>
            <a:off x="342775" y="3294925"/>
            <a:ext cx="3131700" cy="1772100"/>
          </a:xfrm>
          <a:prstGeom prst="roundRect">
            <a:avLst>
              <a:gd fmla="val 18859" name="adj"/>
            </a:avLst>
          </a:prstGeom>
          <a:solidFill>
            <a:srgbClr val="282828"/>
          </a:solidFill>
          <a:ln>
            <a:noFill/>
          </a:ln>
        </p:spPr>
        <p:txBody>
          <a:bodyPr anchorCtr="0" anchor="ctr" bIns="91425" lIns="91425" spcFirstLastPara="1" rIns="91425" wrap="square" tIns="91425">
            <a:noAutofit/>
          </a:bodyPr>
          <a:lstStyle/>
          <a:p>
            <a:pPr indent="0" lvl="0" marL="0" marR="0" rtl="0" algn="l">
              <a:lnSpc>
                <a:spcPct val="100000"/>
              </a:lnSpc>
              <a:spcBef>
                <a:spcPts val="180"/>
              </a:spcBef>
              <a:spcAft>
                <a:spcPts val="180"/>
              </a:spcAft>
              <a:buClr>
                <a:srgbClr val="000000"/>
              </a:buClr>
              <a:buSzPts val="1400"/>
              <a:buFont typeface="Arial"/>
              <a:buNone/>
            </a:pPr>
            <a:r>
              <a:t/>
            </a:r>
            <a:endParaRPr b="0" i="0" sz="1400" u="none" cap="none" strike="noStrike">
              <a:solidFill>
                <a:srgbClr val="FFFFFF"/>
              </a:solidFill>
              <a:latin typeface="IBM Plex Sans"/>
              <a:ea typeface="IBM Plex Sans"/>
              <a:cs typeface="IBM Plex Sans"/>
              <a:sym typeface="IBM Plex Sans"/>
            </a:endParaRPr>
          </a:p>
        </p:txBody>
      </p:sp>
      <p:sp>
        <p:nvSpPr>
          <p:cNvPr id="721" name="Google Shape;721;p51"/>
          <p:cNvSpPr/>
          <p:nvPr/>
        </p:nvSpPr>
        <p:spPr>
          <a:xfrm>
            <a:off x="3474425" y="3294925"/>
            <a:ext cx="3131700" cy="1772100"/>
          </a:xfrm>
          <a:prstGeom prst="roundRect">
            <a:avLst>
              <a:gd fmla="val 18859" name="adj"/>
            </a:avLst>
          </a:prstGeom>
          <a:solidFill>
            <a:srgbClr val="282828"/>
          </a:solidFill>
          <a:ln>
            <a:noFill/>
          </a:ln>
        </p:spPr>
        <p:txBody>
          <a:bodyPr anchorCtr="0" anchor="ctr" bIns="91425" lIns="91425" spcFirstLastPara="1" rIns="91425" wrap="square" tIns="91425">
            <a:noAutofit/>
          </a:bodyPr>
          <a:lstStyle/>
          <a:p>
            <a:pPr indent="0" lvl="0" marL="0" marR="0" rtl="0" algn="l">
              <a:lnSpc>
                <a:spcPct val="100000"/>
              </a:lnSpc>
              <a:spcBef>
                <a:spcPts val="180"/>
              </a:spcBef>
              <a:spcAft>
                <a:spcPts val="180"/>
              </a:spcAft>
              <a:buClr>
                <a:srgbClr val="000000"/>
              </a:buClr>
              <a:buSzPts val="1400"/>
              <a:buFont typeface="Arial"/>
              <a:buNone/>
            </a:pPr>
            <a:r>
              <a:t/>
            </a:r>
            <a:endParaRPr b="0" i="0" sz="1400" u="none" cap="none" strike="noStrike">
              <a:solidFill>
                <a:srgbClr val="FFFFFF"/>
              </a:solidFill>
              <a:latin typeface="IBM Plex Sans"/>
              <a:ea typeface="IBM Plex Sans"/>
              <a:cs typeface="IBM Plex Sans"/>
              <a:sym typeface="IBM Plex Sans"/>
            </a:endParaRPr>
          </a:p>
        </p:txBody>
      </p:sp>
      <p:sp>
        <p:nvSpPr>
          <p:cNvPr id="722" name="Google Shape;722;p51"/>
          <p:cNvSpPr/>
          <p:nvPr/>
        </p:nvSpPr>
        <p:spPr>
          <a:xfrm>
            <a:off x="6606075" y="3294925"/>
            <a:ext cx="3131700" cy="1772100"/>
          </a:xfrm>
          <a:prstGeom prst="roundRect">
            <a:avLst>
              <a:gd fmla="val 18859" name="adj"/>
            </a:avLst>
          </a:prstGeom>
          <a:solidFill>
            <a:srgbClr val="282828"/>
          </a:solidFill>
          <a:ln>
            <a:noFill/>
          </a:ln>
        </p:spPr>
        <p:txBody>
          <a:bodyPr anchorCtr="0" anchor="ctr" bIns="91425" lIns="91425" spcFirstLastPara="1" rIns="91425" wrap="square" tIns="91425">
            <a:noAutofit/>
          </a:bodyPr>
          <a:lstStyle/>
          <a:p>
            <a:pPr indent="0" lvl="0" marL="0" marR="0" rtl="0" algn="l">
              <a:lnSpc>
                <a:spcPct val="100000"/>
              </a:lnSpc>
              <a:spcBef>
                <a:spcPts val="180"/>
              </a:spcBef>
              <a:spcAft>
                <a:spcPts val="180"/>
              </a:spcAft>
              <a:buClr>
                <a:srgbClr val="000000"/>
              </a:buClr>
              <a:buSzPts val="1400"/>
              <a:buFont typeface="Arial"/>
              <a:buNone/>
            </a:pPr>
            <a:r>
              <a:t/>
            </a:r>
            <a:endParaRPr b="0" i="0" sz="1400" u="none" cap="none" strike="noStrike">
              <a:solidFill>
                <a:srgbClr val="FFFFFF"/>
              </a:solidFill>
              <a:latin typeface="IBM Plex Sans"/>
              <a:ea typeface="IBM Plex Sans"/>
              <a:cs typeface="IBM Plex Sans"/>
              <a:sym typeface="IBM Plex Sans"/>
            </a:endParaRPr>
          </a:p>
        </p:txBody>
      </p:sp>
      <p:sp>
        <p:nvSpPr>
          <p:cNvPr id="723" name="Google Shape;723;p51"/>
          <p:cNvSpPr txBox="1"/>
          <p:nvPr/>
        </p:nvSpPr>
        <p:spPr>
          <a:xfrm>
            <a:off x="651025" y="3626875"/>
            <a:ext cx="2515200" cy="1108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uk" sz="1500">
                <a:solidFill>
                  <a:srgbClr val="FFFFFF"/>
                </a:solidFill>
                <a:latin typeface="IBM Plex Sans"/>
                <a:ea typeface="IBM Plex Sans"/>
                <a:cs typeface="IBM Plex Sans"/>
                <a:sym typeface="IBM Plex Sans"/>
              </a:rPr>
              <a:t>Вказувати обмеження вибірки та потенційні джерела спотворень</a:t>
            </a:r>
            <a:endParaRPr sz="1500">
              <a:solidFill>
                <a:srgbClr val="FFFFFF"/>
              </a:solidFill>
              <a:latin typeface="IBM Plex Sans"/>
              <a:ea typeface="IBM Plex Sans"/>
              <a:cs typeface="IBM Plex Sans"/>
              <a:sym typeface="IBM Plex Sans"/>
            </a:endParaRPr>
          </a:p>
          <a:p>
            <a:pPr indent="0" lvl="0" marL="0" marR="0" rtl="0" algn="l">
              <a:lnSpc>
                <a:spcPct val="100000"/>
              </a:lnSpc>
              <a:spcBef>
                <a:spcPts val="0"/>
              </a:spcBef>
              <a:spcAft>
                <a:spcPts val="0"/>
              </a:spcAft>
              <a:buClr>
                <a:srgbClr val="000000"/>
              </a:buClr>
              <a:buSzPts val="1500"/>
              <a:buFont typeface="Arial"/>
              <a:buNone/>
            </a:pPr>
            <a:r>
              <a:t/>
            </a:r>
            <a:endParaRPr sz="1500">
              <a:solidFill>
                <a:srgbClr val="FFFFFF"/>
              </a:solidFill>
              <a:latin typeface="IBM Plex Sans"/>
              <a:ea typeface="IBM Plex Sans"/>
              <a:cs typeface="IBM Plex Sans"/>
              <a:sym typeface="IBM Plex Sans"/>
            </a:endParaRPr>
          </a:p>
        </p:txBody>
      </p:sp>
      <p:sp>
        <p:nvSpPr>
          <p:cNvPr id="724" name="Google Shape;724;p51"/>
          <p:cNvSpPr txBox="1"/>
          <p:nvPr/>
        </p:nvSpPr>
        <p:spPr>
          <a:xfrm>
            <a:off x="3731978" y="1972613"/>
            <a:ext cx="2616600" cy="877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uk" sz="1500">
                <a:solidFill>
                  <a:srgbClr val="FFFFFF"/>
                </a:solidFill>
                <a:latin typeface="IBM Plex Sans"/>
                <a:ea typeface="IBM Plex Sans"/>
                <a:cs typeface="IBM Plex Sans"/>
                <a:sym typeface="IBM Plex Sans"/>
              </a:rPr>
              <a:t>Використовувати довірчі інтервали чи баєсові діапазони для показу невизначеності</a:t>
            </a:r>
            <a:endParaRPr sz="1500">
              <a:solidFill>
                <a:srgbClr val="FFFFFF"/>
              </a:solidFill>
              <a:latin typeface="IBM Plex Sans"/>
              <a:ea typeface="IBM Plex Sans"/>
              <a:cs typeface="IBM Plex Sans"/>
              <a:sym typeface="IBM Plex Sans"/>
            </a:endParaRPr>
          </a:p>
          <a:p>
            <a:pPr indent="0" lvl="0" marL="0" marR="0" rtl="0" algn="l">
              <a:lnSpc>
                <a:spcPct val="100000"/>
              </a:lnSpc>
              <a:spcBef>
                <a:spcPts val="0"/>
              </a:spcBef>
              <a:spcAft>
                <a:spcPts val="0"/>
              </a:spcAft>
              <a:buClr>
                <a:srgbClr val="000000"/>
              </a:buClr>
              <a:buSzPts val="1500"/>
              <a:buFont typeface="Arial"/>
              <a:buNone/>
            </a:pPr>
            <a:r>
              <a:t/>
            </a:r>
            <a:endParaRPr sz="1500">
              <a:solidFill>
                <a:srgbClr val="FFFFFF"/>
              </a:solidFill>
              <a:latin typeface="IBM Plex Sans"/>
              <a:ea typeface="IBM Plex Sans"/>
              <a:cs typeface="IBM Plex Sans"/>
              <a:sym typeface="IBM Plex Sans"/>
            </a:endParaRPr>
          </a:p>
        </p:txBody>
      </p:sp>
      <p:sp>
        <p:nvSpPr>
          <p:cNvPr id="725" name="Google Shape;725;p51"/>
          <p:cNvSpPr txBox="1"/>
          <p:nvPr/>
        </p:nvSpPr>
        <p:spPr>
          <a:xfrm>
            <a:off x="3683679" y="3626875"/>
            <a:ext cx="2713200" cy="1108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uk" sz="1500">
                <a:solidFill>
                  <a:srgbClr val="FFFFFF"/>
                </a:solidFill>
                <a:latin typeface="IBM Plex Sans"/>
                <a:ea typeface="IBM Plex Sans"/>
                <a:cs typeface="IBM Plex Sans"/>
                <a:sym typeface="IBM Plex Sans"/>
              </a:rPr>
              <a:t>Якщо це кореляція — явно вказувати, що це не обов'язково причинний зв'язок</a:t>
            </a:r>
            <a:endParaRPr sz="1500">
              <a:solidFill>
                <a:srgbClr val="FFFFFF"/>
              </a:solidFill>
              <a:latin typeface="IBM Plex Sans"/>
              <a:ea typeface="IBM Plex Sans"/>
              <a:cs typeface="IBM Plex Sans"/>
              <a:sym typeface="IBM Plex Sans"/>
            </a:endParaRPr>
          </a:p>
          <a:p>
            <a:pPr indent="0" lvl="0" marL="0" marR="0" rtl="0" algn="l">
              <a:lnSpc>
                <a:spcPct val="100000"/>
              </a:lnSpc>
              <a:spcBef>
                <a:spcPts val="0"/>
              </a:spcBef>
              <a:spcAft>
                <a:spcPts val="0"/>
              </a:spcAft>
              <a:buClr>
                <a:srgbClr val="000000"/>
              </a:buClr>
              <a:buSzPts val="1500"/>
              <a:buFont typeface="Arial"/>
              <a:buNone/>
            </a:pPr>
            <a:r>
              <a:t/>
            </a:r>
            <a:endParaRPr sz="1500">
              <a:solidFill>
                <a:srgbClr val="FFFFFF"/>
              </a:solidFill>
              <a:latin typeface="IBM Plex Sans"/>
              <a:ea typeface="IBM Plex Sans"/>
              <a:cs typeface="IBM Plex Sans"/>
              <a:sym typeface="IBM Plex Sans"/>
            </a:endParaRPr>
          </a:p>
        </p:txBody>
      </p:sp>
      <p:sp>
        <p:nvSpPr>
          <p:cNvPr id="726" name="Google Shape;726;p51"/>
          <p:cNvSpPr txBox="1"/>
          <p:nvPr/>
        </p:nvSpPr>
        <p:spPr>
          <a:xfrm>
            <a:off x="6936653" y="1725013"/>
            <a:ext cx="2616600" cy="15699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lang="uk" sz="1500">
                <a:solidFill>
                  <a:srgbClr val="FFFFFF"/>
                </a:solidFill>
                <a:latin typeface="IBM Plex Sans"/>
                <a:ea typeface="IBM Plex Sans"/>
                <a:cs typeface="IBM Plex Sans"/>
                <a:sym typeface="IBM Plex Sans"/>
              </a:rPr>
              <a:t>Уникати категоричних висновків типу "ми довели" — краще "результати свідчать на користь…"</a:t>
            </a:r>
            <a:endParaRPr sz="1500">
              <a:solidFill>
                <a:srgbClr val="FFFFFF"/>
              </a:solidFill>
              <a:latin typeface="IBM Plex Sans"/>
              <a:ea typeface="IBM Plex Sans"/>
              <a:cs typeface="IBM Plex Sans"/>
              <a:sym typeface="IBM Plex Sans"/>
            </a:endParaRPr>
          </a:p>
          <a:p>
            <a:pPr indent="0" lvl="0" marL="0" marR="0" rtl="0" algn="l">
              <a:lnSpc>
                <a:spcPct val="100000"/>
              </a:lnSpc>
              <a:spcBef>
                <a:spcPts val="0"/>
              </a:spcBef>
              <a:spcAft>
                <a:spcPts val="0"/>
              </a:spcAft>
              <a:buClr>
                <a:srgbClr val="000000"/>
              </a:buClr>
              <a:buSzPts val="1500"/>
              <a:buFont typeface="Arial"/>
              <a:buNone/>
            </a:pPr>
            <a:r>
              <a:t/>
            </a:r>
            <a:endParaRPr sz="1500">
              <a:solidFill>
                <a:srgbClr val="FFFFFF"/>
              </a:solidFill>
              <a:latin typeface="IBM Plex Sans"/>
              <a:ea typeface="IBM Plex Sans"/>
              <a:cs typeface="IBM Plex Sans"/>
              <a:sym typeface="IBM Plex Sans"/>
            </a:endParaRPr>
          </a:p>
        </p:txBody>
      </p:sp>
      <p:sp>
        <p:nvSpPr>
          <p:cNvPr id="727" name="Google Shape;727;p51"/>
          <p:cNvSpPr txBox="1"/>
          <p:nvPr/>
        </p:nvSpPr>
        <p:spPr>
          <a:xfrm>
            <a:off x="6936653" y="3511375"/>
            <a:ext cx="2616600" cy="133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lang="uk" sz="1500">
                <a:solidFill>
                  <a:srgbClr val="FFFFFF"/>
                </a:solidFill>
                <a:latin typeface="IBM Plex Sans"/>
                <a:ea typeface="IBM Plex Sans"/>
                <a:cs typeface="IBM Plex Sans"/>
                <a:sym typeface="IBM Plex Sans"/>
              </a:rPr>
              <a:t>У складних аналізах перевіряти стабільність результатів на інших підвибірках (робастність)</a:t>
            </a:r>
            <a:endParaRPr sz="1500">
              <a:solidFill>
                <a:srgbClr val="FFFFFF"/>
              </a:solidFill>
              <a:latin typeface="IBM Plex Sans"/>
              <a:ea typeface="IBM Plex Sans"/>
              <a:cs typeface="IBM Plex Sans"/>
              <a:sym typeface="IBM Plex Sans"/>
            </a:endParaRPr>
          </a:p>
          <a:p>
            <a:pPr indent="0" lvl="0" marL="0" marR="0" rtl="0" algn="l">
              <a:lnSpc>
                <a:spcPct val="100000"/>
              </a:lnSpc>
              <a:spcBef>
                <a:spcPts val="0"/>
              </a:spcBef>
              <a:spcAft>
                <a:spcPts val="0"/>
              </a:spcAft>
              <a:buClr>
                <a:srgbClr val="000000"/>
              </a:buClr>
              <a:buSzPts val="1500"/>
              <a:buFont typeface="Arial"/>
              <a:buNone/>
            </a:pPr>
            <a:r>
              <a:t/>
            </a:r>
            <a:endParaRPr sz="1500">
              <a:solidFill>
                <a:srgbClr val="FFFFFF"/>
              </a:solidFill>
              <a:latin typeface="IBM Plex Sans"/>
              <a:ea typeface="IBM Plex Sans"/>
              <a:cs typeface="IBM Plex Sans"/>
              <a:sym typeface="IBM Plex Sans"/>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731" name="Shape 731"/>
        <p:cNvGrpSpPr/>
        <p:nvPr/>
      </p:nvGrpSpPr>
      <p:grpSpPr>
        <a:xfrm>
          <a:off x="0" y="0"/>
          <a:ext cx="0" cy="0"/>
          <a:chOff x="0" y="0"/>
          <a:chExt cx="0" cy="0"/>
        </a:xfrm>
      </p:grpSpPr>
      <p:sp>
        <p:nvSpPr>
          <p:cNvPr id="732" name="Google Shape;732;p52"/>
          <p:cNvSpPr txBox="1"/>
          <p:nvPr/>
        </p:nvSpPr>
        <p:spPr>
          <a:xfrm>
            <a:off x="238097" y="123173"/>
            <a:ext cx="9450300" cy="7851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ДЖЕРЕЛА ДАНИХ В OSINT</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p:txBody>
      </p:sp>
      <p:sp>
        <p:nvSpPr>
          <p:cNvPr id="733" name="Google Shape;733;p52"/>
          <p:cNvSpPr txBox="1"/>
          <p:nvPr/>
        </p:nvSpPr>
        <p:spPr>
          <a:xfrm>
            <a:off x="2101040" y="1626886"/>
            <a:ext cx="1648800" cy="480600"/>
          </a:xfrm>
          <a:prstGeom prst="rect">
            <a:avLst/>
          </a:prstGeom>
          <a:noFill/>
          <a:ln>
            <a:noFill/>
          </a:ln>
        </p:spPr>
        <p:txBody>
          <a:bodyPr anchorCtr="0" anchor="t" bIns="100800" lIns="100800" spcFirstLastPara="1" rIns="100800" wrap="square" tIns="100800">
            <a:spAutoFit/>
          </a:bodyPr>
          <a:lstStyle/>
          <a:p>
            <a:pPr indent="0" lvl="0" marL="0" marR="0" rtl="0" algn="l">
              <a:lnSpc>
                <a:spcPct val="100000"/>
              </a:lnSpc>
              <a:spcBef>
                <a:spcPts val="0"/>
              </a:spcBef>
              <a:spcAft>
                <a:spcPts val="0"/>
              </a:spcAft>
              <a:buClr>
                <a:srgbClr val="000000"/>
              </a:buClr>
              <a:buSzPts val="1800"/>
              <a:buFont typeface="Arial"/>
              <a:buNone/>
            </a:pPr>
            <a:r>
              <a:rPr b="1" i="0" lang="uk" sz="1800" u="none" cap="none" strike="noStrike">
                <a:solidFill>
                  <a:schemeClr val="lt1"/>
                </a:solidFill>
                <a:latin typeface="Open Sans"/>
                <a:ea typeface="Open Sans"/>
                <a:cs typeface="Open Sans"/>
                <a:sym typeface="Open Sans"/>
              </a:rPr>
              <a:t>TEXT HERE</a:t>
            </a:r>
            <a:endParaRPr b="0" i="0" sz="1500" u="none" cap="none" strike="noStrike">
              <a:solidFill>
                <a:schemeClr val="lt1"/>
              </a:solidFill>
              <a:latin typeface="Arial"/>
              <a:ea typeface="Arial"/>
              <a:cs typeface="Arial"/>
              <a:sym typeface="Arial"/>
            </a:endParaRPr>
          </a:p>
        </p:txBody>
      </p:sp>
      <p:sp>
        <p:nvSpPr>
          <p:cNvPr id="734" name="Google Shape;734;p52"/>
          <p:cNvSpPr txBox="1"/>
          <p:nvPr/>
        </p:nvSpPr>
        <p:spPr>
          <a:xfrm>
            <a:off x="6798689" y="1626886"/>
            <a:ext cx="1648800" cy="480600"/>
          </a:xfrm>
          <a:prstGeom prst="rect">
            <a:avLst/>
          </a:prstGeom>
          <a:noFill/>
          <a:ln>
            <a:noFill/>
          </a:ln>
        </p:spPr>
        <p:txBody>
          <a:bodyPr anchorCtr="0" anchor="t" bIns="100800" lIns="100800" spcFirstLastPara="1" rIns="100800" wrap="square" tIns="100800">
            <a:spAutoFit/>
          </a:bodyPr>
          <a:lstStyle/>
          <a:p>
            <a:pPr indent="0" lvl="0" marL="0" marR="0" rtl="0" algn="l">
              <a:lnSpc>
                <a:spcPct val="100000"/>
              </a:lnSpc>
              <a:spcBef>
                <a:spcPts val="0"/>
              </a:spcBef>
              <a:spcAft>
                <a:spcPts val="0"/>
              </a:spcAft>
              <a:buClr>
                <a:srgbClr val="000000"/>
              </a:buClr>
              <a:buSzPts val="1800"/>
              <a:buFont typeface="Arial"/>
              <a:buNone/>
            </a:pPr>
            <a:r>
              <a:rPr b="1" i="0" lang="uk" sz="1800" u="none" cap="none" strike="noStrike">
                <a:solidFill>
                  <a:schemeClr val="lt1"/>
                </a:solidFill>
                <a:latin typeface="Open Sans"/>
                <a:ea typeface="Open Sans"/>
                <a:cs typeface="Open Sans"/>
                <a:sym typeface="Open Sans"/>
              </a:rPr>
              <a:t>TEXT HERE</a:t>
            </a:r>
            <a:endParaRPr b="0" i="0" sz="1500" u="none" cap="none" strike="noStrike">
              <a:solidFill>
                <a:schemeClr val="lt1"/>
              </a:solidFill>
              <a:latin typeface="Arial"/>
              <a:ea typeface="Arial"/>
              <a:cs typeface="Arial"/>
              <a:sym typeface="Arial"/>
            </a:endParaRPr>
          </a:p>
        </p:txBody>
      </p:sp>
      <p:sp>
        <p:nvSpPr>
          <p:cNvPr id="735" name="Google Shape;735;p52"/>
          <p:cNvSpPr/>
          <p:nvPr/>
        </p:nvSpPr>
        <p:spPr>
          <a:xfrm>
            <a:off x="317224" y="1260122"/>
            <a:ext cx="4714200" cy="1239900"/>
          </a:xfrm>
          <a:prstGeom prst="roundRect">
            <a:avLst>
              <a:gd fmla="val 24748" name="adj"/>
            </a:avLst>
          </a:prstGeom>
          <a:solidFill>
            <a:srgbClr val="076CFC"/>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736" name="Google Shape;736;p52"/>
          <p:cNvSpPr/>
          <p:nvPr/>
        </p:nvSpPr>
        <p:spPr>
          <a:xfrm>
            <a:off x="5019201" y="1260122"/>
            <a:ext cx="4744200" cy="1227900"/>
          </a:xfrm>
          <a:prstGeom prst="roundRect">
            <a:avLst>
              <a:gd fmla="val 24748" name="adj"/>
            </a:avLst>
          </a:prstGeom>
          <a:solidFill>
            <a:srgbClr val="076CFC"/>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737" name="Google Shape;737;p52"/>
          <p:cNvSpPr/>
          <p:nvPr/>
        </p:nvSpPr>
        <p:spPr>
          <a:xfrm>
            <a:off x="326100" y="2500391"/>
            <a:ext cx="4714200" cy="2823900"/>
          </a:xfrm>
          <a:prstGeom prst="roundRect">
            <a:avLst>
              <a:gd fmla="val 12772" name="adj"/>
            </a:avLst>
          </a:prstGeom>
          <a:solidFill>
            <a:srgbClr val="282828"/>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738" name="Google Shape;738;p52"/>
          <p:cNvSpPr/>
          <p:nvPr/>
        </p:nvSpPr>
        <p:spPr>
          <a:xfrm>
            <a:off x="5031450" y="2500025"/>
            <a:ext cx="4732200" cy="2823900"/>
          </a:xfrm>
          <a:prstGeom prst="roundRect">
            <a:avLst>
              <a:gd fmla="val 11392" name="adj"/>
            </a:avLst>
          </a:prstGeom>
          <a:solidFill>
            <a:srgbClr val="282828"/>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739" name="Google Shape;739;p52"/>
          <p:cNvSpPr txBox="1"/>
          <p:nvPr/>
        </p:nvSpPr>
        <p:spPr>
          <a:xfrm>
            <a:off x="443525" y="3137525"/>
            <a:ext cx="4461600" cy="1527300"/>
          </a:xfrm>
          <a:prstGeom prst="rect">
            <a:avLst/>
          </a:prstGeom>
          <a:noFill/>
          <a:ln>
            <a:noFill/>
          </a:ln>
        </p:spPr>
        <p:txBody>
          <a:bodyPr anchorCtr="0" anchor="t" bIns="100800" lIns="100800" spcFirstLastPara="1" rIns="100800" wrap="square" tIns="100800">
            <a:spAutoFit/>
          </a:bodyPr>
          <a:lstStyle/>
          <a:p>
            <a:pPr indent="-342900" lvl="0" marL="457200" rtl="0" algn="l">
              <a:spcBef>
                <a:spcPts val="1100"/>
              </a:spcBef>
              <a:spcAft>
                <a:spcPts val="0"/>
              </a:spcAft>
              <a:buClr>
                <a:schemeClr val="lt1"/>
              </a:buClr>
              <a:buSzPts val="1800"/>
              <a:buFont typeface="IBM Plex Sans"/>
              <a:buChar char="●"/>
            </a:pPr>
            <a:r>
              <a:rPr lang="uk" sz="1800">
                <a:solidFill>
                  <a:schemeClr val="lt1"/>
                </a:solidFill>
                <a:latin typeface="IBM Plex Sans"/>
                <a:ea typeface="IBM Plex Sans"/>
                <a:cs typeface="IBM Plex Sans"/>
                <a:sym typeface="IBM Plex Sans"/>
              </a:rPr>
              <a:t>Таблиці, БД, JSON-файли, CSV-файли.</a:t>
            </a:r>
            <a:endParaRPr sz="1800">
              <a:solidFill>
                <a:schemeClr val="lt1"/>
              </a:solidFill>
              <a:latin typeface="IBM Plex Sans"/>
              <a:ea typeface="IBM Plex Sans"/>
              <a:cs typeface="IBM Plex Sans"/>
              <a:sym typeface="IBM Plex Sans"/>
            </a:endParaRPr>
          </a:p>
          <a:p>
            <a:pPr indent="-342900" lvl="0" marL="457200" rtl="0" algn="l">
              <a:spcBef>
                <a:spcPts val="0"/>
              </a:spcBef>
              <a:spcAft>
                <a:spcPts val="0"/>
              </a:spcAft>
              <a:buClr>
                <a:schemeClr val="lt1"/>
              </a:buClr>
              <a:buSzPts val="1800"/>
              <a:buFont typeface="IBM Plex Sans"/>
              <a:buChar char="●"/>
            </a:pPr>
            <a:r>
              <a:rPr lang="uk" sz="1800">
                <a:solidFill>
                  <a:schemeClr val="lt1"/>
                </a:solidFill>
                <a:latin typeface="IBM Plex Sans"/>
                <a:ea typeface="IBM Plex Sans"/>
                <a:cs typeface="IBM Plex Sans"/>
                <a:sym typeface="IBM Plex Sans"/>
              </a:rPr>
              <a:t>Приклад: база WHOIS-реєстрацій доменів.</a:t>
            </a:r>
            <a:endParaRPr sz="1800">
              <a:solidFill>
                <a:schemeClr val="lt1"/>
              </a:solidFill>
              <a:latin typeface="IBM Plex Sans"/>
              <a:ea typeface="IBM Plex Sans"/>
              <a:cs typeface="IBM Plex Sans"/>
              <a:sym typeface="IBM Plex Sans"/>
            </a:endParaRPr>
          </a:p>
          <a:p>
            <a:pPr indent="0" lvl="0" marL="0" marR="0" rtl="0" algn="l">
              <a:lnSpc>
                <a:spcPct val="115000"/>
              </a:lnSpc>
              <a:spcBef>
                <a:spcPts val="0"/>
              </a:spcBef>
              <a:spcAft>
                <a:spcPts val="0"/>
              </a:spcAft>
              <a:buClr>
                <a:srgbClr val="000000"/>
              </a:buClr>
              <a:buSzPts val="1400"/>
              <a:buFont typeface="Arial"/>
              <a:buNone/>
            </a:pPr>
            <a:r>
              <a:t/>
            </a:r>
            <a:endParaRPr b="1">
              <a:solidFill>
                <a:schemeClr val="lt1"/>
              </a:solidFill>
              <a:latin typeface="IBM Plex Sans"/>
              <a:ea typeface="IBM Plex Sans"/>
              <a:cs typeface="IBM Plex Sans"/>
              <a:sym typeface="IBM Plex Sans"/>
            </a:endParaRPr>
          </a:p>
        </p:txBody>
      </p:sp>
      <p:sp>
        <p:nvSpPr>
          <p:cNvPr id="740" name="Google Shape;740;p52"/>
          <p:cNvSpPr txBox="1"/>
          <p:nvPr/>
        </p:nvSpPr>
        <p:spPr>
          <a:xfrm>
            <a:off x="5290702" y="3265825"/>
            <a:ext cx="3766500" cy="757800"/>
          </a:xfrm>
          <a:prstGeom prst="rect">
            <a:avLst/>
          </a:prstGeom>
          <a:noFill/>
          <a:ln>
            <a:noFill/>
          </a:ln>
        </p:spPr>
        <p:txBody>
          <a:bodyPr anchorCtr="0" anchor="t" bIns="100800" lIns="100800" spcFirstLastPara="1" rIns="100800" wrap="square" tIns="100800">
            <a:spAutoFit/>
          </a:bodyPr>
          <a:lstStyle/>
          <a:p>
            <a:pPr indent="0" lvl="0" marL="0" marR="0" rtl="0" algn="l">
              <a:lnSpc>
                <a:spcPct val="100000"/>
              </a:lnSpc>
              <a:spcBef>
                <a:spcPts val="0"/>
              </a:spcBef>
              <a:spcAft>
                <a:spcPts val="0"/>
              </a:spcAft>
              <a:buNone/>
            </a:pPr>
            <a:r>
              <a:rPr lang="uk" sz="1800">
                <a:solidFill>
                  <a:srgbClr val="E5E8EC"/>
                </a:solidFill>
                <a:latin typeface="IBM Plex Sans"/>
                <a:ea typeface="IBM Plex Sans"/>
                <a:cs typeface="IBM Plex Sans"/>
                <a:sym typeface="IBM Plex Sans"/>
              </a:rPr>
              <a:t>Приклад: коментарі на форумах або статті в медіа</a:t>
            </a:r>
            <a:endParaRPr sz="1800">
              <a:solidFill>
                <a:srgbClr val="E5E8EC"/>
              </a:solidFill>
              <a:latin typeface="IBM Plex Sans"/>
              <a:ea typeface="IBM Plex Sans"/>
              <a:cs typeface="IBM Plex Sans"/>
              <a:sym typeface="IBM Plex Sans"/>
            </a:endParaRPr>
          </a:p>
        </p:txBody>
      </p:sp>
      <p:sp>
        <p:nvSpPr>
          <p:cNvPr id="741" name="Google Shape;741;p52"/>
          <p:cNvSpPr txBox="1"/>
          <p:nvPr/>
        </p:nvSpPr>
        <p:spPr>
          <a:xfrm>
            <a:off x="718350" y="1408775"/>
            <a:ext cx="4057200" cy="942600"/>
          </a:xfrm>
          <a:prstGeom prst="rect">
            <a:avLst/>
          </a:prstGeom>
          <a:noFill/>
          <a:ln>
            <a:noFill/>
          </a:ln>
        </p:spPr>
        <p:txBody>
          <a:bodyPr anchorCtr="0" anchor="t" bIns="100800" lIns="100800" spcFirstLastPara="1" rIns="100800" wrap="square" tIns="100800">
            <a:spAutoFit/>
          </a:bodyPr>
          <a:lstStyle/>
          <a:p>
            <a:pPr indent="0" lvl="0" marL="0" marR="0" rtl="0" algn="ctr">
              <a:lnSpc>
                <a:spcPct val="100000"/>
              </a:lnSpc>
              <a:spcBef>
                <a:spcPts val="0"/>
              </a:spcBef>
              <a:spcAft>
                <a:spcPts val="0"/>
              </a:spcAft>
              <a:buClr>
                <a:srgbClr val="000000"/>
              </a:buClr>
              <a:buSzPts val="2400"/>
              <a:buFont typeface="Arial"/>
              <a:buNone/>
            </a:pPr>
            <a:r>
              <a:rPr lang="uk" sz="2400">
                <a:solidFill>
                  <a:srgbClr val="E5E8EC"/>
                </a:solidFill>
                <a:latin typeface="IBM Plex Mono SemiBold"/>
                <a:ea typeface="IBM Plex Mono SemiBold"/>
                <a:cs typeface="IBM Plex Mono SemiBold"/>
                <a:sym typeface="IBM Plex Mono SemiBold"/>
              </a:rPr>
              <a:t>Структуровані (таблиці, CSV, API)</a:t>
            </a:r>
            <a:endParaRPr sz="2400">
              <a:solidFill>
                <a:srgbClr val="E5E8EC"/>
              </a:solidFill>
              <a:latin typeface="IBM Plex Mono SemiBold"/>
              <a:ea typeface="IBM Plex Mono SemiBold"/>
              <a:cs typeface="IBM Plex Mono SemiBold"/>
              <a:sym typeface="IBM Plex Mono SemiBold"/>
            </a:endParaRPr>
          </a:p>
        </p:txBody>
      </p:sp>
      <p:sp>
        <p:nvSpPr>
          <p:cNvPr id="742" name="Google Shape;742;p52"/>
          <p:cNvSpPr txBox="1"/>
          <p:nvPr/>
        </p:nvSpPr>
        <p:spPr>
          <a:xfrm>
            <a:off x="5019200" y="1408763"/>
            <a:ext cx="4744200" cy="942600"/>
          </a:xfrm>
          <a:prstGeom prst="rect">
            <a:avLst/>
          </a:prstGeom>
          <a:noFill/>
          <a:ln>
            <a:noFill/>
          </a:ln>
        </p:spPr>
        <p:txBody>
          <a:bodyPr anchorCtr="0" anchor="t" bIns="100800" lIns="100800" spcFirstLastPara="1" rIns="100800" wrap="square" tIns="100800">
            <a:spAutoFit/>
          </a:bodyPr>
          <a:lstStyle/>
          <a:p>
            <a:pPr indent="0" lvl="0" marL="0" marR="0" rtl="0" algn="ctr">
              <a:lnSpc>
                <a:spcPct val="100000"/>
              </a:lnSpc>
              <a:spcBef>
                <a:spcPts val="0"/>
              </a:spcBef>
              <a:spcAft>
                <a:spcPts val="0"/>
              </a:spcAft>
              <a:buClr>
                <a:srgbClr val="000000"/>
              </a:buClr>
              <a:buSzPts val="2400"/>
              <a:buFont typeface="Arial"/>
              <a:buNone/>
            </a:pPr>
            <a:r>
              <a:rPr lang="uk" sz="2400">
                <a:solidFill>
                  <a:srgbClr val="E5E8EC"/>
                </a:solidFill>
                <a:latin typeface="IBM Plex Mono SemiBold"/>
                <a:ea typeface="IBM Plex Mono SemiBold"/>
                <a:cs typeface="IBM Plex Mono SemiBold"/>
                <a:sym typeface="IBM Plex Mono SemiBold"/>
              </a:rPr>
              <a:t>Неструктуровані (тексти, відео, зображення)</a:t>
            </a:r>
            <a:endParaRPr sz="2400">
              <a:solidFill>
                <a:srgbClr val="E5E8EC"/>
              </a:solidFill>
              <a:latin typeface="IBM Plex Mono SemiBold"/>
              <a:ea typeface="IBM Plex Mono SemiBold"/>
              <a:cs typeface="IBM Plex Mono SemiBold"/>
              <a:sym typeface="IBM Plex Mono SemiBo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746" name="Shape 746"/>
        <p:cNvGrpSpPr/>
        <p:nvPr/>
      </p:nvGrpSpPr>
      <p:grpSpPr>
        <a:xfrm>
          <a:off x="0" y="0"/>
          <a:ext cx="0" cy="0"/>
          <a:chOff x="0" y="0"/>
          <a:chExt cx="0" cy="0"/>
        </a:xfrm>
      </p:grpSpPr>
      <p:sp>
        <p:nvSpPr>
          <p:cNvPr id="747" name="Google Shape;747;p53"/>
          <p:cNvSpPr/>
          <p:nvPr/>
        </p:nvSpPr>
        <p:spPr>
          <a:xfrm>
            <a:off x="317224" y="1263209"/>
            <a:ext cx="9450300" cy="4089000"/>
          </a:xfrm>
          <a:prstGeom prst="roundRect">
            <a:avLst>
              <a:gd fmla="val 7197" name="adj"/>
            </a:avLst>
          </a:prstGeom>
          <a:solidFill>
            <a:schemeClr val="dk1"/>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748" name="Google Shape;748;p53"/>
          <p:cNvSpPr txBox="1"/>
          <p:nvPr/>
        </p:nvSpPr>
        <p:spPr>
          <a:xfrm>
            <a:off x="238097" y="123173"/>
            <a:ext cx="9450300" cy="7851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ПРИКЛАДИ ІНСТРУМЕНТІВ</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p:txBody>
      </p:sp>
      <p:graphicFrame>
        <p:nvGraphicFramePr>
          <p:cNvPr id="749" name="Google Shape;749;p53"/>
          <p:cNvGraphicFramePr/>
          <p:nvPr/>
        </p:nvGraphicFramePr>
        <p:xfrm>
          <a:off x="934125" y="1518250"/>
          <a:ext cx="3000000" cy="3000000"/>
        </p:xfrm>
        <a:graphic>
          <a:graphicData uri="http://schemas.openxmlformats.org/drawingml/2006/table">
            <a:tbl>
              <a:tblPr>
                <a:noFill/>
                <a:tableStyleId>{EF90DA63-0834-46E0-B875-158D6628313B}</a:tableStyleId>
              </a:tblPr>
              <a:tblGrid>
                <a:gridCol w="1425650"/>
                <a:gridCol w="6844750"/>
              </a:tblGrid>
              <a:tr h="190500">
                <a:tc>
                  <a:txBody>
                    <a:bodyPr/>
                    <a:lstStyle/>
                    <a:p>
                      <a:pPr indent="0" lvl="0" marL="0" rtl="0" algn="ctr">
                        <a:lnSpc>
                          <a:spcPct val="115000"/>
                        </a:lnSpc>
                        <a:spcBef>
                          <a:spcPts val="0"/>
                        </a:spcBef>
                        <a:spcAft>
                          <a:spcPts val="0"/>
                        </a:spcAft>
                        <a:buNone/>
                      </a:pPr>
                      <a:r>
                        <a:rPr b="1" lang="uk" sz="1200">
                          <a:solidFill>
                            <a:schemeClr val="lt1"/>
                          </a:solidFill>
                          <a:latin typeface="IBM Plex Sans"/>
                          <a:ea typeface="IBM Plex Sans"/>
                          <a:cs typeface="IBM Plex Sans"/>
                          <a:sym typeface="IBM Plex Sans"/>
                        </a:rPr>
                        <a:t>Інструмент</a:t>
                      </a:r>
                      <a:endParaRPr b="1" sz="1200">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076CFC"/>
                    </a:solidFill>
                  </a:tcPr>
                </a:tc>
                <a:tc>
                  <a:txBody>
                    <a:bodyPr/>
                    <a:lstStyle/>
                    <a:p>
                      <a:pPr indent="0" lvl="0" marL="0" rtl="0" algn="ctr">
                        <a:lnSpc>
                          <a:spcPct val="115000"/>
                        </a:lnSpc>
                        <a:spcBef>
                          <a:spcPts val="0"/>
                        </a:spcBef>
                        <a:spcAft>
                          <a:spcPts val="0"/>
                        </a:spcAft>
                        <a:buNone/>
                      </a:pPr>
                      <a:r>
                        <a:rPr b="1" lang="uk" sz="1200">
                          <a:solidFill>
                            <a:schemeClr val="lt1"/>
                          </a:solidFill>
                          <a:latin typeface="IBM Plex Sans"/>
                          <a:ea typeface="IBM Plex Sans"/>
                          <a:cs typeface="IBM Plex Sans"/>
                          <a:sym typeface="IBM Plex Sans"/>
                        </a:rPr>
                        <a:t>Особливості</a:t>
                      </a:r>
                      <a:endParaRPr b="1" sz="1200">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076CFC"/>
                    </a:solidFill>
                  </a:tcPr>
                </a:tc>
              </a:tr>
              <a:tr h="371475">
                <a:tc>
                  <a:txBody>
                    <a:bodyPr/>
                    <a:lstStyle/>
                    <a:p>
                      <a:pPr indent="0" lvl="0" marL="0" rtl="0" algn="l">
                        <a:spcBef>
                          <a:spcPts val="0"/>
                        </a:spcBef>
                        <a:spcAft>
                          <a:spcPts val="0"/>
                        </a:spcAft>
                        <a:buNone/>
                      </a:pPr>
                      <a:r>
                        <a:rPr lang="uk" sz="1200">
                          <a:solidFill>
                            <a:schemeClr val="lt1"/>
                          </a:solidFill>
                          <a:latin typeface="IBM Plex Sans"/>
                          <a:ea typeface="IBM Plex Sans"/>
                          <a:cs typeface="IBM Plex Sans"/>
                          <a:sym typeface="IBM Plex Sans"/>
                        </a:rPr>
                        <a:t>Excel / Google Sheets</a:t>
                      </a:r>
                      <a:endParaRPr sz="1200">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uk" sz="1200">
                          <a:solidFill>
                            <a:schemeClr val="lt1"/>
                          </a:solidFill>
                          <a:latin typeface="IBM Plex Sans"/>
                          <a:ea typeface="IBM Plex Sans"/>
                          <a:cs typeface="IBM Plex Sans"/>
                          <a:sym typeface="IBM Plex Sans"/>
                        </a:rPr>
                        <a:t>Ідеально для базових обчислень, середніх, дисперсій, кореляцій. Має вбудовані функції типу CORREL, T.TEST і навіть регресії.</a:t>
                      </a:r>
                      <a:endParaRPr sz="1200">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chemeClr val="dk1"/>
                    </a:solidFill>
                  </a:tcPr>
                </a:tc>
              </a:tr>
              <a:tr h="190500">
                <a:tc>
                  <a:txBody>
                    <a:bodyPr/>
                    <a:lstStyle/>
                    <a:p>
                      <a:pPr indent="0" lvl="0" marL="0" rtl="0" algn="l">
                        <a:spcBef>
                          <a:spcPts val="0"/>
                        </a:spcBef>
                        <a:spcAft>
                          <a:spcPts val="0"/>
                        </a:spcAft>
                        <a:buNone/>
                      </a:pPr>
                      <a:r>
                        <a:rPr lang="uk" sz="1200">
                          <a:solidFill>
                            <a:schemeClr val="lt1"/>
                          </a:solidFill>
                          <a:latin typeface="IBM Plex Sans"/>
                          <a:ea typeface="IBM Plex Sans"/>
                          <a:cs typeface="IBM Plex Sans"/>
                          <a:sym typeface="IBM Plex Sans"/>
                        </a:rPr>
                        <a:t>SPSS</a:t>
                      </a:r>
                      <a:endParaRPr sz="1200">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uk" sz="1200">
                          <a:solidFill>
                            <a:schemeClr val="lt1"/>
                          </a:solidFill>
                          <a:latin typeface="IBM Plex Sans"/>
                          <a:ea typeface="IBM Plex Sans"/>
                          <a:cs typeface="IBM Plex Sans"/>
                          <a:sym typeface="IBM Plex Sans"/>
                        </a:rPr>
                        <a:t>Комерційний інструмент від IBM</a:t>
                      </a:r>
                      <a:endParaRPr sz="1200">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chemeClr val="dk1"/>
                    </a:solidFill>
                  </a:tcPr>
                </a:tc>
              </a:tr>
              <a:tr h="371475">
                <a:tc>
                  <a:txBody>
                    <a:bodyPr/>
                    <a:lstStyle/>
                    <a:p>
                      <a:pPr indent="0" lvl="0" marL="0" rtl="0" algn="l">
                        <a:spcBef>
                          <a:spcPts val="0"/>
                        </a:spcBef>
                        <a:spcAft>
                          <a:spcPts val="0"/>
                        </a:spcAft>
                        <a:buNone/>
                      </a:pPr>
                      <a:r>
                        <a:rPr lang="uk" sz="1200">
                          <a:solidFill>
                            <a:schemeClr val="lt1"/>
                          </a:solidFill>
                          <a:latin typeface="IBM Plex Sans"/>
                          <a:ea typeface="IBM Plex Sans"/>
                          <a:cs typeface="IBM Plex Sans"/>
                          <a:sym typeface="IBM Plex Sans"/>
                        </a:rPr>
                        <a:t>Jamovi</a:t>
                      </a:r>
                      <a:endParaRPr sz="1200">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uk" sz="1200">
                          <a:solidFill>
                            <a:schemeClr val="lt1"/>
                          </a:solidFill>
                          <a:latin typeface="IBM Plex Sans"/>
                          <a:ea typeface="IBM Plex Sans"/>
                          <a:cs typeface="IBM Plex Sans"/>
                          <a:sym typeface="IBM Plex Sans"/>
                        </a:rPr>
                        <a:t>Безкоштовна альтернатива SPSS з графічним інтерфейсом. Все кліками, не треба програмувати. Підходить для t-тестів, ANOVA, регресій.</a:t>
                      </a:r>
                      <a:endParaRPr sz="1200">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chemeClr val="dk1"/>
                    </a:solidFill>
                  </a:tcPr>
                </a:tc>
              </a:tr>
              <a:tr h="190500">
                <a:tc>
                  <a:txBody>
                    <a:bodyPr/>
                    <a:lstStyle/>
                    <a:p>
                      <a:pPr indent="0" lvl="0" marL="0" rtl="0" algn="l">
                        <a:spcBef>
                          <a:spcPts val="0"/>
                        </a:spcBef>
                        <a:spcAft>
                          <a:spcPts val="0"/>
                        </a:spcAft>
                        <a:buNone/>
                      </a:pPr>
                      <a:r>
                        <a:rPr lang="uk" sz="1200">
                          <a:solidFill>
                            <a:schemeClr val="lt1"/>
                          </a:solidFill>
                          <a:latin typeface="IBM Plex Sans"/>
                          <a:ea typeface="IBM Plex Sans"/>
                          <a:cs typeface="IBM Plex Sans"/>
                          <a:sym typeface="IBM Plex Sans"/>
                        </a:rPr>
                        <a:t>JASP</a:t>
                      </a:r>
                      <a:endParaRPr sz="1200">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uk" sz="1200">
                          <a:solidFill>
                            <a:schemeClr val="lt1"/>
                          </a:solidFill>
                          <a:latin typeface="IBM Plex Sans"/>
                          <a:ea typeface="IBM Plex Sans"/>
                          <a:cs typeface="IBM Plex Sans"/>
                          <a:sym typeface="IBM Plex Sans"/>
                        </a:rPr>
                        <a:t>Також безкоштовний, має багато фіч</a:t>
                      </a:r>
                      <a:endParaRPr sz="1200">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chemeClr val="dk1"/>
                    </a:solidFill>
                  </a:tcPr>
                </a:tc>
              </a:tr>
              <a:tr h="190500">
                <a:tc>
                  <a:txBody>
                    <a:bodyPr/>
                    <a:lstStyle/>
                    <a:p>
                      <a:pPr indent="0" lvl="0" marL="0" rtl="0" algn="l">
                        <a:spcBef>
                          <a:spcPts val="0"/>
                        </a:spcBef>
                        <a:spcAft>
                          <a:spcPts val="0"/>
                        </a:spcAft>
                        <a:buNone/>
                      </a:pPr>
                      <a:r>
                        <a:rPr lang="uk" sz="1200">
                          <a:solidFill>
                            <a:schemeClr val="lt1"/>
                          </a:solidFill>
                          <a:latin typeface="IBM Plex Sans"/>
                          <a:ea typeface="IBM Plex Sans"/>
                          <a:cs typeface="IBM Plex Sans"/>
                          <a:sym typeface="IBM Plex Sans"/>
                        </a:rPr>
                        <a:t>Stata</a:t>
                      </a:r>
                      <a:endParaRPr sz="1200">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uk" sz="1200">
                          <a:solidFill>
                            <a:schemeClr val="lt1"/>
                          </a:solidFill>
                          <a:latin typeface="IBM Plex Sans"/>
                          <a:ea typeface="IBM Plex Sans"/>
                          <a:cs typeface="IBM Plex Sans"/>
                          <a:sym typeface="IBM Plex Sans"/>
                        </a:rPr>
                        <a:t>Повне статистичне програмне забезпечення для обробки даних</a:t>
                      </a:r>
                      <a:endParaRPr sz="1200">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chemeClr val="dk1"/>
                    </a:solidFill>
                  </a:tcPr>
                </a:tc>
              </a:tr>
              <a:tr h="190500">
                <a:tc>
                  <a:txBody>
                    <a:bodyPr/>
                    <a:lstStyle/>
                    <a:p>
                      <a:pPr indent="0" lvl="0" marL="0" rtl="0" algn="l">
                        <a:spcBef>
                          <a:spcPts val="0"/>
                        </a:spcBef>
                        <a:spcAft>
                          <a:spcPts val="0"/>
                        </a:spcAft>
                        <a:buNone/>
                      </a:pPr>
                      <a:r>
                        <a:rPr lang="uk" sz="1200">
                          <a:solidFill>
                            <a:schemeClr val="lt1"/>
                          </a:solidFill>
                          <a:latin typeface="IBM Plex Sans"/>
                          <a:ea typeface="IBM Plex Sans"/>
                          <a:cs typeface="IBM Plex Sans"/>
                          <a:sym typeface="IBM Plex Sans"/>
                        </a:rPr>
                        <a:t>Minitab</a:t>
                      </a:r>
                      <a:endParaRPr sz="1200">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uk" sz="1200">
                          <a:solidFill>
                            <a:schemeClr val="lt1"/>
                          </a:solidFill>
                          <a:latin typeface="IBM Plex Sans"/>
                          <a:ea typeface="IBM Plex Sans"/>
                          <a:cs typeface="IBM Plex Sans"/>
                          <a:sym typeface="IBM Plex Sans"/>
                        </a:rPr>
                        <a:t>Комерційний інструмент. Комбайн.</a:t>
                      </a:r>
                      <a:endParaRPr sz="1200">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chemeClr val="dk1"/>
                    </a:solidFill>
                  </a:tcPr>
                </a:tc>
              </a:tr>
              <a:tr h="371475">
                <a:tc>
                  <a:txBody>
                    <a:bodyPr/>
                    <a:lstStyle/>
                    <a:p>
                      <a:pPr indent="0" lvl="0" marL="0" rtl="0" algn="l">
                        <a:spcBef>
                          <a:spcPts val="0"/>
                        </a:spcBef>
                        <a:spcAft>
                          <a:spcPts val="0"/>
                        </a:spcAft>
                        <a:buNone/>
                      </a:pPr>
                      <a:r>
                        <a:rPr lang="uk" sz="1200">
                          <a:solidFill>
                            <a:schemeClr val="lt1"/>
                          </a:solidFill>
                          <a:latin typeface="IBM Plex Sans"/>
                          <a:ea typeface="IBM Plex Sans"/>
                          <a:cs typeface="IBM Plex Sans"/>
                          <a:sym typeface="IBM Plex Sans"/>
                        </a:rPr>
                        <a:t>Apache Spark (MLlib)</a:t>
                      </a:r>
                      <a:endParaRPr sz="1200">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uk" sz="1200">
                          <a:solidFill>
                            <a:schemeClr val="lt1"/>
                          </a:solidFill>
                          <a:latin typeface="IBM Plex Sans"/>
                          <a:ea typeface="IBM Plex Sans"/>
                          <a:cs typeface="IBM Plex Sans"/>
                          <a:sym typeface="IBM Plex Sans"/>
                        </a:rPr>
                        <a:t>Багатомовний механізм для виконання інженерії даних, науки про дані та машинного навчання на одновузлових машинах або кластерах.</a:t>
                      </a:r>
                      <a:endParaRPr sz="1200">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chemeClr val="dk1"/>
                    </a:solidFill>
                  </a:tcPr>
                </a:tc>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81919"/>
        </a:solidFill>
      </p:bgPr>
    </p:bg>
    <p:spTree>
      <p:nvGrpSpPr>
        <p:cNvPr id="753" name="Shape 753"/>
        <p:cNvGrpSpPr/>
        <p:nvPr/>
      </p:nvGrpSpPr>
      <p:grpSpPr>
        <a:xfrm>
          <a:off x="0" y="0"/>
          <a:ext cx="0" cy="0"/>
          <a:chOff x="0" y="0"/>
          <a:chExt cx="0" cy="0"/>
        </a:xfrm>
      </p:grpSpPr>
      <p:sp>
        <p:nvSpPr>
          <p:cNvPr id="754" name="Google Shape;754;g3e534e5d2d5_0_158"/>
          <p:cNvSpPr/>
          <p:nvPr/>
        </p:nvSpPr>
        <p:spPr>
          <a:xfrm>
            <a:off x="342900" y="342875"/>
            <a:ext cx="4459500" cy="4984800"/>
          </a:xfrm>
          <a:prstGeom prst="roundRect">
            <a:avLst>
              <a:gd fmla="val 7992" name="adj"/>
            </a:avLst>
          </a:prstGeom>
          <a:solidFill>
            <a:srgbClr val="076C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5" name="Google Shape;755;g3e534e5d2d5_0_158"/>
          <p:cNvSpPr txBox="1"/>
          <p:nvPr/>
        </p:nvSpPr>
        <p:spPr>
          <a:xfrm>
            <a:off x="676247" y="3571100"/>
            <a:ext cx="3912300" cy="1584300"/>
          </a:xfrm>
          <a:prstGeom prst="rect">
            <a:avLst/>
          </a:prstGeom>
          <a:noFill/>
          <a:ln>
            <a:noFill/>
          </a:ln>
        </p:spPr>
        <p:txBody>
          <a:bodyPr anchorCtr="0" anchor="t" bIns="75600" lIns="75600" spcFirstLastPara="1" rIns="75600" wrap="square" tIns="75600">
            <a:spAutoFit/>
          </a:bodyPr>
          <a:lstStyle/>
          <a:p>
            <a:pPr indent="0" lvl="0" marL="0" rtl="0" algn="l">
              <a:spcBef>
                <a:spcPts val="0"/>
              </a:spcBef>
              <a:spcAft>
                <a:spcPts val="0"/>
              </a:spcAft>
              <a:buClr>
                <a:srgbClr val="000000"/>
              </a:buClr>
              <a:buSzPts val="1200"/>
              <a:buFont typeface="Arial"/>
              <a:buNone/>
            </a:pPr>
            <a:r>
              <a:rPr lang="uk" sz="4900">
                <a:solidFill>
                  <a:schemeClr val="lt1"/>
                </a:solidFill>
                <a:latin typeface="IBM Plex Mono SemiBold"/>
                <a:ea typeface="IBM Plex Mono SemiBold"/>
                <a:cs typeface="IBM Plex Mono SemiBold"/>
                <a:sym typeface="IBM Plex Mono SemiBold"/>
              </a:rPr>
              <a:t>МОДУЛЬ 4</a:t>
            </a:r>
            <a:endParaRPr sz="4900">
              <a:solidFill>
                <a:schemeClr val="lt1"/>
              </a:solidFill>
              <a:latin typeface="IBM Plex Mono SemiBold"/>
              <a:ea typeface="IBM Plex Mono SemiBold"/>
              <a:cs typeface="IBM Plex Mono SemiBold"/>
              <a:sym typeface="IBM Plex Mono SemiBold"/>
            </a:endParaRPr>
          </a:p>
          <a:p>
            <a:pPr indent="0" lvl="0" marL="0" rtl="0" algn="l">
              <a:spcBef>
                <a:spcPts val="0"/>
              </a:spcBef>
              <a:spcAft>
                <a:spcPts val="0"/>
              </a:spcAft>
              <a:buClr>
                <a:srgbClr val="000000"/>
              </a:buClr>
              <a:buSzPts val="1200"/>
              <a:buFont typeface="Arial"/>
              <a:buNone/>
            </a:pPr>
            <a:r>
              <a:rPr lang="uk" sz="2200">
                <a:solidFill>
                  <a:schemeClr val="lt1"/>
                </a:solidFill>
                <a:latin typeface="IBM Plex Mono SemiBold"/>
                <a:ea typeface="IBM Plex Mono SemiBold"/>
                <a:cs typeface="IBM Plex Mono SemiBold"/>
                <a:sym typeface="IBM Plex Mono SemiBold"/>
              </a:rPr>
              <a:t>Використання та обмеження</a:t>
            </a:r>
            <a:endParaRPr sz="4700">
              <a:solidFill>
                <a:schemeClr val="lt1"/>
              </a:solidFill>
              <a:latin typeface="IBM Plex Mono SemiBold"/>
              <a:ea typeface="IBM Plex Mono SemiBold"/>
              <a:cs typeface="IBM Plex Mono SemiBold"/>
              <a:sym typeface="IBM Plex Mono SemiBold"/>
            </a:endParaRPr>
          </a:p>
        </p:txBody>
      </p:sp>
      <p:pic>
        <p:nvPicPr>
          <p:cNvPr id="756" name="Google Shape;756;g3e534e5d2d5_0_158"/>
          <p:cNvPicPr preferRelativeResize="0"/>
          <p:nvPr/>
        </p:nvPicPr>
        <p:blipFill rotWithShape="1">
          <a:blip r:embed="rId3">
            <a:alphaModFix/>
          </a:blip>
          <a:srcRect b="0" l="0" r="0" t="0"/>
          <a:stretch/>
        </p:blipFill>
        <p:spPr>
          <a:xfrm rot="-5400000">
            <a:off x="4745298" y="-113001"/>
            <a:ext cx="5642651" cy="5642651"/>
          </a:xfrm>
          <a:prstGeom prst="rect">
            <a:avLst/>
          </a:prstGeom>
          <a:noFill/>
          <a:ln>
            <a:noFill/>
          </a:ln>
        </p:spPr>
      </p:pic>
      <p:sp>
        <p:nvSpPr>
          <p:cNvPr id="757" name="Google Shape;757;g3e534e5d2d5_0_158"/>
          <p:cNvSpPr txBox="1"/>
          <p:nvPr/>
        </p:nvSpPr>
        <p:spPr>
          <a:xfrm>
            <a:off x="595525" y="696825"/>
            <a:ext cx="3912300" cy="2447400"/>
          </a:xfrm>
          <a:prstGeom prst="rect">
            <a:avLst/>
          </a:prstGeom>
          <a:noFill/>
          <a:ln>
            <a:noFill/>
          </a:ln>
        </p:spPr>
        <p:txBody>
          <a:bodyPr anchorCtr="0" anchor="t" bIns="91425" lIns="91425" spcFirstLastPara="1" rIns="91425" wrap="square" tIns="91425">
            <a:spAutoFit/>
          </a:bodyPr>
          <a:lstStyle/>
          <a:p>
            <a:pPr indent="-361950" lvl="0" marL="457200" rtl="0" algn="l">
              <a:spcBef>
                <a:spcPts val="0"/>
              </a:spcBef>
              <a:spcAft>
                <a:spcPts val="0"/>
              </a:spcAft>
              <a:buClr>
                <a:schemeClr val="lt1"/>
              </a:buClr>
              <a:buSzPts val="2100"/>
              <a:buFont typeface="IBM Plex Sans"/>
              <a:buChar char="●"/>
            </a:pPr>
            <a:r>
              <a:rPr lang="uk" sz="2100">
                <a:solidFill>
                  <a:schemeClr val="lt1"/>
                </a:solidFill>
                <a:latin typeface="IBM Plex Sans"/>
                <a:ea typeface="IBM Plex Sans"/>
                <a:cs typeface="IBM Plex Sans"/>
                <a:sym typeface="IBM Plex Sans"/>
              </a:rPr>
              <a:t>Машинне навчання з використанням статистичних моделей</a:t>
            </a:r>
            <a:endParaRPr sz="2100">
              <a:solidFill>
                <a:schemeClr val="lt1"/>
              </a:solidFill>
              <a:latin typeface="IBM Plex Sans"/>
              <a:ea typeface="IBM Plex Sans"/>
              <a:cs typeface="IBM Plex Sans"/>
              <a:sym typeface="IBM Plex Sans"/>
            </a:endParaRPr>
          </a:p>
          <a:p>
            <a:pPr indent="-361950" lvl="0" marL="457200" rtl="0" algn="l">
              <a:spcBef>
                <a:spcPts val="0"/>
              </a:spcBef>
              <a:spcAft>
                <a:spcPts val="0"/>
              </a:spcAft>
              <a:buClr>
                <a:schemeClr val="lt1"/>
              </a:buClr>
              <a:buSzPts val="2100"/>
              <a:buFont typeface="IBM Plex Sans"/>
              <a:buChar char="●"/>
            </a:pPr>
            <a:r>
              <a:rPr lang="uk" sz="2100">
                <a:solidFill>
                  <a:schemeClr val="lt1"/>
                </a:solidFill>
                <a:latin typeface="IBM Plex Sans"/>
                <a:ea typeface="IBM Plex Sans"/>
                <a:cs typeface="IBM Plex Sans"/>
                <a:sym typeface="IBM Plex Sans"/>
              </a:rPr>
              <a:t>Стек технологій</a:t>
            </a:r>
            <a:endParaRPr sz="2100">
              <a:solidFill>
                <a:schemeClr val="lt1"/>
              </a:solidFill>
              <a:latin typeface="IBM Plex Sans"/>
              <a:ea typeface="IBM Plex Sans"/>
              <a:cs typeface="IBM Plex Sans"/>
              <a:sym typeface="IBM Plex Sans"/>
            </a:endParaRPr>
          </a:p>
          <a:p>
            <a:pPr indent="-361950" lvl="0" marL="457200" rtl="0" algn="l">
              <a:spcBef>
                <a:spcPts val="0"/>
              </a:spcBef>
              <a:spcAft>
                <a:spcPts val="0"/>
              </a:spcAft>
              <a:buClr>
                <a:schemeClr val="lt1"/>
              </a:buClr>
              <a:buSzPts val="2100"/>
              <a:buFont typeface="IBM Plex Sans"/>
              <a:buChar char="●"/>
            </a:pPr>
            <a:r>
              <a:rPr lang="uk" sz="2100">
                <a:solidFill>
                  <a:schemeClr val="lt1"/>
                </a:solidFill>
                <a:latin typeface="IBM Plex Sans"/>
                <a:ea typeface="IBM Plex Sans"/>
                <a:cs typeface="IBM Plex Sans"/>
                <a:sym typeface="IBM Plex Sans"/>
              </a:rPr>
              <a:t>Приклади використання</a:t>
            </a:r>
            <a:endParaRPr sz="2100">
              <a:solidFill>
                <a:schemeClr val="lt1"/>
              </a:solidFill>
              <a:latin typeface="IBM Plex Sans"/>
              <a:ea typeface="IBM Plex Sans"/>
              <a:cs typeface="IBM Plex Sans"/>
              <a:sym typeface="IBM Plex Sans"/>
            </a:endParaRPr>
          </a:p>
          <a:p>
            <a:pPr indent="-361950" lvl="0" marL="457200" rtl="0" algn="l">
              <a:spcBef>
                <a:spcPts val="0"/>
              </a:spcBef>
              <a:spcAft>
                <a:spcPts val="0"/>
              </a:spcAft>
              <a:buClr>
                <a:schemeClr val="lt1"/>
              </a:buClr>
              <a:buSzPts val="2100"/>
              <a:buFont typeface="IBM Plex Sans"/>
              <a:buChar char="●"/>
            </a:pPr>
            <a:r>
              <a:rPr lang="uk" sz="2100">
                <a:solidFill>
                  <a:schemeClr val="lt1"/>
                </a:solidFill>
                <a:latin typeface="IBM Plex Sans"/>
                <a:ea typeface="IBM Plex Sans"/>
                <a:cs typeface="IBM Plex Sans"/>
                <a:sym typeface="IBM Plex Sans"/>
              </a:rPr>
              <a:t>Обмеження статистичних методів в OSINT </a:t>
            </a:r>
            <a:endParaRPr sz="2100">
              <a:solidFill>
                <a:schemeClr val="lt1"/>
              </a:solidFill>
              <a:latin typeface="IBM Plex Sans"/>
              <a:ea typeface="IBM Plex Sans"/>
              <a:cs typeface="IBM Plex Sans"/>
              <a:sym typeface="IBM Plex Sans"/>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761" name="Shape 761"/>
        <p:cNvGrpSpPr/>
        <p:nvPr/>
      </p:nvGrpSpPr>
      <p:grpSpPr>
        <a:xfrm>
          <a:off x="0" y="0"/>
          <a:ext cx="0" cy="0"/>
          <a:chOff x="0" y="0"/>
          <a:chExt cx="0" cy="0"/>
        </a:xfrm>
      </p:grpSpPr>
      <p:sp>
        <p:nvSpPr>
          <p:cNvPr id="762" name="Google Shape;762;p55"/>
          <p:cNvSpPr/>
          <p:nvPr/>
        </p:nvSpPr>
        <p:spPr>
          <a:xfrm>
            <a:off x="5040292" y="1263202"/>
            <a:ext cx="4723200" cy="3909600"/>
          </a:xfrm>
          <a:prstGeom prst="roundRect">
            <a:avLst>
              <a:gd fmla="val 8532" name="adj"/>
            </a:avLst>
          </a:prstGeom>
          <a:solidFill>
            <a:srgbClr val="282828"/>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63" name="Google Shape;763;p55"/>
          <p:cNvSpPr/>
          <p:nvPr/>
        </p:nvSpPr>
        <p:spPr>
          <a:xfrm>
            <a:off x="317231" y="1263202"/>
            <a:ext cx="4723200" cy="3909600"/>
          </a:xfrm>
          <a:prstGeom prst="roundRect">
            <a:avLst>
              <a:gd fmla="val 9593" name="adj"/>
            </a:avLst>
          </a:prstGeom>
          <a:solidFill>
            <a:srgbClr val="076CFC"/>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64" name="Google Shape;764;p55"/>
          <p:cNvSpPr txBox="1"/>
          <p:nvPr/>
        </p:nvSpPr>
        <p:spPr>
          <a:xfrm>
            <a:off x="238097" y="123173"/>
            <a:ext cx="9450300" cy="7851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МАШИННЕ НАВЧАННЯ З ВИКОРИСТАННЯМ СТАТИСТИЧНИХ МОДЕЛЕЙ</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p:txBody>
      </p:sp>
      <p:sp>
        <p:nvSpPr>
          <p:cNvPr id="765" name="Google Shape;765;p55"/>
          <p:cNvSpPr txBox="1"/>
          <p:nvPr/>
        </p:nvSpPr>
        <p:spPr>
          <a:xfrm>
            <a:off x="561185" y="1531970"/>
            <a:ext cx="4235100" cy="3247500"/>
          </a:xfrm>
          <a:prstGeom prst="rect">
            <a:avLst/>
          </a:prstGeom>
          <a:noFill/>
          <a:ln>
            <a:noFill/>
          </a:ln>
        </p:spPr>
        <p:txBody>
          <a:bodyPr anchorCtr="0" anchor="t" bIns="75600" lIns="75600" spcFirstLastPara="1" rIns="75600" wrap="square" tIns="75600">
            <a:spAutoFit/>
          </a:bodyPr>
          <a:lstStyle/>
          <a:p>
            <a:pPr indent="0" lvl="0" marL="0" marR="0" rtl="0" algn="l">
              <a:lnSpc>
                <a:spcPct val="115000"/>
              </a:lnSpc>
              <a:spcBef>
                <a:spcPts val="1200"/>
              </a:spcBef>
              <a:spcAft>
                <a:spcPts val="0"/>
              </a:spcAft>
              <a:buClr>
                <a:srgbClr val="000000"/>
              </a:buClr>
              <a:buSzPts val="1600"/>
              <a:buFont typeface="Arial"/>
              <a:buNone/>
            </a:pPr>
            <a:r>
              <a:rPr b="1" i="0" lang="uk" sz="1600" u="none" cap="none" strike="noStrike">
                <a:solidFill>
                  <a:schemeClr val="lt1"/>
                </a:solidFill>
                <a:latin typeface="IBM Plex Sans"/>
                <a:ea typeface="IBM Plex Sans"/>
                <a:cs typeface="IBM Plex Sans"/>
                <a:sym typeface="IBM Plex Sans"/>
              </a:rPr>
              <a:t>Що таке статистичні моделі в ML для OSINT?</a:t>
            </a:r>
            <a:endParaRPr b="1" i="0" sz="16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1200"/>
              </a:spcBef>
              <a:spcAft>
                <a:spcPts val="0"/>
              </a:spcAft>
              <a:buClr>
                <a:srgbClr val="000000"/>
              </a:buClr>
              <a:buSzPts val="1600"/>
              <a:buFont typeface="Arial"/>
              <a:buNone/>
            </a:pPr>
            <a:r>
              <a:rPr b="0" i="0" lang="uk" sz="1600" u="none" cap="none" strike="noStrike">
                <a:solidFill>
                  <a:schemeClr val="lt1"/>
                </a:solidFill>
                <a:latin typeface="IBM Plex Sans"/>
                <a:ea typeface="IBM Plex Sans"/>
                <a:cs typeface="IBM Plex Sans"/>
                <a:sym typeface="IBM Plex Sans"/>
              </a:rPr>
              <a:t>Статистичні моделі — це моделі, які описують ймовірності або розподіли даних.</a:t>
            </a:r>
            <a:endParaRPr b="0" i="0" sz="16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1200"/>
              </a:spcBef>
              <a:spcAft>
                <a:spcPts val="0"/>
              </a:spcAft>
              <a:buClr>
                <a:srgbClr val="000000"/>
              </a:buClr>
              <a:buSzPts val="1600"/>
              <a:buFont typeface="Arial"/>
              <a:buNone/>
            </a:pPr>
            <a:r>
              <a:t/>
            </a:r>
            <a:endParaRPr b="0" i="0" sz="16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600"/>
              <a:buFont typeface="Arial"/>
              <a:buNone/>
            </a:pPr>
            <a:r>
              <a:t/>
            </a:r>
            <a:endParaRPr b="1" i="0" sz="16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chemeClr val="lt1"/>
              </a:solidFill>
              <a:latin typeface="IBM Plex Sans"/>
              <a:ea typeface="IBM Plex Sans"/>
              <a:cs typeface="IBM Plex Sans"/>
              <a:sym typeface="IBM Plex Sans"/>
            </a:endParaRPr>
          </a:p>
        </p:txBody>
      </p:sp>
      <p:sp>
        <p:nvSpPr>
          <p:cNvPr id="766" name="Google Shape;766;p55"/>
          <p:cNvSpPr txBox="1"/>
          <p:nvPr/>
        </p:nvSpPr>
        <p:spPr>
          <a:xfrm>
            <a:off x="5203031" y="1510162"/>
            <a:ext cx="4235100" cy="4451100"/>
          </a:xfrm>
          <a:prstGeom prst="rect">
            <a:avLst/>
          </a:prstGeom>
          <a:noFill/>
          <a:ln>
            <a:noFill/>
          </a:ln>
        </p:spPr>
        <p:txBody>
          <a:bodyPr anchorCtr="0" anchor="t" bIns="75600" lIns="75600" spcFirstLastPara="1" rIns="75600" wrap="square" tIns="75600">
            <a:spAutoFit/>
          </a:bodyPr>
          <a:lstStyle/>
          <a:p>
            <a:pPr indent="0" lvl="0" marL="0" marR="0" rtl="0" algn="l">
              <a:lnSpc>
                <a:spcPct val="115000"/>
              </a:lnSpc>
              <a:spcBef>
                <a:spcPts val="800"/>
              </a:spcBef>
              <a:spcAft>
                <a:spcPts val="0"/>
              </a:spcAft>
              <a:buClr>
                <a:srgbClr val="000000"/>
              </a:buClr>
              <a:buSzPts val="1500"/>
              <a:buFont typeface="Arial"/>
              <a:buNone/>
            </a:pPr>
            <a:r>
              <a:rPr b="1" i="0" lang="uk" sz="1500" u="none" cap="none" strike="noStrike">
                <a:solidFill>
                  <a:schemeClr val="lt1"/>
                </a:solidFill>
                <a:latin typeface="IBM Plex Sans"/>
                <a:ea typeface="IBM Plex Sans"/>
                <a:cs typeface="IBM Plex Sans"/>
                <a:sym typeface="IBM Plex Sans"/>
              </a:rPr>
              <a:t>У машинному навчанні вони використовуються для:</a:t>
            </a:r>
            <a:endParaRPr b="1" i="0" sz="1500" u="none" cap="none" strike="noStrike">
              <a:solidFill>
                <a:schemeClr val="lt1"/>
              </a:solidFill>
              <a:latin typeface="IBM Plex Sans"/>
              <a:ea typeface="IBM Plex Sans"/>
              <a:cs typeface="IBM Plex Sans"/>
              <a:sym typeface="IBM Plex Sans"/>
            </a:endParaRPr>
          </a:p>
          <a:p>
            <a:pPr indent="-323850" lvl="0" marL="457200" marR="0" rtl="0" algn="l">
              <a:lnSpc>
                <a:spcPct val="115000"/>
              </a:lnSpc>
              <a:spcBef>
                <a:spcPts val="800"/>
              </a:spcBef>
              <a:spcAft>
                <a:spcPts val="0"/>
              </a:spcAft>
              <a:buClr>
                <a:schemeClr val="lt1"/>
              </a:buClr>
              <a:buSzPts val="1500"/>
              <a:buFont typeface="IBM Plex Sans"/>
              <a:buChar char="●"/>
            </a:pPr>
            <a:r>
              <a:rPr b="0" i="0" lang="uk" sz="1500" u="none" cap="none" strike="noStrike">
                <a:solidFill>
                  <a:schemeClr val="lt1"/>
                </a:solidFill>
                <a:latin typeface="IBM Plex Sans"/>
                <a:ea typeface="IBM Plex Sans"/>
                <a:cs typeface="IBM Plex Sans"/>
                <a:sym typeface="IBM Plex Sans"/>
              </a:rPr>
              <a:t>класифікації об'єктів, наприклад, акаунтів як фейкових або реальних</a:t>
            </a:r>
            <a:endParaRPr b="0" i="0" sz="1500" u="none" cap="none" strike="noStrike">
              <a:solidFill>
                <a:schemeClr val="lt1"/>
              </a:solidFill>
              <a:latin typeface="IBM Plex Sans"/>
              <a:ea typeface="IBM Plex Sans"/>
              <a:cs typeface="IBM Plex Sans"/>
              <a:sym typeface="IBM Plex Sans"/>
            </a:endParaRPr>
          </a:p>
          <a:p>
            <a:pPr indent="-323850" lvl="0" marL="457200" marR="0" rtl="0" algn="l">
              <a:lnSpc>
                <a:spcPct val="115000"/>
              </a:lnSpc>
              <a:spcBef>
                <a:spcPts val="0"/>
              </a:spcBef>
              <a:spcAft>
                <a:spcPts val="0"/>
              </a:spcAft>
              <a:buClr>
                <a:schemeClr val="lt1"/>
              </a:buClr>
              <a:buSzPts val="1500"/>
              <a:buFont typeface="IBM Plex Sans"/>
              <a:buChar char="●"/>
            </a:pPr>
            <a:r>
              <a:rPr b="0" i="0" lang="uk" sz="1500" u="none" cap="none" strike="noStrike">
                <a:solidFill>
                  <a:schemeClr val="lt1"/>
                </a:solidFill>
                <a:latin typeface="IBM Plex Sans"/>
                <a:ea typeface="IBM Plex Sans"/>
                <a:cs typeface="IBM Plex Sans"/>
                <a:sym typeface="IBM Plex Sans"/>
              </a:rPr>
              <a:t>виявлення аномалій, наприклад, незвичної активності в соцмережах</a:t>
            </a:r>
            <a:endParaRPr b="0" i="0" sz="1500" u="none" cap="none" strike="noStrike">
              <a:solidFill>
                <a:schemeClr val="lt1"/>
              </a:solidFill>
              <a:latin typeface="IBM Plex Sans"/>
              <a:ea typeface="IBM Plex Sans"/>
              <a:cs typeface="IBM Plex Sans"/>
              <a:sym typeface="IBM Plex Sans"/>
            </a:endParaRPr>
          </a:p>
          <a:p>
            <a:pPr indent="-323850" lvl="0" marL="457200" marR="0" rtl="0" algn="l">
              <a:lnSpc>
                <a:spcPct val="115000"/>
              </a:lnSpc>
              <a:spcBef>
                <a:spcPts val="0"/>
              </a:spcBef>
              <a:spcAft>
                <a:spcPts val="0"/>
              </a:spcAft>
              <a:buClr>
                <a:schemeClr val="lt1"/>
              </a:buClr>
              <a:buSzPts val="1500"/>
              <a:buFont typeface="IBM Plex Sans"/>
              <a:buChar char="●"/>
            </a:pPr>
            <a:r>
              <a:rPr b="0" i="0" lang="uk" sz="1500" u="none" cap="none" strike="noStrike">
                <a:solidFill>
                  <a:schemeClr val="lt1"/>
                </a:solidFill>
                <a:latin typeface="IBM Plex Sans"/>
                <a:ea typeface="IBM Plex Sans"/>
                <a:cs typeface="IBM Plex Sans"/>
                <a:sym typeface="IBM Plex Sans"/>
              </a:rPr>
              <a:t>прогнозування, наприклад, ймовірності появи інформаційної атаки або витоку даних</a:t>
            </a:r>
            <a:endParaRPr b="0" i="0" sz="15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1" i="0" sz="15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1" i="0" sz="1500" u="none" cap="none" strike="noStrike">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1" i="0" sz="1500" u="none" cap="none" strike="noStrike">
              <a:solidFill>
                <a:schemeClr val="dk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chemeClr val="dk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chemeClr val="dk1"/>
              </a:solidFill>
              <a:latin typeface="IBM Plex Sans"/>
              <a:ea typeface="IBM Plex Sans"/>
              <a:cs typeface="IBM Plex Sans"/>
              <a:sym typeface="IBM Plex Sans"/>
            </a:endParaRPr>
          </a:p>
        </p:txBody>
      </p:sp>
      <p:pic>
        <p:nvPicPr>
          <p:cNvPr id="767" name="Google Shape;767;p55"/>
          <p:cNvPicPr preferRelativeResize="0"/>
          <p:nvPr/>
        </p:nvPicPr>
        <p:blipFill rotWithShape="1">
          <a:blip r:embed="rId3">
            <a:alphaModFix/>
          </a:blip>
          <a:srcRect b="0" l="0" r="0" t="0"/>
          <a:stretch/>
        </p:blipFill>
        <p:spPr>
          <a:xfrm>
            <a:off x="2497275" y="2615250"/>
            <a:ext cx="2826201" cy="2826201"/>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771" name="Shape 771"/>
        <p:cNvGrpSpPr/>
        <p:nvPr/>
      </p:nvGrpSpPr>
      <p:grpSpPr>
        <a:xfrm>
          <a:off x="0" y="0"/>
          <a:ext cx="0" cy="0"/>
          <a:chOff x="0" y="0"/>
          <a:chExt cx="0" cy="0"/>
        </a:xfrm>
      </p:grpSpPr>
      <p:sp>
        <p:nvSpPr>
          <p:cNvPr id="772" name="Google Shape;772;p56"/>
          <p:cNvSpPr/>
          <p:nvPr/>
        </p:nvSpPr>
        <p:spPr>
          <a:xfrm>
            <a:off x="317224" y="1263209"/>
            <a:ext cx="9450300" cy="4089000"/>
          </a:xfrm>
          <a:prstGeom prst="roundRect">
            <a:avLst>
              <a:gd fmla="val 7197" name="adj"/>
            </a:avLst>
          </a:prstGeom>
          <a:solidFill>
            <a:schemeClr val="dk1"/>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773" name="Google Shape;773;p56"/>
          <p:cNvSpPr txBox="1"/>
          <p:nvPr/>
        </p:nvSpPr>
        <p:spPr>
          <a:xfrm>
            <a:off x="238097" y="123173"/>
            <a:ext cx="9450300" cy="7851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ОСНОВНІ СТАТИСТИЧНІ МОДЕЛІ, </a:t>
            </a:r>
            <a:br>
              <a:rPr b="0" i="0" lang="uk" sz="3300" u="none" cap="none" strike="noStrike">
                <a:solidFill>
                  <a:srgbClr val="E5E8EC"/>
                </a:solidFill>
                <a:latin typeface="IBM Plex Mono SemiBold"/>
                <a:ea typeface="IBM Plex Mono SemiBold"/>
                <a:cs typeface="IBM Plex Mono SemiBold"/>
                <a:sym typeface="IBM Plex Mono SemiBold"/>
              </a:rPr>
            </a:br>
            <a:r>
              <a:rPr b="0" i="0" lang="uk" sz="3300" u="none" cap="none" strike="noStrike">
                <a:solidFill>
                  <a:srgbClr val="E5E8EC"/>
                </a:solidFill>
                <a:latin typeface="IBM Plex Mono SemiBold"/>
                <a:ea typeface="IBM Plex Mono SemiBold"/>
                <a:cs typeface="IBM Plex Mono SemiBold"/>
                <a:sym typeface="IBM Plex Mono SemiBold"/>
              </a:rPr>
              <a:t>ЩО ЗАСТОСОВУЮТЬСЯ В OSINT</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p:txBody>
      </p:sp>
      <p:graphicFrame>
        <p:nvGraphicFramePr>
          <p:cNvPr id="774" name="Google Shape;774;p56"/>
          <p:cNvGraphicFramePr/>
          <p:nvPr/>
        </p:nvGraphicFramePr>
        <p:xfrm>
          <a:off x="706600" y="2021900"/>
          <a:ext cx="3000000" cy="3000000"/>
        </p:xfrm>
        <a:graphic>
          <a:graphicData uri="http://schemas.openxmlformats.org/drawingml/2006/table">
            <a:tbl>
              <a:tblPr>
                <a:noFill/>
                <a:tableStyleId>{EF90DA63-0834-46E0-B875-158D6628313B}</a:tableStyleId>
              </a:tblPr>
              <a:tblGrid>
                <a:gridCol w="2794950"/>
                <a:gridCol w="3283650"/>
                <a:gridCol w="2674925"/>
              </a:tblGrid>
              <a:tr h="190500">
                <a:tc>
                  <a:txBody>
                    <a:bodyPr/>
                    <a:lstStyle/>
                    <a:p>
                      <a:pPr indent="0" lvl="0" marL="0" rtl="0" algn="ctr">
                        <a:lnSpc>
                          <a:spcPct val="115000"/>
                        </a:lnSpc>
                        <a:spcBef>
                          <a:spcPts val="0"/>
                        </a:spcBef>
                        <a:spcAft>
                          <a:spcPts val="0"/>
                        </a:spcAft>
                        <a:buNone/>
                      </a:pPr>
                      <a:r>
                        <a:rPr b="1" lang="uk" sz="1200">
                          <a:solidFill>
                            <a:schemeClr val="lt1"/>
                          </a:solidFill>
                          <a:latin typeface="IBM Plex Sans"/>
                          <a:ea typeface="IBM Plex Sans"/>
                          <a:cs typeface="IBM Plex Sans"/>
                          <a:sym typeface="IBM Plex Sans"/>
                        </a:rPr>
                        <a:t>Модель</a:t>
                      </a:r>
                      <a:endParaRPr b="1" sz="1200">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076CFC"/>
                    </a:solidFill>
                  </a:tcPr>
                </a:tc>
                <a:tc>
                  <a:txBody>
                    <a:bodyPr/>
                    <a:lstStyle/>
                    <a:p>
                      <a:pPr indent="0" lvl="0" marL="0" rtl="0" algn="ctr">
                        <a:lnSpc>
                          <a:spcPct val="115000"/>
                        </a:lnSpc>
                        <a:spcBef>
                          <a:spcPts val="0"/>
                        </a:spcBef>
                        <a:spcAft>
                          <a:spcPts val="0"/>
                        </a:spcAft>
                        <a:buNone/>
                      </a:pPr>
                      <a:r>
                        <a:rPr b="1" lang="uk" sz="1200">
                          <a:solidFill>
                            <a:schemeClr val="lt1"/>
                          </a:solidFill>
                          <a:latin typeface="IBM Plex Sans"/>
                          <a:ea typeface="IBM Plex Sans"/>
                          <a:cs typeface="IBM Plex Sans"/>
                          <a:sym typeface="IBM Plex Sans"/>
                        </a:rPr>
                        <a:t>Що робить</a:t>
                      </a:r>
                      <a:endParaRPr b="1" sz="1200">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076CFC"/>
                    </a:solidFill>
                  </a:tcPr>
                </a:tc>
                <a:tc>
                  <a:txBody>
                    <a:bodyPr/>
                    <a:lstStyle/>
                    <a:p>
                      <a:pPr indent="0" lvl="0" marL="0" rtl="0" algn="ctr">
                        <a:lnSpc>
                          <a:spcPct val="115000"/>
                        </a:lnSpc>
                        <a:spcBef>
                          <a:spcPts val="0"/>
                        </a:spcBef>
                        <a:spcAft>
                          <a:spcPts val="0"/>
                        </a:spcAft>
                        <a:buNone/>
                      </a:pPr>
                      <a:r>
                        <a:rPr b="1" lang="uk" sz="1200">
                          <a:solidFill>
                            <a:schemeClr val="lt1"/>
                          </a:solidFill>
                          <a:latin typeface="IBM Plex Sans"/>
                          <a:ea typeface="IBM Plex Sans"/>
                          <a:cs typeface="IBM Plex Sans"/>
                          <a:sym typeface="IBM Plex Sans"/>
                        </a:rPr>
                        <a:t>Приклади використання</a:t>
                      </a:r>
                      <a:endParaRPr b="1" sz="1200">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076CFC"/>
                    </a:solidFill>
                  </a:tcPr>
                </a:tc>
              </a:tr>
              <a:tr h="371475">
                <a:tc>
                  <a:txBody>
                    <a:bodyPr/>
                    <a:lstStyle/>
                    <a:p>
                      <a:pPr indent="0" lvl="0" marL="0" rtl="0" algn="l">
                        <a:spcBef>
                          <a:spcPts val="0"/>
                        </a:spcBef>
                        <a:spcAft>
                          <a:spcPts val="0"/>
                        </a:spcAft>
                        <a:buNone/>
                      </a:pPr>
                      <a:r>
                        <a:rPr lang="uk" sz="1200">
                          <a:solidFill>
                            <a:schemeClr val="lt1"/>
                          </a:solidFill>
                          <a:latin typeface="IBM Plex Sans"/>
                          <a:ea typeface="IBM Plex Sans"/>
                          <a:cs typeface="IBM Plex Sans"/>
                          <a:sym typeface="IBM Plex Sans"/>
                        </a:rPr>
                        <a:t>Наївний баєсівський класифікатор (Naive Bayes)</a:t>
                      </a:r>
                      <a:endParaRPr sz="1200">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uk" sz="1200">
                          <a:solidFill>
                            <a:schemeClr val="lt1"/>
                          </a:solidFill>
                          <a:latin typeface="IBM Plex Sans"/>
                          <a:ea typeface="IBM Plex Sans"/>
                          <a:cs typeface="IBM Plex Sans"/>
                          <a:sym typeface="IBM Plex Sans"/>
                        </a:rPr>
                        <a:t>Оцінює ймовірність належності об'єкта до певного класу</a:t>
                      </a:r>
                      <a:endParaRPr sz="1200">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uk" sz="1200">
                          <a:solidFill>
                            <a:schemeClr val="lt1"/>
                          </a:solidFill>
                          <a:latin typeface="IBM Plex Sans"/>
                          <a:ea typeface="IBM Plex Sans"/>
                          <a:cs typeface="IBM Plex Sans"/>
                          <a:sym typeface="IBM Plex Sans"/>
                        </a:rPr>
                        <a:t>Класифікація новин: правда чи фейк</a:t>
                      </a:r>
                      <a:endParaRPr sz="1200">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chemeClr val="dk1"/>
                    </a:solidFill>
                  </a:tcPr>
                </a:tc>
              </a:tr>
              <a:tr h="190500">
                <a:tc>
                  <a:txBody>
                    <a:bodyPr/>
                    <a:lstStyle/>
                    <a:p>
                      <a:pPr indent="0" lvl="0" marL="0" rtl="0" algn="l">
                        <a:spcBef>
                          <a:spcPts val="0"/>
                        </a:spcBef>
                        <a:spcAft>
                          <a:spcPts val="0"/>
                        </a:spcAft>
                        <a:buNone/>
                      </a:pPr>
                      <a:r>
                        <a:rPr lang="uk" sz="1200">
                          <a:solidFill>
                            <a:schemeClr val="lt1"/>
                          </a:solidFill>
                          <a:latin typeface="IBM Plex Sans"/>
                          <a:ea typeface="IBM Plex Sans"/>
                          <a:cs typeface="IBM Plex Sans"/>
                          <a:sym typeface="IBM Plex Sans"/>
                        </a:rPr>
                        <a:t>Логістична регресія</a:t>
                      </a:r>
                      <a:endParaRPr sz="1200">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uk" sz="1200">
                          <a:solidFill>
                            <a:schemeClr val="lt1"/>
                          </a:solidFill>
                          <a:latin typeface="IBM Plex Sans"/>
                          <a:ea typeface="IBM Plex Sans"/>
                          <a:cs typeface="IBM Plex Sans"/>
                          <a:sym typeface="IBM Plex Sans"/>
                        </a:rPr>
                        <a:t>Обчислює ймовірність двійкової події</a:t>
                      </a:r>
                      <a:endParaRPr sz="1200">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uk" sz="1200">
                          <a:solidFill>
                            <a:schemeClr val="lt1"/>
                          </a:solidFill>
                          <a:latin typeface="IBM Plex Sans"/>
                          <a:ea typeface="IBM Plex Sans"/>
                          <a:cs typeface="IBM Plex Sans"/>
                          <a:sym typeface="IBM Plex Sans"/>
                        </a:rPr>
                        <a:t>Чи є акаунт ботофермою</a:t>
                      </a:r>
                      <a:endParaRPr sz="1200">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chemeClr val="dk1"/>
                    </a:solidFill>
                  </a:tcPr>
                </a:tc>
              </a:tr>
              <a:tr h="371475">
                <a:tc>
                  <a:txBody>
                    <a:bodyPr/>
                    <a:lstStyle/>
                    <a:p>
                      <a:pPr indent="0" lvl="0" marL="0" rtl="0" algn="l">
                        <a:spcBef>
                          <a:spcPts val="0"/>
                        </a:spcBef>
                        <a:spcAft>
                          <a:spcPts val="0"/>
                        </a:spcAft>
                        <a:buNone/>
                      </a:pPr>
                      <a:r>
                        <a:rPr lang="uk" sz="1200">
                          <a:solidFill>
                            <a:schemeClr val="lt1"/>
                          </a:solidFill>
                          <a:latin typeface="IBM Plex Sans"/>
                          <a:ea typeface="IBM Plex Sans"/>
                          <a:cs typeface="IBM Plex Sans"/>
                          <a:sym typeface="IBM Plex Sans"/>
                        </a:rPr>
                        <a:t>Лінійна регресія</a:t>
                      </a:r>
                      <a:endParaRPr sz="1200">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uk" sz="1200">
                          <a:solidFill>
                            <a:schemeClr val="lt1"/>
                          </a:solidFill>
                          <a:latin typeface="IBM Plex Sans"/>
                          <a:ea typeface="IBM Plex Sans"/>
                          <a:cs typeface="IBM Plex Sans"/>
                          <a:sym typeface="IBM Plex Sans"/>
                        </a:rPr>
                        <a:t>Прогнозує числові значення</a:t>
                      </a:r>
                      <a:endParaRPr sz="1200">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uk" sz="1200">
                          <a:solidFill>
                            <a:schemeClr val="lt1"/>
                          </a:solidFill>
                          <a:latin typeface="IBM Plex Sans"/>
                          <a:ea typeface="IBM Plex Sans"/>
                          <a:cs typeface="IBM Plex Sans"/>
                          <a:sym typeface="IBM Plex Sans"/>
                        </a:rPr>
                        <a:t>Прогноз інтенсивності кампанії дезінформації</a:t>
                      </a:r>
                      <a:endParaRPr sz="1200">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chemeClr val="dk1"/>
                    </a:solidFill>
                  </a:tcPr>
                </a:tc>
              </a:tr>
              <a:tr h="190500">
                <a:tc>
                  <a:txBody>
                    <a:bodyPr/>
                    <a:lstStyle/>
                    <a:p>
                      <a:pPr indent="0" lvl="0" marL="0" rtl="0" algn="l">
                        <a:spcBef>
                          <a:spcPts val="0"/>
                        </a:spcBef>
                        <a:spcAft>
                          <a:spcPts val="0"/>
                        </a:spcAft>
                        <a:buNone/>
                      </a:pPr>
                      <a:r>
                        <a:rPr lang="uk" sz="1200">
                          <a:solidFill>
                            <a:schemeClr val="lt1"/>
                          </a:solidFill>
                          <a:latin typeface="IBM Plex Sans"/>
                          <a:ea typeface="IBM Plex Sans"/>
                          <a:cs typeface="IBM Plex Sans"/>
                          <a:sym typeface="IBM Plex Sans"/>
                        </a:rPr>
                        <a:t>Кластеризація (наприклад, K-means)</a:t>
                      </a:r>
                      <a:endParaRPr sz="1200">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uk" sz="1200">
                          <a:solidFill>
                            <a:schemeClr val="lt1"/>
                          </a:solidFill>
                          <a:latin typeface="IBM Plex Sans"/>
                          <a:ea typeface="IBM Plex Sans"/>
                          <a:cs typeface="IBM Plex Sans"/>
                          <a:sym typeface="IBM Plex Sans"/>
                        </a:rPr>
                        <a:t>Групує схожі об'єкти без міток</a:t>
                      </a:r>
                      <a:endParaRPr sz="1200">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uk" sz="1200">
                          <a:solidFill>
                            <a:schemeClr val="lt1"/>
                          </a:solidFill>
                          <a:latin typeface="IBM Plex Sans"/>
                          <a:ea typeface="IBM Plex Sans"/>
                          <a:cs typeface="IBM Plex Sans"/>
                          <a:sym typeface="IBM Plex Sans"/>
                        </a:rPr>
                        <a:t>Групування Telegram-каналів за тематикою</a:t>
                      </a:r>
                      <a:endParaRPr sz="1200">
                        <a:solidFill>
                          <a:schemeClr val="lt1"/>
                        </a:solidFill>
                        <a:latin typeface="IBM Plex Sans"/>
                        <a:ea typeface="IBM Plex Sans"/>
                        <a:cs typeface="IBM Plex Sans"/>
                        <a:sym typeface="IBM Plex Sans"/>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chemeClr val="dk1"/>
                    </a:solidFill>
                  </a:tcPr>
                </a:tc>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778" name="Shape 778"/>
        <p:cNvGrpSpPr/>
        <p:nvPr/>
      </p:nvGrpSpPr>
      <p:grpSpPr>
        <a:xfrm>
          <a:off x="0" y="0"/>
          <a:ext cx="0" cy="0"/>
          <a:chOff x="0" y="0"/>
          <a:chExt cx="0" cy="0"/>
        </a:xfrm>
      </p:grpSpPr>
      <p:sp>
        <p:nvSpPr>
          <p:cNvPr id="779" name="Google Shape;779;p57"/>
          <p:cNvSpPr/>
          <p:nvPr/>
        </p:nvSpPr>
        <p:spPr>
          <a:xfrm>
            <a:off x="317231" y="1263202"/>
            <a:ext cx="4723200" cy="3909600"/>
          </a:xfrm>
          <a:prstGeom prst="roundRect">
            <a:avLst>
              <a:gd fmla="val 9593" name="adj"/>
            </a:avLst>
          </a:prstGeom>
          <a:solidFill>
            <a:srgbClr val="076CFC"/>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780" name="Google Shape;780;p57"/>
          <p:cNvSpPr txBox="1"/>
          <p:nvPr/>
        </p:nvSpPr>
        <p:spPr>
          <a:xfrm>
            <a:off x="238097" y="123173"/>
            <a:ext cx="9450300" cy="7851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МОДЕЛІ ЧАСОВИХ РЯДІВ (ARIMA, ETS)</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p:txBody>
      </p:sp>
      <p:sp>
        <p:nvSpPr>
          <p:cNvPr id="781" name="Google Shape;781;p57"/>
          <p:cNvSpPr txBox="1"/>
          <p:nvPr/>
        </p:nvSpPr>
        <p:spPr>
          <a:xfrm>
            <a:off x="561185" y="1531970"/>
            <a:ext cx="4235100" cy="4688100"/>
          </a:xfrm>
          <a:prstGeom prst="rect">
            <a:avLst/>
          </a:prstGeom>
          <a:noFill/>
          <a:ln>
            <a:noFill/>
          </a:ln>
        </p:spPr>
        <p:txBody>
          <a:bodyPr anchorCtr="0" anchor="t" bIns="75600" lIns="75600" spcFirstLastPara="1" rIns="75600" wrap="square" tIns="75600">
            <a:spAutoFit/>
          </a:bodyPr>
          <a:lstStyle/>
          <a:p>
            <a:pPr indent="0" lvl="0" marL="0" marR="0" rtl="0" algn="l">
              <a:lnSpc>
                <a:spcPct val="115000"/>
              </a:lnSpc>
              <a:spcBef>
                <a:spcPts val="1200"/>
              </a:spcBef>
              <a:spcAft>
                <a:spcPts val="0"/>
              </a:spcAft>
              <a:buClr>
                <a:srgbClr val="000000"/>
              </a:buClr>
              <a:buSzPts val="1600"/>
              <a:buFont typeface="Arial"/>
              <a:buNone/>
            </a:pPr>
            <a:r>
              <a:rPr b="1" i="0" lang="uk" sz="1600" u="none" cap="none" strike="noStrike">
                <a:solidFill>
                  <a:srgbClr val="E5E8EC"/>
                </a:solidFill>
                <a:latin typeface="IBM Plex Sans"/>
                <a:ea typeface="IBM Plex Sans"/>
                <a:cs typeface="IBM Plex Sans"/>
                <a:sym typeface="IBM Plex Sans"/>
              </a:rPr>
              <a:t>Це моделі, які працюють з даними, що змінюються з часом</a:t>
            </a:r>
            <a:endParaRPr b="1" i="0" sz="1600" u="none" cap="none" strike="noStrike">
              <a:solidFill>
                <a:srgbClr val="E5E8EC"/>
              </a:solidFill>
              <a:latin typeface="IBM Plex Sans"/>
              <a:ea typeface="IBM Plex Sans"/>
              <a:cs typeface="IBM Plex Sans"/>
              <a:sym typeface="IBM Plex Sans"/>
            </a:endParaRPr>
          </a:p>
          <a:p>
            <a:pPr indent="0" lvl="0" marL="0" marR="0" rtl="0" algn="l">
              <a:lnSpc>
                <a:spcPct val="115000"/>
              </a:lnSpc>
              <a:spcBef>
                <a:spcPts val="1200"/>
              </a:spcBef>
              <a:spcAft>
                <a:spcPts val="0"/>
              </a:spcAft>
              <a:buClr>
                <a:srgbClr val="000000"/>
              </a:buClr>
              <a:buSzPts val="1600"/>
              <a:buFont typeface="Arial"/>
              <a:buNone/>
            </a:pPr>
            <a:r>
              <a:rPr b="1" i="0" lang="uk" sz="1600" u="none" cap="none" strike="noStrike">
                <a:solidFill>
                  <a:srgbClr val="E5E8EC"/>
                </a:solidFill>
                <a:latin typeface="IBM Plex Sans"/>
                <a:ea typeface="IBM Plex Sans"/>
                <a:cs typeface="IBM Plex Sans"/>
                <a:sym typeface="IBM Plex Sans"/>
                <a:extLst>
                  <a:ext uri="http://customooxmlschemas.google.com/">
                    <go:slidesCustomData xmlns:go="http://customooxmlschemas.google.com/" textRoundtripDataId="1"/>
                  </a:ext>
                </a:extLst>
              </a:rPr>
              <a:t>ARIMA</a:t>
            </a:r>
            <a:r>
              <a:rPr b="1" i="0" lang="uk" sz="1600" u="none" cap="none" strike="noStrike">
                <a:solidFill>
                  <a:srgbClr val="E5E8EC"/>
                </a:solidFill>
                <a:latin typeface="IBM Plex Sans"/>
                <a:ea typeface="IBM Plex Sans"/>
                <a:cs typeface="IBM Plex Sans"/>
                <a:sym typeface="IBM Plex Sans"/>
              </a:rPr>
              <a:t> </a:t>
            </a:r>
            <a:br>
              <a:rPr b="1" i="0" lang="uk" sz="1600" u="none" cap="none" strike="noStrike">
                <a:solidFill>
                  <a:srgbClr val="E5E8EC"/>
                </a:solidFill>
                <a:latin typeface="IBM Plex Sans"/>
                <a:ea typeface="IBM Plex Sans"/>
                <a:cs typeface="IBM Plex Sans"/>
                <a:sym typeface="IBM Plex Sans"/>
              </a:rPr>
            </a:br>
            <a:r>
              <a:rPr b="0" i="0" lang="uk" sz="1600" u="none" cap="none" strike="noStrike">
                <a:solidFill>
                  <a:srgbClr val="E5E8EC"/>
                </a:solidFill>
                <a:latin typeface="IBM Plex Sans"/>
                <a:ea typeface="IBM Plex Sans"/>
                <a:cs typeface="IBM Plex Sans"/>
                <a:sym typeface="IBM Plex Sans"/>
              </a:rPr>
              <a:t>Модель, яка враховує минулі значення та їх зміни</a:t>
            </a:r>
            <a:endParaRPr b="0" i="0" sz="1600" u="none" cap="none" strike="noStrike">
              <a:solidFill>
                <a:srgbClr val="E5E8EC"/>
              </a:solidFill>
              <a:latin typeface="IBM Plex Sans"/>
              <a:ea typeface="IBM Plex Sans"/>
              <a:cs typeface="IBM Plex Sans"/>
              <a:sym typeface="IBM Plex Sans"/>
            </a:endParaRPr>
          </a:p>
          <a:p>
            <a:pPr indent="0" lvl="0" marL="0" marR="0" rtl="0" algn="l">
              <a:lnSpc>
                <a:spcPct val="115000"/>
              </a:lnSpc>
              <a:spcBef>
                <a:spcPts val="1200"/>
              </a:spcBef>
              <a:spcAft>
                <a:spcPts val="0"/>
              </a:spcAft>
              <a:buClr>
                <a:srgbClr val="000000"/>
              </a:buClr>
              <a:buSzPts val="1600"/>
              <a:buFont typeface="Arial"/>
              <a:buNone/>
            </a:pPr>
            <a:r>
              <a:rPr b="1" i="0" lang="uk" sz="1600" u="none" cap="none" strike="noStrike">
                <a:solidFill>
                  <a:srgbClr val="E5E8EC"/>
                </a:solidFill>
                <a:latin typeface="IBM Plex Sans"/>
                <a:ea typeface="IBM Plex Sans"/>
                <a:cs typeface="IBM Plex Sans"/>
                <a:sym typeface="IBM Plex Sans"/>
                <a:extLst>
                  <a:ext uri="http://customooxmlschemas.google.com/">
                    <go:slidesCustomData xmlns:go="http://customooxmlschemas.google.com/" textRoundtripDataId="2"/>
                  </a:ext>
                </a:extLst>
              </a:rPr>
              <a:t>ETS</a:t>
            </a:r>
            <a:r>
              <a:rPr b="1" i="0" lang="uk" sz="1600" u="none" cap="none" strike="noStrike">
                <a:solidFill>
                  <a:srgbClr val="E5E8EC"/>
                </a:solidFill>
                <a:latin typeface="IBM Plex Sans"/>
                <a:ea typeface="IBM Plex Sans"/>
                <a:cs typeface="IBM Plex Sans"/>
                <a:sym typeface="IBM Plex Sans"/>
              </a:rPr>
              <a:t> </a:t>
            </a:r>
            <a:br>
              <a:rPr b="1" i="0" lang="uk" sz="1600" u="none" cap="none" strike="noStrike">
                <a:solidFill>
                  <a:srgbClr val="E5E8EC"/>
                </a:solidFill>
                <a:latin typeface="IBM Plex Sans"/>
                <a:ea typeface="IBM Plex Sans"/>
                <a:cs typeface="IBM Plex Sans"/>
                <a:sym typeface="IBM Plex Sans"/>
              </a:rPr>
            </a:br>
            <a:r>
              <a:rPr b="0" i="0" lang="uk" sz="1600" u="none" cap="none" strike="noStrike">
                <a:solidFill>
                  <a:srgbClr val="E5E8EC"/>
                </a:solidFill>
                <a:latin typeface="IBM Plex Sans"/>
                <a:ea typeface="IBM Plex Sans"/>
                <a:cs typeface="IBM Plex Sans"/>
                <a:sym typeface="IBM Plex Sans"/>
              </a:rPr>
              <a:t>Модель, яка базується на тренді, сезонності і помилці</a:t>
            </a:r>
            <a:endParaRPr b="0" i="0" sz="1600" u="none" cap="none" strike="noStrike">
              <a:solidFill>
                <a:srgbClr val="E5E8EC"/>
              </a:solidFill>
              <a:latin typeface="IBM Plex Sans"/>
              <a:ea typeface="IBM Plex Sans"/>
              <a:cs typeface="IBM Plex Sans"/>
              <a:sym typeface="IBM Plex Sans"/>
            </a:endParaRPr>
          </a:p>
          <a:p>
            <a:pPr indent="0" lvl="0" marL="0" marR="0" rtl="0" algn="l">
              <a:lnSpc>
                <a:spcPct val="115000"/>
              </a:lnSpc>
              <a:spcBef>
                <a:spcPts val="1200"/>
              </a:spcBef>
              <a:spcAft>
                <a:spcPts val="0"/>
              </a:spcAft>
              <a:buClr>
                <a:srgbClr val="000000"/>
              </a:buClr>
              <a:buSzPts val="1600"/>
              <a:buFont typeface="Arial"/>
              <a:buNone/>
            </a:pPr>
            <a:r>
              <a:t/>
            </a:r>
            <a:endParaRPr b="1" i="0" sz="1600" u="none" cap="none" strike="noStrike">
              <a:solidFill>
                <a:srgbClr val="E5E8EC"/>
              </a:solidFill>
              <a:latin typeface="IBM Plex Sans"/>
              <a:ea typeface="IBM Plex Sans"/>
              <a:cs typeface="IBM Plex Sans"/>
              <a:sym typeface="IBM Plex Sans"/>
            </a:endParaRPr>
          </a:p>
          <a:p>
            <a:pPr indent="0" lvl="0" marL="0" marR="0" rtl="0" algn="l">
              <a:lnSpc>
                <a:spcPct val="115000"/>
              </a:lnSpc>
              <a:spcBef>
                <a:spcPts val="1200"/>
              </a:spcBef>
              <a:spcAft>
                <a:spcPts val="0"/>
              </a:spcAft>
              <a:buClr>
                <a:srgbClr val="000000"/>
              </a:buClr>
              <a:buSzPts val="1600"/>
              <a:buFont typeface="Arial"/>
              <a:buNone/>
            </a:pPr>
            <a:r>
              <a:t/>
            </a:r>
            <a:endParaRPr b="0" i="0" sz="1600" u="none" cap="none" strike="noStrike">
              <a:solidFill>
                <a:srgbClr val="E5E8EC"/>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600"/>
              <a:buFont typeface="Arial"/>
              <a:buNone/>
            </a:pPr>
            <a:r>
              <a:t/>
            </a:r>
            <a:endParaRPr b="1" i="0" sz="1600" u="none" cap="none" strike="noStrike">
              <a:solidFill>
                <a:srgbClr val="E5E8EC"/>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rgbClr val="E5E8EC"/>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0" i="0" sz="1500" u="none" cap="none" strike="noStrike">
              <a:solidFill>
                <a:srgbClr val="E5E8EC"/>
              </a:solidFill>
              <a:latin typeface="IBM Plex Sans"/>
              <a:ea typeface="IBM Plex Sans"/>
              <a:cs typeface="IBM Plex Sans"/>
              <a:sym typeface="IBM Plex Sans"/>
            </a:endParaRPr>
          </a:p>
        </p:txBody>
      </p:sp>
      <p:sp>
        <p:nvSpPr>
          <p:cNvPr id="782" name="Google Shape;782;p57"/>
          <p:cNvSpPr/>
          <p:nvPr/>
        </p:nvSpPr>
        <p:spPr>
          <a:xfrm>
            <a:off x="5050498" y="2561015"/>
            <a:ext cx="4785300" cy="1297800"/>
          </a:xfrm>
          <a:prstGeom prst="roundRect">
            <a:avLst>
              <a:gd fmla="val 24721" name="adj"/>
            </a:avLst>
          </a:prstGeom>
          <a:solidFill>
            <a:srgbClr val="282828"/>
          </a:solidFill>
          <a:ln>
            <a:noFill/>
          </a:ln>
        </p:spPr>
        <p:txBody>
          <a:bodyPr anchorCtr="0" anchor="ctr" bIns="100900" lIns="100900" spcFirstLastPara="1" rIns="100900" wrap="square" tIns="100900">
            <a:noAutofit/>
          </a:bodyPr>
          <a:lstStyle/>
          <a:p>
            <a:pPr indent="0" lvl="0" marL="0" rtl="0" algn="ctr">
              <a:spcBef>
                <a:spcPts val="0"/>
              </a:spcBef>
              <a:spcAft>
                <a:spcPts val="0"/>
              </a:spcAft>
              <a:buNone/>
            </a:pPr>
            <a:r>
              <a:t/>
            </a:r>
            <a:endParaRPr sz="1545"/>
          </a:p>
        </p:txBody>
      </p:sp>
      <p:sp>
        <p:nvSpPr>
          <p:cNvPr id="783" name="Google Shape;783;p57"/>
          <p:cNvSpPr/>
          <p:nvPr/>
        </p:nvSpPr>
        <p:spPr>
          <a:xfrm>
            <a:off x="5050498" y="3859113"/>
            <a:ext cx="4785300" cy="1313700"/>
          </a:xfrm>
          <a:prstGeom prst="roundRect">
            <a:avLst>
              <a:gd fmla="val 22849" name="adj"/>
            </a:avLst>
          </a:prstGeom>
          <a:solidFill>
            <a:srgbClr val="282828"/>
          </a:solidFill>
          <a:ln>
            <a:noFill/>
          </a:ln>
        </p:spPr>
        <p:txBody>
          <a:bodyPr anchorCtr="0" anchor="ctr" bIns="100900" lIns="100900" spcFirstLastPara="1" rIns="100900" wrap="square" tIns="100900">
            <a:noAutofit/>
          </a:bodyPr>
          <a:lstStyle/>
          <a:p>
            <a:pPr indent="0" lvl="0" marL="0" rtl="0" algn="ctr">
              <a:spcBef>
                <a:spcPts val="0"/>
              </a:spcBef>
              <a:spcAft>
                <a:spcPts val="0"/>
              </a:spcAft>
              <a:buNone/>
            </a:pPr>
            <a:r>
              <a:t/>
            </a:r>
            <a:endParaRPr sz="1545"/>
          </a:p>
        </p:txBody>
      </p:sp>
      <p:sp>
        <p:nvSpPr>
          <p:cNvPr id="784" name="Google Shape;784;p57"/>
          <p:cNvSpPr/>
          <p:nvPr/>
        </p:nvSpPr>
        <p:spPr>
          <a:xfrm>
            <a:off x="5040425" y="1263200"/>
            <a:ext cx="4785300" cy="1297800"/>
          </a:xfrm>
          <a:prstGeom prst="roundRect">
            <a:avLst>
              <a:gd fmla="val 31124" name="adj"/>
            </a:avLst>
          </a:prstGeom>
          <a:solidFill>
            <a:srgbClr val="282828"/>
          </a:solidFill>
          <a:ln>
            <a:noFill/>
          </a:ln>
        </p:spPr>
        <p:txBody>
          <a:bodyPr anchorCtr="0" anchor="ctr" bIns="100900" lIns="100900" spcFirstLastPara="1" rIns="100900" wrap="square" tIns="100900">
            <a:noAutofit/>
          </a:bodyPr>
          <a:lstStyle/>
          <a:p>
            <a:pPr indent="0" lvl="0" marL="0" rtl="0" algn="ctr">
              <a:spcBef>
                <a:spcPts val="0"/>
              </a:spcBef>
              <a:spcAft>
                <a:spcPts val="0"/>
              </a:spcAft>
              <a:buNone/>
            </a:pPr>
            <a:r>
              <a:t/>
            </a:r>
            <a:endParaRPr sz="1545"/>
          </a:p>
        </p:txBody>
      </p:sp>
      <p:sp>
        <p:nvSpPr>
          <p:cNvPr id="785" name="Google Shape;785;p57"/>
          <p:cNvSpPr txBox="1"/>
          <p:nvPr/>
        </p:nvSpPr>
        <p:spPr>
          <a:xfrm>
            <a:off x="5226750" y="1704350"/>
            <a:ext cx="44328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800"/>
              </a:spcBef>
              <a:spcAft>
                <a:spcPts val="0"/>
              </a:spcAft>
              <a:buNone/>
            </a:pPr>
            <a:r>
              <a:rPr lang="uk" sz="1500">
                <a:solidFill>
                  <a:schemeClr val="lt1"/>
                </a:solidFill>
                <a:latin typeface="IBM Plex Sans"/>
                <a:ea typeface="IBM Plex Sans"/>
                <a:cs typeface="IBM Plex Sans"/>
                <a:sym typeface="IBM Plex Sans"/>
              </a:rPr>
              <a:t>E — </a:t>
            </a:r>
            <a:r>
              <a:rPr lang="uk" sz="1500">
                <a:solidFill>
                  <a:schemeClr val="lt1"/>
                </a:solidFill>
                <a:latin typeface="IBM Plex Sans"/>
                <a:ea typeface="IBM Plex Sans"/>
                <a:cs typeface="IBM Plex Sans"/>
                <a:sym typeface="IBM Plex Sans"/>
                <a:extLst>
                  <a:ext uri="http://customooxmlschemas.google.com/">
                    <go:slidesCustomData xmlns:go="http://customooxmlschemas.google.com/" textRoundtripDataId="3"/>
                  </a:ext>
                </a:extLst>
              </a:rPr>
              <a:t>помилка</a:t>
            </a:r>
            <a:r>
              <a:rPr lang="uk" sz="1500">
                <a:solidFill>
                  <a:schemeClr val="lt1"/>
                </a:solidFill>
                <a:latin typeface="IBM Plex Sans"/>
                <a:ea typeface="IBM Plex Sans"/>
                <a:cs typeface="IBM Plex Sans"/>
                <a:sym typeface="IBM Plex Sans"/>
              </a:rPr>
              <a:t> (Error): непередбачувана частина</a:t>
            </a:r>
            <a:endParaRPr/>
          </a:p>
        </p:txBody>
      </p:sp>
      <p:sp>
        <p:nvSpPr>
          <p:cNvPr id="786" name="Google Shape;786;p57"/>
          <p:cNvSpPr txBox="1"/>
          <p:nvPr/>
        </p:nvSpPr>
        <p:spPr>
          <a:xfrm>
            <a:off x="5226750" y="2869550"/>
            <a:ext cx="4432800" cy="68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800"/>
              </a:spcBef>
              <a:spcAft>
                <a:spcPts val="0"/>
              </a:spcAft>
              <a:buNone/>
            </a:pPr>
            <a:r>
              <a:rPr lang="uk" sz="1500">
                <a:solidFill>
                  <a:schemeClr val="lt1"/>
                </a:solidFill>
                <a:latin typeface="IBM Plex Sans"/>
                <a:ea typeface="IBM Plex Sans"/>
                <a:cs typeface="IBM Plex Sans"/>
                <a:sym typeface="IBM Plex Sans"/>
              </a:rPr>
              <a:t>T — тренд (Trend): чи дані зростають або знижуються</a:t>
            </a:r>
            <a:endParaRPr/>
          </a:p>
        </p:txBody>
      </p:sp>
      <p:sp>
        <p:nvSpPr>
          <p:cNvPr id="787" name="Google Shape;787;p57"/>
          <p:cNvSpPr txBox="1"/>
          <p:nvPr/>
        </p:nvSpPr>
        <p:spPr>
          <a:xfrm>
            <a:off x="5216675" y="4175463"/>
            <a:ext cx="4432800" cy="68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800"/>
              </a:spcBef>
              <a:spcAft>
                <a:spcPts val="0"/>
              </a:spcAft>
              <a:buNone/>
            </a:pPr>
            <a:r>
              <a:rPr lang="uk" sz="1500">
                <a:solidFill>
                  <a:schemeClr val="lt1"/>
                </a:solidFill>
                <a:latin typeface="IBM Plex Sans"/>
                <a:ea typeface="IBM Plex Sans"/>
                <a:cs typeface="IBM Plex Sans"/>
                <a:sym typeface="IBM Plex Sans"/>
              </a:rPr>
              <a:t>S — сезонність (Seasonality): регулярні повторення (наприклад, щотижня або щороку)</a:t>
            </a:r>
            <a:endParaRPr sz="1500">
              <a:solidFill>
                <a:schemeClr val="lt1"/>
              </a:solidFill>
              <a:latin typeface="IBM Plex Sans"/>
              <a:ea typeface="IBM Plex Sans"/>
              <a:cs typeface="IBM Plex Sans"/>
              <a:sym typeface="IBM Plex Sans"/>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791" name="Shape 791"/>
        <p:cNvGrpSpPr/>
        <p:nvPr/>
      </p:nvGrpSpPr>
      <p:grpSpPr>
        <a:xfrm>
          <a:off x="0" y="0"/>
          <a:ext cx="0" cy="0"/>
          <a:chOff x="0" y="0"/>
          <a:chExt cx="0" cy="0"/>
        </a:xfrm>
      </p:grpSpPr>
      <p:sp>
        <p:nvSpPr>
          <p:cNvPr id="792" name="Google Shape;792;p58"/>
          <p:cNvSpPr/>
          <p:nvPr/>
        </p:nvSpPr>
        <p:spPr>
          <a:xfrm>
            <a:off x="4913896" y="1608476"/>
            <a:ext cx="4652100" cy="1793100"/>
          </a:xfrm>
          <a:prstGeom prst="roundRect">
            <a:avLst>
              <a:gd fmla="val 15386" name="adj"/>
            </a:avLst>
          </a:prstGeom>
          <a:solidFill>
            <a:srgbClr val="282828"/>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793" name="Google Shape;793;p58"/>
          <p:cNvSpPr/>
          <p:nvPr/>
        </p:nvSpPr>
        <p:spPr>
          <a:xfrm>
            <a:off x="4914094" y="3401770"/>
            <a:ext cx="4652100" cy="1777200"/>
          </a:xfrm>
          <a:prstGeom prst="roundRect">
            <a:avLst>
              <a:gd fmla="val 13524" name="adj"/>
            </a:avLst>
          </a:prstGeom>
          <a:solidFill>
            <a:srgbClr val="282828"/>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794" name="Google Shape;794;p58"/>
          <p:cNvSpPr/>
          <p:nvPr/>
        </p:nvSpPr>
        <p:spPr>
          <a:xfrm>
            <a:off x="425200" y="3401770"/>
            <a:ext cx="4652100" cy="1777200"/>
          </a:xfrm>
          <a:prstGeom prst="roundRect">
            <a:avLst>
              <a:gd fmla="val 13731" name="adj"/>
            </a:avLst>
          </a:prstGeom>
          <a:solidFill>
            <a:srgbClr val="282828"/>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795" name="Google Shape;795;p58"/>
          <p:cNvSpPr/>
          <p:nvPr/>
        </p:nvSpPr>
        <p:spPr>
          <a:xfrm>
            <a:off x="425200" y="1608476"/>
            <a:ext cx="4652100" cy="1793100"/>
          </a:xfrm>
          <a:prstGeom prst="roundRect">
            <a:avLst>
              <a:gd fmla="val 14597" name="adj"/>
            </a:avLst>
          </a:prstGeom>
          <a:solidFill>
            <a:srgbClr val="282828"/>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796" name="Google Shape;796;p58"/>
          <p:cNvSpPr txBox="1"/>
          <p:nvPr/>
        </p:nvSpPr>
        <p:spPr>
          <a:xfrm>
            <a:off x="721384" y="2235368"/>
            <a:ext cx="3789300" cy="896400"/>
          </a:xfrm>
          <a:prstGeom prst="rect">
            <a:avLst/>
          </a:prstGeom>
          <a:noFill/>
          <a:ln>
            <a:noFill/>
          </a:ln>
        </p:spPr>
        <p:txBody>
          <a:bodyPr anchorCtr="0" anchor="t" bIns="100800" lIns="100800" spcFirstLastPara="1" rIns="100800" wrap="square" tIns="100800">
            <a:spAutoFit/>
          </a:bodyPr>
          <a:lstStyle/>
          <a:p>
            <a:pPr indent="0" lvl="0" marL="0" marR="0" rtl="0" algn="l">
              <a:lnSpc>
                <a:spcPct val="100000"/>
              </a:lnSpc>
              <a:spcBef>
                <a:spcPts val="2183"/>
              </a:spcBef>
              <a:spcAft>
                <a:spcPts val="0"/>
              </a:spcAft>
              <a:buClr>
                <a:srgbClr val="000000"/>
              </a:buClr>
              <a:buSzPts val="1500"/>
              <a:buFont typeface="Arial"/>
              <a:buNone/>
            </a:pPr>
            <a:r>
              <a:rPr lang="uk" sz="1500">
                <a:solidFill>
                  <a:srgbClr val="FFFFFF"/>
                </a:solidFill>
                <a:latin typeface="IBM Plex Sans"/>
                <a:ea typeface="IBM Plex Sans"/>
                <a:cs typeface="IBM Plex Sans"/>
                <a:sym typeface="IBM Plex Sans"/>
              </a:rPr>
              <a:t>Ціль — виявити бот-мережі, які координовано поширювали дезінформацію.</a:t>
            </a:r>
            <a:endParaRPr sz="1500">
              <a:solidFill>
                <a:srgbClr val="FFFFFF"/>
              </a:solidFill>
              <a:latin typeface="IBM Plex Sans"/>
              <a:ea typeface="IBM Plex Sans"/>
              <a:cs typeface="IBM Plex Sans"/>
              <a:sym typeface="IBM Plex Sans"/>
            </a:endParaRPr>
          </a:p>
        </p:txBody>
      </p:sp>
      <p:sp>
        <p:nvSpPr>
          <p:cNvPr id="797" name="Google Shape;797;p58"/>
          <p:cNvSpPr txBox="1"/>
          <p:nvPr/>
        </p:nvSpPr>
        <p:spPr>
          <a:xfrm>
            <a:off x="762066" y="1789402"/>
            <a:ext cx="3744000" cy="4722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rgbClr val="000000"/>
              </a:buClr>
              <a:buSzPts val="1200"/>
              <a:buFont typeface="Arial"/>
              <a:buNone/>
            </a:pPr>
            <a:r>
              <a:rPr b="0" i="0" lang="uk" sz="3000" u="none" cap="none" strike="noStrike">
                <a:solidFill>
                  <a:srgbClr val="076CFC"/>
                </a:solidFill>
                <a:latin typeface="IBM Plex Mono SemiBold"/>
                <a:ea typeface="IBM Plex Mono SemiBold"/>
                <a:cs typeface="IBM Plex Mono SemiBold"/>
                <a:sym typeface="IBM Plex Mono SemiBold"/>
              </a:rPr>
              <a:t>01</a:t>
            </a:r>
            <a:endParaRPr b="0" i="0" sz="3000" u="none" cap="none" strike="noStrike">
              <a:solidFill>
                <a:srgbClr val="076CFC"/>
              </a:solidFill>
              <a:latin typeface="IBM Plex Mono SemiBold"/>
              <a:ea typeface="IBM Plex Mono SemiBold"/>
              <a:cs typeface="IBM Plex Mono SemiBold"/>
              <a:sym typeface="IBM Plex Mono SemiBold"/>
            </a:endParaRPr>
          </a:p>
        </p:txBody>
      </p:sp>
      <p:sp>
        <p:nvSpPr>
          <p:cNvPr id="798" name="Google Shape;798;p58"/>
          <p:cNvSpPr txBox="1"/>
          <p:nvPr/>
        </p:nvSpPr>
        <p:spPr>
          <a:xfrm>
            <a:off x="5345135" y="2235368"/>
            <a:ext cx="3789300" cy="1127100"/>
          </a:xfrm>
          <a:prstGeom prst="rect">
            <a:avLst/>
          </a:prstGeom>
          <a:noFill/>
          <a:ln>
            <a:noFill/>
          </a:ln>
        </p:spPr>
        <p:txBody>
          <a:bodyPr anchorCtr="0" anchor="t" bIns="100800" lIns="100800" spcFirstLastPara="1" rIns="100800" wrap="square" tIns="100800">
            <a:spAutoFit/>
          </a:bodyPr>
          <a:lstStyle/>
          <a:p>
            <a:pPr indent="0" lvl="0" marL="0" marR="0" rtl="0" algn="l">
              <a:lnSpc>
                <a:spcPct val="100000"/>
              </a:lnSpc>
              <a:spcBef>
                <a:spcPts val="2183"/>
              </a:spcBef>
              <a:spcAft>
                <a:spcPts val="0"/>
              </a:spcAft>
              <a:buClr>
                <a:srgbClr val="000000"/>
              </a:buClr>
              <a:buSzPts val="1500"/>
              <a:buFont typeface="Arial"/>
              <a:buNone/>
            </a:pPr>
            <a:r>
              <a:rPr lang="uk" sz="1500">
                <a:solidFill>
                  <a:srgbClr val="FFFFFF"/>
                </a:solidFill>
                <a:latin typeface="IBM Plex Sans"/>
                <a:ea typeface="IBM Plex Sans"/>
                <a:cs typeface="IBM Plex Sans"/>
                <a:sym typeface="IBM Plex Sans"/>
              </a:rPr>
              <a:t>Застосовували логістичну регресію — щоб класифікувати акаунти як боти чи ні, базуючись на частоті твітів, підписниках і т.д. </a:t>
            </a:r>
            <a:endParaRPr sz="1500">
              <a:solidFill>
                <a:srgbClr val="FFFFFF"/>
              </a:solidFill>
              <a:latin typeface="IBM Plex Sans"/>
              <a:ea typeface="IBM Plex Sans"/>
              <a:cs typeface="IBM Plex Sans"/>
              <a:sym typeface="IBM Plex Sans"/>
            </a:endParaRPr>
          </a:p>
        </p:txBody>
      </p:sp>
      <p:sp>
        <p:nvSpPr>
          <p:cNvPr id="799" name="Google Shape;799;p58"/>
          <p:cNvSpPr txBox="1"/>
          <p:nvPr/>
        </p:nvSpPr>
        <p:spPr>
          <a:xfrm>
            <a:off x="5268707" y="1789402"/>
            <a:ext cx="3744000" cy="4722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rgbClr val="000000"/>
              </a:buClr>
              <a:buSzPts val="1200"/>
              <a:buFont typeface="Arial"/>
              <a:buNone/>
            </a:pPr>
            <a:r>
              <a:rPr b="0" i="0" lang="uk" sz="3000" u="none" cap="none" strike="noStrike">
                <a:solidFill>
                  <a:srgbClr val="076CFC"/>
                </a:solidFill>
                <a:latin typeface="IBM Plex Mono SemiBold"/>
                <a:ea typeface="IBM Plex Mono SemiBold"/>
                <a:cs typeface="IBM Plex Mono SemiBold"/>
                <a:sym typeface="IBM Plex Mono SemiBold"/>
              </a:rPr>
              <a:t>02</a:t>
            </a:r>
            <a:endParaRPr b="0" i="0" sz="3000" u="none" cap="none" strike="noStrike">
              <a:solidFill>
                <a:srgbClr val="076CFC"/>
              </a:solidFill>
              <a:latin typeface="IBM Plex Mono SemiBold"/>
              <a:ea typeface="IBM Plex Mono SemiBold"/>
              <a:cs typeface="IBM Plex Mono SemiBold"/>
              <a:sym typeface="IBM Plex Mono SemiBold"/>
            </a:endParaRPr>
          </a:p>
        </p:txBody>
      </p:sp>
      <p:sp>
        <p:nvSpPr>
          <p:cNvPr id="800" name="Google Shape;800;p58"/>
          <p:cNvSpPr txBox="1"/>
          <p:nvPr/>
        </p:nvSpPr>
        <p:spPr>
          <a:xfrm>
            <a:off x="721384" y="4052770"/>
            <a:ext cx="3789300" cy="896400"/>
          </a:xfrm>
          <a:prstGeom prst="rect">
            <a:avLst/>
          </a:prstGeom>
          <a:noFill/>
          <a:ln>
            <a:noFill/>
          </a:ln>
        </p:spPr>
        <p:txBody>
          <a:bodyPr anchorCtr="0" anchor="t" bIns="100800" lIns="100800" spcFirstLastPara="1" rIns="100800" wrap="square" tIns="100800">
            <a:spAutoFit/>
          </a:bodyPr>
          <a:lstStyle/>
          <a:p>
            <a:pPr indent="0" lvl="0" marL="0" marR="0" rtl="0" algn="l">
              <a:lnSpc>
                <a:spcPct val="100000"/>
              </a:lnSpc>
              <a:spcBef>
                <a:spcPts val="2183"/>
              </a:spcBef>
              <a:spcAft>
                <a:spcPts val="0"/>
              </a:spcAft>
              <a:buClr>
                <a:srgbClr val="000000"/>
              </a:buClr>
              <a:buSzPts val="1500"/>
              <a:buFont typeface="Arial"/>
              <a:buNone/>
            </a:pPr>
            <a:r>
              <a:rPr lang="uk" sz="1500">
                <a:solidFill>
                  <a:srgbClr val="FFFFFF"/>
                </a:solidFill>
                <a:latin typeface="IBM Plex Sans"/>
                <a:ea typeface="IBM Plex Sans"/>
                <a:cs typeface="IBM Plex Sans"/>
                <a:sym typeface="IBM Plex Sans"/>
              </a:rPr>
              <a:t>Потім кластеризація (K-means) — групувала акаунти з подібними ознаками, виявляючи бот-мережі</a:t>
            </a:r>
            <a:endParaRPr sz="1500">
              <a:solidFill>
                <a:srgbClr val="FFFFFF"/>
              </a:solidFill>
              <a:latin typeface="IBM Plex Sans"/>
              <a:ea typeface="IBM Plex Sans"/>
              <a:cs typeface="IBM Plex Sans"/>
              <a:sym typeface="IBM Plex Sans"/>
            </a:endParaRPr>
          </a:p>
        </p:txBody>
      </p:sp>
      <p:sp>
        <p:nvSpPr>
          <p:cNvPr id="801" name="Google Shape;801;p58"/>
          <p:cNvSpPr txBox="1"/>
          <p:nvPr/>
        </p:nvSpPr>
        <p:spPr>
          <a:xfrm>
            <a:off x="762065" y="3582261"/>
            <a:ext cx="3744000" cy="4083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rgbClr val="000000"/>
              </a:buClr>
              <a:buSzPts val="1200"/>
              <a:buFont typeface="Arial"/>
              <a:buNone/>
            </a:pPr>
            <a:r>
              <a:rPr b="0" i="0" lang="uk" sz="3000" u="none" cap="none" strike="noStrike">
                <a:solidFill>
                  <a:srgbClr val="076CFC"/>
                </a:solidFill>
                <a:latin typeface="IBM Plex Mono SemiBold"/>
                <a:ea typeface="IBM Plex Mono SemiBold"/>
                <a:cs typeface="IBM Plex Mono SemiBold"/>
                <a:sym typeface="IBM Plex Mono SemiBold"/>
              </a:rPr>
              <a:t>03</a:t>
            </a:r>
            <a:endParaRPr b="0" i="0" sz="3000" u="none" cap="none" strike="noStrike">
              <a:solidFill>
                <a:srgbClr val="076CFC"/>
              </a:solidFill>
              <a:latin typeface="IBM Plex Mono SemiBold"/>
              <a:ea typeface="IBM Plex Mono SemiBold"/>
              <a:cs typeface="IBM Plex Mono SemiBold"/>
              <a:sym typeface="IBM Plex Mono SemiBold"/>
            </a:endParaRPr>
          </a:p>
        </p:txBody>
      </p:sp>
      <p:sp>
        <p:nvSpPr>
          <p:cNvPr id="802" name="Google Shape;802;p58"/>
          <p:cNvSpPr txBox="1"/>
          <p:nvPr/>
        </p:nvSpPr>
        <p:spPr>
          <a:xfrm>
            <a:off x="5345135" y="4052770"/>
            <a:ext cx="3789300" cy="896400"/>
          </a:xfrm>
          <a:prstGeom prst="rect">
            <a:avLst/>
          </a:prstGeom>
          <a:noFill/>
          <a:ln>
            <a:noFill/>
          </a:ln>
        </p:spPr>
        <p:txBody>
          <a:bodyPr anchorCtr="0" anchor="t" bIns="100800" lIns="100800" spcFirstLastPara="1" rIns="100800" wrap="square" tIns="100800">
            <a:spAutoFit/>
          </a:bodyPr>
          <a:lstStyle/>
          <a:p>
            <a:pPr indent="0" lvl="0" marL="0" marR="0" rtl="0" algn="l">
              <a:lnSpc>
                <a:spcPct val="100000"/>
              </a:lnSpc>
              <a:spcBef>
                <a:spcPts val="2183"/>
              </a:spcBef>
              <a:spcAft>
                <a:spcPts val="0"/>
              </a:spcAft>
              <a:buClr>
                <a:srgbClr val="000000"/>
              </a:buClr>
              <a:buSzPts val="1500"/>
              <a:buFont typeface="Arial"/>
              <a:buNone/>
            </a:pPr>
            <a:r>
              <a:rPr lang="uk" sz="1500">
                <a:solidFill>
                  <a:srgbClr val="FFFFFF"/>
                </a:solidFill>
                <a:latin typeface="IBM Plex Sans"/>
                <a:ea typeface="IBM Plex Sans"/>
                <a:cs typeface="IBM Plex Sans"/>
                <a:sym typeface="IBM Plex Sans"/>
              </a:rPr>
              <a:t>Результат: десятки тисяч ботів було виявлено, вони впливали на політичний дискурс.</a:t>
            </a:r>
            <a:endParaRPr sz="1500">
              <a:solidFill>
                <a:srgbClr val="FFFFFF"/>
              </a:solidFill>
              <a:latin typeface="IBM Plex Sans"/>
              <a:ea typeface="IBM Plex Sans"/>
              <a:cs typeface="IBM Plex Sans"/>
              <a:sym typeface="IBM Plex Sans"/>
            </a:endParaRPr>
          </a:p>
        </p:txBody>
      </p:sp>
      <p:sp>
        <p:nvSpPr>
          <p:cNvPr id="803" name="Google Shape;803;p58"/>
          <p:cNvSpPr txBox="1"/>
          <p:nvPr/>
        </p:nvSpPr>
        <p:spPr>
          <a:xfrm>
            <a:off x="5268702" y="3582261"/>
            <a:ext cx="3744000" cy="4083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rgbClr val="000000"/>
              </a:buClr>
              <a:buSzPts val="1200"/>
              <a:buFont typeface="Arial"/>
              <a:buNone/>
            </a:pPr>
            <a:r>
              <a:rPr b="0" i="0" lang="uk" sz="3000" u="none" cap="none" strike="noStrike">
                <a:solidFill>
                  <a:srgbClr val="076CFC"/>
                </a:solidFill>
                <a:latin typeface="IBM Plex Mono SemiBold"/>
                <a:ea typeface="IBM Plex Mono SemiBold"/>
                <a:cs typeface="IBM Plex Mono SemiBold"/>
                <a:sym typeface="IBM Plex Mono SemiBold"/>
              </a:rPr>
              <a:t>04</a:t>
            </a:r>
            <a:endParaRPr b="0" i="0" sz="3000" u="none" cap="none" strike="noStrike">
              <a:solidFill>
                <a:srgbClr val="076CFC"/>
              </a:solidFill>
              <a:latin typeface="IBM Plex Mono SemiBold"/>
              <a:ea typeface="IBM Plex Mono SemiBold"/>
              <a:cs typeface="IBM Plex Mono SemiBold"/>
              <a:sym typeface="IBM Plex Mono SemiBold"/>
            </a:endParaRPr>
          </a:p>
        </p:txBody>
      </p:sp>
      <p:sp>
        <p:nvSpPr>
          <p:cNvPr id="804" name="Google Shape;804;p58"/>
          <p:cNvSpPr txBox="1"/>
          <p:nvPr/>
        </p:nvSpPr>
        <p:spPr>
          <a:xfrm>
            <a:off x="8869649" y="1029125"/>
            <a:ext cx="8247900" cy="2358600"/>
          </a:xfrm>
          <a:prstGeom prst="rect">
            <a:avLst/>
          </a:prstGeom>
          <a:noFill/>
          <a:ln>
            <a:noFill/>
          </a:ln>
        </p:spPr>
        <p:txBody>
          <a:bodyPr anchorCtr="0" anchor="t" bIns="100800" lIns="100800" spcFirstLastPara="1" rIns="100800" wrap="square" tIns="100800">
            <a:spAutoFit/>
          </a:bodyPr>
          <a:lstStyle/>
          <a:p>
            <a:pPr indent="0" lvl="0" marL="50800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FFFFFF"/>
              </a:solidFill>
              <a:latin typeface="IBM Plex Mono"/>
              <a:ea typeface="IBM Plex Mono"/>
              <a:cs typeface="IBM Plex Mono"/>
              <a:sym typeface="IBM Plex Mono"/>
              <a:extLst>
                <a:ext uri="http://customooxmlschemas.google.com/">
                  <go:slidesCustomData xmlns:go="http://customooxmlschemas.google.com/" textRoundtripDataId="4"/>
                </a:ext>
              </a:extLst>
            </a:endParaRPr>
          </a:p>
          <a:p>
            <a:pPr indent="0" lvl="0" marL="50800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FFFFFF"/>
              </a:solidFill>
              <a:latin typeface="IBM Plex Mono"/>
              <a:ea typeface="IBM Plex Mono"/>
              <a:cs typeface="IBM Plex Mono"/>
              <a:sym typeface="IBM Plex Mono"/>
              <a:extLst>
                <a:ext uri="http://customooxmlschemas.google.com/">
                  <go:slidesCustomData xmlns:go="http://customooxmlschemas.google.com/" textRoundtripDataId="5"/>
                </a:ext>
              </a:extLst>
            </a:endParaRPr>
          </a:p>
          <a:p>
            <a:pPr indent="0" lvl="0" marL="50800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FFFFFF"/>
              </a:solidFill>
              <a:latin typeface="IBM Plex Mono"/>
              <a:ea typeface="IBM Plex Mono"/>
              <a:cs typeface="IBM Plex Mono"/>
              <a:sym typeface="IBM Plex Mono"/>
              <a:extLst>
                <a:ext uri="http://customooxmlschemas.google.com/">
                  <go:slidesCustomData xmlns:go="http://customooxmlschemas.google.com/" textRoundtripDataId="6"/>
                </a:ext>
              </a:extLst>
            </a:endParaRPr>
          </a:p>
          <a:p>
            <a:pPr indent="0" lvl="0" marL="50800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FFFFFF"/>
              </a:solidFill>
              <a:latin typeface="IBM Plex Mono"/>
              <a:ea typeface="IBM Plex Mono"/>
              <a:cs typeface="IBM Plex Mono"/>
              <a:sym typeface="IBM Plex Mono"/>
              <a:extLst>
                <a:ext uri="http://customooxmlschemas.google.com/">
                  <go:slidesCustomData xmlns:go="http://customooxmlschemas.google.com/" textRoundtripDataId="7"/>
                </a:ext>
              </a:extLst>
            </a:endParaRPr>
          </a:p>
          <a:p>
            <a:pPr indent="0" lvl="0" marL="50800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FFFFFF"/>
              </a:solidFill>
              <a:latin typeface="IBM Plex Mono"/>
              <a:ea typeface="IBM Plex Mono"/>
              <a:cs typeface="IBM Plex Mono"/>
              <a:sym typeface="IBM Plex Mono"/>
              <a:extLst>
                <a:ext uri="http://customooxmlschemas.google.com/">
                  <go:slidesCustomData xmlns:go="http://customooxmlschemas.google.com/" textRoundtripDataId="8"/>
                </a:ext>
              </a:extLst>
            </a:endParaRPr>
          </a:p>
          <a:p>
            <a:pPr indent="0" lvl="0" marL="50800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FFFFFF"/>
              </a:solidFill>
              <a:latin typeface="IBM Plex Mono"/>
              <a:ea typeface="IBM Plex Mono"/>
              <a:cs typeface="IBM Plex Mono"/>
              <a:sym typeface="IBM Plex Mono"/>
              <a:extLst>
                <a:ext uri="http://customooxmlschemas.google.com/">
                  <go:slidesCustomData xmlns:go="http://customooxmlschemas.google.com/" textRoundtripDataId="9"/>
                </a:ext>
              </a:extLst>
            </a:endParaRPr>
          </a:p>
          <a:p>
            <a:pPr indent="0" lvl="0" marL="50800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FFFFFF"/>
              </a:solidFill>
              <a:latin typeface="IBM Plex Mono"/>
              <a:ea typeface="IBM Plex Mono"/>
              <a:cs typeface="IBM Plex Mono"/>
              <a:sym typeface="IBM Plex Mono"/>
              <a:extLst>
                <a:ext uri="http://customooxmlschemas.google.com/">
                  <go:slidesCustomData xmlns:go="http://customooxmlschemas.google.com/" textRoundtripDataId="10"/>
                </a:ext>
              </a:extLst>
            </a:endParaRPr>
          </a:p>
          <a:p>
            <a:pPr indent="0" lvl="0" marL="50800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FFFFFF"/>
              </a:solidFill>
              <a:latin typeface="IBM Plex Mono"/>
              <a:ea typeface="IBM Plex Mono"/>
              <a:cs typeface="IBM Plex Mono"/>
              <a:sym typeface="IBM Plex Mono"/>
              <a:extLst>
                <a:ext uri="http://customooxmlschemas.google.com/">
                  <go:slidesCustomData xmlns:go="http://customooxmlschemas.google.com/" textRoundtripDataId="11"/>
                </a:ext>
              </a:extLst>
            </a:endParaRPr>
          </a:p>
          <a:p>
            <a:pPr indent="0" lvl="0" marL="50800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FFFFFF"/>
              </a:solidFill>
              <a:latin typeface="IBM Plex Mono"/>
              <a:ea typeface="IBM Plex Mono"/>
              <a:cs typeface="IBM Plex Mono"/>
              <a:sym typeface="IBM Plex Mono"/>
              <a:extLst>
                <a:ext uri="http://customooxmlschemas.google.com/">
                  <go:slidesCustomData xmlns:go="http://customooxmlschemas.google.com/" textRoundtripDataId="12"/>
                </a:ext>
              </a:extLst>
            </a:endParaRPr>
          </a:p>
          <a:p>
            <a:pPr indent="0" lvl="0" marL="5080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IBM Plex Mono"/>
              <a:ea typeface="IBM Plex Mono"/>
              <a:cs typeface="IBM Plex Mono"/>
              <a:sym typeface="IBM Plex Mono"/>
            </a:endParaRPr>
          </a:p>
        </p:txBody>
      </p:sp>
      <p:sp>
        <p:nvSpPr>
          <p:cNvPr id="805" name="Google Shape;805;p58"/>
          <p:cNvSpPr txBox="1"/>
          <p:nvPr/>
        </p:nvSpPr>
        <p:spPr>
          <a:xfrm>
            <a:off x="238097" y="144548"/>
            <a:ext cx="9564900" cy="4737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rgbClr val="000000"/>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КЕЙС 1-1 ЗАСТОСУВАННЯ МОДЕЛЕЙ НА ПРАКТИЦІ. ВИБОРИ В США (2016–2020)</a:t>
            </a:r>
            <a:endParaRPr b="0" i="0" sz="3300" u="none" cap="none" strike="noStrike">
              <a:solidFill>
                <a:srgbClr val="E5E8EC"/>
              </a:solidFill>
              <a:latin typeface="IBM Plex Mono SemiBold"/>
              <a:ea typeface="IBM Plex Mono SemiBold"/>
              <a:cs typeface="IBM Plex Mono SemiBold"/>
              <a:sym typeface="IBM Plex Mono SemiBo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809" name="Shape 809"/>
        <p:cNvGrpSpPr/>
        <p:nvPr/>
      </p:nvGrpSpPr>
      <p:grpSpPr>
        <a:xfrm>
          <a:off x="0" y="0"/>
          <a:ext cx="0" cy="0"/>
          <a:chOff x="0" y="0"/>
          <a:chExt cx="0" cy="0"/>
        </a:xfrm>
      </p:grpSpPr>
      <p:sp>
        <p:nvSpPr>
          <p:cNvPr id="810" name="Google Shape;810;p59"/>
          <p:cNvSpPr txBox="1"/>
          <p:nvPr/>
        </p:nvSpPr>
        <p:spPr>
          <a:xfrm>
            <a:off x="12946375" y="2262200"/>
            <a:ext cx="8372400" cy="1158000"/>
          </a:xfrm>
          <a:prstGeom prst="rect">
            <a:avLst/>
          </a:prstGeom>
          <a:noFill/>
          <a:ln>
            <a:noFill/>
          </a:ln>
        </p:spPr>
        <p:txBody>
          <a:bodyPr anchorCtr="0" anchor="t" bIns="100800" lIns="100800" spcFirstLastPara="1" rIns="100800" wrap="square" tIns="100800">
            <a:spAutoFit/>
          </a:bodyPr>
          <a:lstStyle/>
          <a:p>
            <a:pPr indent="0" lvl="0" marL="0" marR="0" rtl="0" algn="l">
              <a:lnSpc>
                <a:spcPct val="100000"/>
              </a:lnSpc>
              <a:spcBef>
                <a:spcPts val="0"/>
              </a:spcBef>
              <a:spcAft>
                <a:spcPts val="0"/>
              </a:spcAft>
              <a:buClr>
                <a:srgbClr val="000000"/>
              </a:buClr>
              <a:buSzPts val="1600"/>
              <a:buFont typeface="Arial"/>
              <a:buNone/>
            </a:pPr>
            <a:br>
              <a:rPr b="0" i="0" lang="uk" sz="1600" u="none" cap="none" strike="noStrike">
                <a:solidFill>
                  <a:schemeClr val="dk1"/>
                </a:solidFill>
                <a:latin typeface="IBM Plex Sans"/>
                <a:ea typeface="IBM Plex Sans"/>
                <a:cs typeface="IBM Plex Sans"/>
                <a:sym typeface="IBM Plex Sans"/>
              </a:rPr>
            </a:br>
            <a:endParaRPr b="1" i="0" sz="1600" u="none" cap="none" strike="noStrike">
              <a:solidFill>
                <a:schemeClr val="dk1"/>
              </a:solidFill>
              <a:latin typeface="IBM Plex Sans"/>
              <a:ea typeface="IBM Plex Sans"/>
              <a:cs typeface="IBM Plex Sans"/>
              <a:sym typeface="IBM Plex Sans"/>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IBM Plex Sans"/>
              <a:ea typeface="IBM Plex Sans"/>
              <a:cs typeface="IBM Plex Sans"/>
              <a:sym typeface="IBM Plex Sans"/>
            </a:endParaRPr>
          </a:p>
          <a:p>
            <a:pPr indent="0" lvl="0" marL="0" marR="0" rtl="0" algn="l">
              <a:lnSpc>
                <a:spcPct val="100000"/>
              </a:lnSpc>
              <a:spcBef>
                <a:spcPts val="0"/>
              </a:spcBef>
              <a:spcAft>
                <a:spcPts val="0"/>
              </a:spcAft>
              <a:buClr>
                <a:srgbClr val="000000"/>
              </a:buClr>
              <a:buSzPts val="1600"/>
              <a:buFont typeface="Arial"/>
              <a:buNone/>
            </a:pPr>
            <a:r>
              <a:t/>
            </a:r>
            <a:endParaRPr b="0" i="0" sz="1400" u="none" cap="none" strike="noStrike">
              <a:solidFill>
                <a:schemeClr val="dk1"/>
              </a:solidFill>
              <a:latin typeface="IBM Plex Mono"/>
              <a:ea typeface="IBM Plex Mono"/>
              <a:cs typeface="IBM Plex Mono"/>
              <a:sym typeface="IBM Plex Mono"/>
            </a:endParaRPr>
          </a:p>
        </p:txBody>
      </p:sp>
      <p:sp>
        <p:nvSpPr>
          <p:cNvPr id="811" name="Google Shape;811;p59"/>
          <p:cNvSpPr txBox="1"/>
          <p:nvPr/>
        </p:nvSpPr>
        <p:spPr>
          <a:xfrm>
            <a:off x="238097" y="144548"/>
            <a:ext cx="9564900" cy="4737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rgbClr val="000000"/>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КЕЙС 1-2 ВИЯВЛЕННЯ БОТ-МЕРЕЖ У TWITTER ПІД ЧАС ВИБОРІВ У США (2016–2020)</a:t>
            </a:r>
            <a:endParaRPr b="0" i="0" sz="3300" u="none" cap="none" strike="noStrike">
              <a:solidFill>
                <a:srgbClr val="E5E8EC"/>
              </a:solidFill>
              <a:latin typeface="IBM Plex Mono SemiBold"/>
              <a:ea typeface="IBM Plex Mono SemiBold"/>
              <a:cs typeface="IBM Plex Mono SemiBold"/>
              <a:sym typeface="IBM Plex Mono SemiBold"/>
            </a:endParaRPr>
          </a:p>
        </p:txBody>
      </p:sp>
      <p:sp>
        <p:nvSpPr>
          <p:cNvPr id="812" name="Google Shape;812;p59"/>
          <p:cNvSpPr/>
          <p:nvPr/>
        </p:nvSpPr>
        <p:spPr>
          <a:xfrm>
            <a:off x="342875" y="1840450"/>
            <a:ext cx="3133200" cy="3477300"/>
          </a:xfrm>
          <a:prstGeom prst="roundRect">
            <a:avLst>
              <a:gd fmla="val 9860" name="adj"/>
            </a:avLst>
          </a:prstGeom>
          <a:solidFill>
            <a:srgbClr val="282828"/>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813" name="Google Shape;813;p59"/>
          <p:cNvSpPr/>
          <p:nvPr/>
        </p:nvSpPr>
        <p:spPr>
          <a:xfrm>
            <a:off x="3459161" y="1840606"/>
            <a:ext cx="3133200" cy="3477300"/>
          </a:xfrm>
          <a:prstGeom prst="roundRect">
            <a:avLst>
              <a:gd fmla="val 10676" name="adj"/>
            </a:avLst>
          </a:prstGeom>
          <a:solidFill>
            <a:srgbClr val="FFFFFF"/>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814" name="Google Shape;814;p59"/>
          <p:cNvSpPr/>
          <p:nvPr/>
        </p:nvSpPr>
        <p:spPr>
          <a:xfrm>
            <a:off x="6575450" y="1840450"/>
            <a:ext cx="3133200" cy="3477300"/>
          </a:xfrm>
          <a:prstGeom prst="roundRect">
            <a:avLst>
              <a:gd fmla="val 12188" name="adj"/>
            </a:avLst>
          </a:prstGeom>
          <a:solidFill>
            <a:srgbClr val="076CFC"/>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815" name="Google Shape;815;p59"/>
          <p:cNvSpPr txBox="1"/>
          <p:nvPr/>
        </p:nvSpPr>
        <p:spPr>
          <a:xfrm>
            <a:off x="609398" y="2147950"/>
            <a:ext cx="2655000" cy="429900"/>
          </a:xfrm>
          <a:prstGeom prst="rect">
            <a:avLst/>
          </a:prstGeom>
          <a:noFill/>
          <a:ln>
            <a:noFill/>
          </a:ln>
        </p:spPr>
        <p:txBody>
          <a:bodyPr anchorCtr="0" anchor="t" bIns="75600" lIns="75600" spcFirstLastPara="1" rIns="75600" wrap="square" tIns="75600">
            <a:spAutoFit/>
          </a:bodyPr>
          <a:lstStyle/>
          <a:p>
            <a:pPr indent="0" lvl="0" marL="0" marR="0" rtl="0" algn="l">
              <a:lnSpc>
                <a:spcPct val="100000"/>
              </a:lnSpc>
              <a:spcBef>
                <a:spcPts val="0"/>
              </a:spcBef>
              <a:spcAft>
                <a:spcPts val="0"/>
              </a:spcAft>
              <a:buClr>
                <a:srgbClr val="000000"/>
              </a:buClr>
              <a:buSzPts val="4000"/>
              <a:buFont typeface="Arial"/>
              <a:buNone/>
            </a:pPr>
            <a:r>
              <a:rPr lang="uk" sz="1800">
                <a:solidFill>
                  <a:srgbClr val="E5E8EC"/>
                </a:solidFill>
                <a:latin typeface="IBM Plex Mono SemiBold"/>
                <a:ea typeface="IBM Plex Mono SemiBold"/>
                <a:cs typeface="IBM Plex Mono SemiBold"/>
                <a:sym typeface="IBM Plex Mono SemiBold"/>
              </a:rPr>
              <a:t>Ціль:</a:t>
            </a:r>
            <a:endParaRPr sz="1800">
              <a:solidFill>
                <a:srgbClr val="E5E8EC"/>
              </a:solidFill>
              <a:latin typeface="IBM Plex Mono SemiBold"/>
              <a:ea typeface="IBM Plex Mono SemiBold"/>
              <a:cs typeface="IBM Plex Mono SemiBold"/>
              <a:sym typeface="IBM Plex Mono SemiBold"/>
            </a:endParaRPr>
          </a:p>
        </p:txBody>
      </p:sp>
      <p:sp>
        <p:nvSpPr>
          <p:cNvPr id="816" name="Google Shape;816;p59"/>
          <p:cNvSpPr txBox="1"/>
          <p:nvPr/>
        </p:nvSpPr>
        <p:spPr>
          <a:xfrm>
            <a:off x="3592423" y="2147950"/>
            <a:ext cx="2655000" cy="429900"/>
          </a:xfrm>
          <a:prstGeom prst="rect">
            <a:avLst/>
          </a:prstGeom>
          <a:noFill/>
          <a:ln>
            <a:noFill/>
          </a:ln>
        </p:spPr>
        <p:txBody>
          <a:bodyPr anchorCtr="0" anchor="t" bIns="75600" lIns="75600" spcFirstLastPara="1" rIns="75600" wrap="square" tIns="75600">
            <a:spAutoFit/>
          </a:bodyPr>
          <a:lstStyle/>
          <a:p>
            <a:pPr indent="0" lvl="0" marL="0" marR="0" rtl="0" algn="l">
              <a:lnSpc>
                <a:spcPct val="100000"/>
              </a:lnSpc>
              <a:spcBef>
                <a:spcPts val="0"/>
              </a:spcBef>
              <a:spcAft>
                <a:spcPts val="0"/>
              </a:spcAft>
              <a:buClr>
                <a:srgbClr val="000000"/>
              </a:buClr>
              <a:buSzPts val="4000"/>
              <a:buFont typeface="Arial"/>
              <a:buNone/>
            </a:pPr>
            <a:r>
              <a:rPr lang="uk" sz="1800">
                <a:latin typeface="IBM Plex Mono SemiBold"/>
                <a:ea typeface="IBM Plex Mono SemiBold"/>
                <a:cs typeface="IBM Plex Mono SemiBold"/>
                <a:sym typeface="IBM Plex Mono SemiBold"/>
              </a:rPr>
              <a:t>Методи:</a:t>
            </a:r>
            <a:endParaRPr sz="1800">
              <a:latin typeface="IBM Plex Mono SemiBold"/>
              <a:ea typeface="IBM Plex Mono SemiBold"/>
              <a:cs typeface="IBM Plex Mono SemiBold"/>
              <a:sym typeface="IBM Plex Mono SemiBold"/>
            </a:endParaRPr>
          </a:p>
        </p:txBody>
      </p:sp>
      <p:sp>
        <p:nvSpPr>
          <p:cNvPr id="817" name="Google Shape;817;p59"/>
          <p:cNvSpPr txBox="1"/>
          <p:nvPr/>
        </p:nvSpPr>
        <p:spPr>
          <a:xfrm>
            <a:off x="6814535" y="2147950"/>
            <a:ext cx="2655000" cy="429900"/>
          </a:xfrm>
          <a:prstGeom prst="rect">
            <a:avLst/>
          </a:prstGeom>
          <a:noFill/>
          <a:ln>
            <a:noFill/>
          </a:ln>
        </p:spPr>
        <p:txBody>
          <a:bodyPr anchorCtr="0" anchor="t" bIns="75600" lIns="75600" spcFirstLastPara="1" rIns="75600" wrap="square" tIns="75600">
            <a:spAutoFit/>
          </a:bodyPr>
          <a:lstStyle/>
          <a:p>
            <a:pPr indent="0" lvl="0" marL="0" marR="0" rtl="0" algn="l">
              <a:lnSpc>
                <a:spcPct val="100000"/>
              </a:lnSpc>
              <a:spcBef>
                <a:spcPts val="0"/>
              </a:spcBef>
              <a:spcAft>
                <a:spcPts val="0"/>
              </a:spcAft>
              <a:buClr>
                <a:srgbClr val="000000"/>
              </a:buClr>
              <a:buSzPts val="4000"/>
              <a:buFont typeface="Arial"/>
              <a:buNone/>
            </a:pPr>
            <a:r>
              <a:rPr lang="uk" sz="1800">
                <a:solidFill>
                  <a:srgbClr val="E5E8EC"/>
                </a:solidFill>
                <a:latin typeface="IBM Plex Mono SemiBold"/>
                <a:ea typeface="IBM Plex Mono SemiBold"/>
                <a:cs typeface="IBM Plex Mono SemiBold"/>
                <a:sym typeface="IBM Plex Mono SemiBold"/>
              </a:rPr>
              <a:t>Результат:</a:t>
            </a:r>
            <a:endParaRPr sz="1800">
              <a:solidFill>
                <a:srgbClr val="E5E8EC"/>
              </a:solidFill>
              <a:latin typeface="IBM Plex Mono SemiBold"/>
              <a:ea typeface="IBM Plex Mono SemiBold"/>
              <a:cs typeface="IBM Plex Mono SemiBold"/>
              <a:sym typeface="IBM Plex Mono SemiBold"/>
            </a:endParaRPr>
          </a:p>
        </p:txBody>
      </p:sp>
      <p:sp>
        <p:nvSpPr>
          <p:cNvPr id="818" name="Google Shape;818;p59"/>
          <p:cNvSpPr txBox="1"/>
          <p:nvPr/>
        </p:nvSpPr>
        <p:spPr>
          <a:xfrm>
            <a:off x="609402" y="2912125"/>
            <a:ext cx="2386800" cy="877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lang="uk" sz="1500">
                <a:solidFill>
                  <a:srgbClr val="FFFFFF"/>
                </a:solidFill>
                <a:latin typeface="IBM Plex Sans"/>
                <a:ea typeface="IBM Plex Sans"/>
                <a:cs typeface="IBM Plex Sans"/>
                <a:sym typeface="IBM Plex Sans"/>
              </a:rPr>
              <a:t>виявити скоординовану кампанію дезінформації з використанням ботів.</a:t>
            </a:r>
            <a:endParaRPr sz="1500">
              <a:solidFill>
                <a:srgbClr val="FFFFFF"/>
              </a:solidFill>
              <a:latin typeface="IBM Plex Sans"/>
              <a:ea typeface="IBM Plex Sans"/>
              <a:cs typeface="IBM Plex Sans"/>
              <a:sym typeface="IBM Plex Sans"/>
            </a:endParaRPr>
          </a:p>
        </p:txBody>
      </p:sp>
      <p:sp>
        <p:nvSpPr>
          <p:cNvPr id="819" name="Google Shape;819;p59"/>
          <p:cNvSpPr txBox="1"/>
          <p:nvPr/>
        </p:nvSpPr>
        <p:spPr>
          <a:xfrm>
            <a:off x="3472862" y="2577850"/>
            <a:ext cx="3133200" cy="2586000"/>
          </a:xfrm>
          <a:prstGeom prst="rect">
            <a:avLst/>
          </a:prstGeom>
          <a:noFill/>
          <a:ln>
            <a:noFill/>
          </a:ln>
        </p:spPr>
        <p:txBody>
          <a:bodyPr anchorCtr="0" anchor="t" bIns="91425" lIns="91425" spcFirstLastPara="1" rIns="91425" wrap="square" tIns="91425">
            <a:spAutoFit/>
          </a:bodyPr>
          <a:lstStyle/>
          <a:p>
            <a:pPr indent="-311150" lvl="0" marL="457200" marR="0" rtl="0" algn="l">
              <a:lnSpc>
                <a:spcPct val="100000"/>
              </a:lnSpc>
              <a:spcBef>
                <a:spcPts val="0"/>
              </a:spcBef>
              <a:spcAft>
                <a:spcPts val="0"/>
              </a:spcAft>
              <a:buSzPts val="1300"/>
              <a:buFont typeface="IBM Plex Sans"/>
              <a:buChar char="●"/>
            </a:pPr>
            <a:r>
              <a:rPr lang="uk" sz="1300">
                <a:latin typeface="IBM Plex Sans"/>
                <a:ea typeface="IBM Plex Sans"/>
                <a:cs typeface="IBM Plex Sans"/>
                <a:sym typeface="IBM Plex Sans"/>
              </a:rPr>
              <a:t>Логістична регресія: використовувалась для класифікації акаунтів як ботів або реальних користувачів, на основі ознак: частота твітів, структура підписників, мова постів.</a:t>
            </a:r>
            <a:endParaRPr sz="1300">
              <a:latin typeface="IBM Plex Sans"/>
              <a:ea typeface="IBM Plex Sans"/>
              <a:cs typeface="IBM Plex Sans"/>
              <a:sym typeface="IBM Plex Sans"/>
            </a:endParaRPr>
          </a:p>
          <a:p>
            <a:pPr indent="-311150" lvl="0" marL="457200" marR="0" rtl="0" algn="l">
              <a:lnSpc>
                <a:spcPct val="100000"/>
              </a:lnSpc>
              <a:spcBef>
                <a:spcPts val="0"/>
              </a:spcBef>
              <a:spcAft>
                <a:spcPts val="0"/>
              </a:spcAft>
              <a:buSzPts val="1300"/>
              <a:buFont typeface="IBM Plex Sans"/>
              <a:buChar char="●"/>
            </a:pPr>
            <a:r>
              <a:rPr lang="uk" sz="1300">
                <a:latin typeface="IBM Plex Sans"/>
                <a:ea typeface="IBM Plex Sans"/>
                <a:cs typeface="IBM Plex Sans"/>
                <a:sym typeface="IBM Plex Sans"/>
              </a:rPr>
              <a:t>Кластеризація (K-means): для групування акаунтів за схожими ознаками </a:t>
            </a:r>
            <a:endParaRPr sz="1300">
              <a:latin typeface="IBM Plex Sans"/>
              <a:ea typeface="IBM Plex Sans"/>
              <a:cs typeface="IBM Plex Sans"/>
              <a:sym typeface="IBM Plex Sans"/>
            </a:endParaRPr>
          </a:p>
          <a:p>
            <a:pPr indent="-311150" lvl="0" marL="457200" marR="0" rtl="0" algn="l">
              <a:lnSpc>
                <a:spcPct val="100000"/>
              </a:lnSpc>
              <a:spcBef>
                <a:spcPts val="0"/>
              </a:spcBef>
              <a:spcAft>
                <a:spcPts val="0"/>
              </a:spcAft>
              <a:buSzPts val="1300"/>
              <a:buFont typeface="IBM Plex Sans"/>
              <a:buChar char="●"/>
            </a:pPr>
            <a:r>
              <a:rPr lang="uk" sz="1300">
                <a:latin typeface="IBM Plex Sans"/>
                <a:ea typeface="IBM Plex Sans"/>
                <a:cs typeface="IBM Plex Sans"/>
                <a:sym typeface="IBM Plex Sans"/>
              </a:rPr>
              <a:t>— виявлено бот-мережі, які просували однакові меседжі.</a:t>
            </a:r>
            <a:endParaRPr sz="1300">
              <a:latin typeface="IBM Plex Sans"/>
              <a:ea typeface="IBM Plex Sans"/>
              <a:cs typeface="IBM Plex Sans"/>
              <a:sym typeface="IBM Plex Sans"/>
            </a:endParaRPr>
          </a:p>
        </p:txBody>
      </p:sp>
      <p:sp>
        <p:nvSpPr>
          <p:cNvPr id="820" name="Google Shape;820;p59"/>
          <p:cNvSpPr txBox="1"/>
          <p:nvPr/>
        </p:nvSpPr>
        <p:spPr>
          <a:xfrm>
            <a:off x="6814526" y="2912125"/>
            <a:ext cx="2655000" cy="133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lang="uk" sz="1500">
                <a:solidFill>
                  <a:srgbClr val="FFFFFF"/>
                </a:solidFill>
                <a:latin typeface="IBM Plex Sans"/>
                <a:ea typeface="IBM Plex Sans"/>
                <a:cs typeface="IBM Plex Sans"/>
                <a:sym typeface="IBM Plex Sans"/>
              </a:rPr>
              <a:t>виявлено десятки тисяч ботів, які впливали на інформаційний </a:t>
            </a:r>
            <a:endParaRPr sz="1500">
              <a:solidFill>
                <a:srgbClr val="FFFFFF"/>
              </a:solidFill>
              <a:latin typeface="IBM Plex Sans"/>
              <a:ea typeface="IBM Plex Sans"/>
              <a:cs typeface="IBM Plex Sans"/>
              <a:sym typeface="IBM Plex Sans"/>
            </a:endParaRPr>
          </a:p>
          <a:p>
            <a:pPr indent="0" lvl="0" marL="0" marR="0" rtl="0" algn="l">
              <a:lnSpc>
                <a:spcPct val="100000"/>
              </a:lnSpc>
              <a:spcBef>
                <a:spcPts val="0"/>
              </a:spcBef>
              <a:spcAft>
                <a:spcPts val="0"/>
              </a:spcAft>
              <a:buClr>
                <a:srgbClr val="000000"/>
              </a:buClr>
              <a:buSzPts val="1500"/>
              <a:buFont typeface="Arial"/>
              <a:buNone/>
            </a:pPr>
            <a:r>
              <a:rPr lang="uk" sz="1500">
                <a:solidFill>
                  <a:srgbClr val="FFFFFF"/>
                </a:solidFill>
                <a:latin typeface="IBM Plex Sans"/>
                <a:ea typeface="IBM Plex Sans"/>
                <a:cs typeface="IBM Plex Sans"/>
                <a:sym typeface="IBM Plex Sans"/>
              </a:rPr>
              <a:t>простір у період перед виборами.</a:t>
            </a:r>
            <a:endParaRPr sz="1500">
              <a:solidFill>
                <a:srgbClr val="FFFFFF"/>
              </a:solidFill>
              <a:latin typeface="IBM Plex Sans"/>
              <a:ea typeface="IBM Plex Sans"/>
              <a:cs typeface="IBM Plex Sans"/>
              <a:sym typeface="IBM Plex Sans"/>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824" name="Shape 824"/>
        <p:cNvGrpSpPr/>
        <p:nvPr/>
      </p:nvGrpSpPr>
      <p:grpSpPr>
        <a:xfrm>
          <a:off x="0" y="0"/>
          <a:ext cx="0" cy="0"/>
          <a:chOff x="0" y="0"/>
          <a:chExt cx="0" cy="0"/>
        </a:xfrm>
      </p:grpSpPr>
      <p:sp>
        <p:nvSpPr>
          <p:cNvPr id="825" name="Google Shape;825;p60"/>
          <p:cNvSpPr txBox="1"/>
          <p:nvPr/>
        </p:nvSpPr>
        <p:spPr>
          <a:xfrm>
            <a:off x="238097" y="144548"/>
            <a:ext cx="9564900" cy="4737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rgbClr val="000000"/>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КЕЙС 2-1 COVID-19 І ФЕЙКИ</a:t>
            </a:r>
            <a:endParaRPr b="0" i="0" sz="3300" u="none" cap="none" strike="noStrike">
              <a:solidFill>
                <a:srgbClr val="E5E8EC"/>
              </a:solidFill>
              <a:latin typeface="IBM Plex Mono SemiBold"/>
              <a:ea typeface="IBM Plex Mono SemiBold"/>
              <a:cs typeface="IBM Plex Mono SemiBold"/>
              <a:sym typeface="IBM Plex Mono SemiBold"/>
            </a:endParaRPr>
          </a:p>
        </p:txBody>
      </p:sp>
      <p:sp>
        <p:nvSpPr>
          <p:cNvPr id="826" name="Google Shape;826;p60"/>
          <p:cNvSpPr/>
          <p:nvPr/>
        </p:nvSpPr>
        <p:spPr>
          <a:xfrm>
            <a:off x="4913896" y="1608476"/>
            <a:ext cx="4652100" cy="1793100"/>
          </a:xfrm>
          <a:prstGeom prst="roundRect">
            <a:avLst>
              <a:gd fmla="val 15386" name="adj"/>
            </a:avLst>
          </a:prstGeom>
          <a:solidFill>
            <a:srgbClr val="282828"/>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827" name="Google Shape;827;p60"/>
          <p:cNvSpPr/>
          <p:nvPr/>
        </p:nvSpPr>
        <p:spPr>
          <a:xfrm>
            <a:off x="4914094" y="3401770"/>
            <a:ext cx="4652100" cy="1777200"/>
          </a:xfrm>
          <a:prstGeom prst="roundRect">
            <a:avLst>
              <a:gd fmla="val 13524" name="adj"/>
            </a:avLst>
          </a:prstGeom>
          <a:solidFill>
            <a:srgbClr val="282828"/>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828" name="Google Shape;828;p60"/>
          <p:cNvSpPr/>
          <p:nvPr/>
        </p:nvSpPr>
        <p:spPr>
          <a:xfrm>
            <a:off x="425200" y="3401770"/>
            <a:ext cx="4652100" cy="1777200"/>
          </a:xfrm>
          <a:prstGeom prst="roundRect">
            <a:avLst>
              <a:gd fmla="val 13731" name="adj"/>
            </a:avLst>
          </a:prstGeom>
          <a:solidFill>
            <a:srgbClr val="282828"/>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829" name="Google Shape;829;p60"/>
          <p:cNvSpPr/>
          <p:nvPr/>
        </p:nvSpPr>
        <p:spPr>
          <a:xfrm>
            <a:off x="425200" y="1608476"/>
            <a:ext cx="4652100" cy="1793100"/>
          </a:xfrm>
          <a:prstGeom prst="roundRect">
            <a:avLst>
              <a:gd fmla="val 14597" name="adj"/>
            </a:avLst>
          </a:prstGeom>
          <a:solidFill>
            <a:srgbClr val="282828"/>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830" name="Google Shape;830;p60"/>
          <p:cNvSpPr txBox="1"/>
          <p:nvPr/>
        </p:nvSpPr>
        <p:spPr>
          <a:xfrm>
            <a:off x="721384" y="2235368"/>
            <a:ext cx="3789300" cy="665400"/>
          </a:xfrm>
          <a:prstGeom prst="rect">
            <a:avLst/>
          </a:prstGeom>
          <a:noFill/>
          <a:ln>
            <a:noFill/>
          </a:ln>
        </p:spPr>
        <p:txBody>
          <a:bodyPr anchorCtr="0" anchor="t" bIns="100800" lIns="100800" spcFirstLastPara="1" rIns="100800" wrap="square" tIns="100800">
            <a:spAutoFit/>
          </a:bodyPr>
          <a:lstStyle/>
          <a:p>
            <a:pPr indent="0" lvl="0" marL="0" marR="0" rtl="0" algn="l">
              <a:lnSpc>
                <a:spcPct val="100000"/>
              </a:lnSpc>
              <a:spcBef>
                <a:spcPts val="2183"/>
              </a:spcBef>
              <a:spcAft>
                <a:spcPts val="0"/>
              </a:spcAft>
              <a:buClr>
                <a:srgbClr val="000000"/>
              </a:buClr>
              <a:buSzPts val="1500"/>
              <a:buFont typeface="Arial"/>
              <a:buNone/>
            </a:pPr>
            <a:r>
              <a:rPr lang="uk" sz="1500">
                <a:solidFill>
                  <a:srgbClr val="FFFFFF"/>
                </a:solidFill>
                <a:latin typeface="IBM Plex Sans"/>
                <a:ea typeface="IBM Plex Sans"/>
                <a:cs typeface="IBM Plex Sans"/>
                <a:sym typeface="IBM Plex Sans"/>
              </a:rPr>
              <a:t>Ціль — автоматично розпізнати фейкові новини</a:t>
            </a:r>
            <a:endParaRPr sz="1500">
              <a:solidFill>
                <a:srgbClr val="FFFFFF"/>
              </a:solidFill>
              <a:latin typeface="IBM Plex Sans"/>
              <a:ea typeface="IBM Plex Sans"/>
              <a:cs typeface="IBM Plex Sans"/>
              <a:sym typeface="IBM Plex Sans"/>
            </a:endParaRPr>
          </a:p>
        </p:txBody>
      </p:sp>
      <p:sp>
        <p:nvSpPr>
          <p:cNvPr id="831" name="Google Shape;831;p60"/>
          <p:cNvSpPr txBox="1"/>
          <p:nvPr/>
        </p:nvSpPr>
        <p:spPr>
          <a:xfrm>
            <a:off x="762066" y="1789402"/>
            <a:ext cx="3744000" cy="4722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rgbClr val="000000"/>
              </a:buClr>
              <a:buSzPts val="1200"/>
              <a:buFont typeface="Arial"/>
              <a:buNone/>
            </a:pPr>
            <a:r>
              <a:rPr b="0" i="0" lang="uk" sz="3000" u="none" cap="none" strike="noStrike">
                <a:solidFill>
                  <a:srgbClr val="076CFC"/>
                </a:solidFill>
                <a:latin typeface="IBM Plex Mono SemiBold"/>
                <a:ea typeface="IBM Plex Mono SemiBold"/>
                <a:cs typeface="IBM Plex Mono SemiBold"/>
                <a:sym typeface="IBM Plex Mono SemiBold"/>
              </a:rPr>
              <a:t>01</a:t>
            </a:r>
            <a:endParaRPr b="0" i="0" sz="3000" u="none" cap="none" strike="noStrike">
              <a:solidFill>
                <a:srgbClr val="076CFC"/>
              </a:solidFill>
              <a:latin typeface="IBM Plex Mono SemiBold"/>
              <a:ea typeface="IBM Plex Mono SemiBold"/>
              <a:cs typeface="IBM Plex Mono SemiBold"/>
              <a:sym typeface="IBM Plex Mono SemiBold"/>
            </a:endParaRPr>
          </a:p>
        </p:txBody>
      </p:sp>
      <p:sp>
        <p:nvSpPr>
          <p:cNvPr id="832" name="Google Shape;832;p60"/>
          <p:cNvSpPr txBox="1"/>
          <p:nvPr/>
        </p:nvSpPr>
        <p:spPr>
          <a:xfrm>
            <a:off x="5345135" y="2235368"/>
            <a:ext cx="3789300" cy="896400"/>
          </a:xfrm>
          <a:prstGeom prst="rect">
            <a:avLst/>
          </a:prstGeom>
          <a:noFill/>
          <a:ln>
            <a:noFill/>
          </a:ln>
        </p:spPr>
        <p:txBody>
          <a:bodyPr anchorCtr="0" anchor="t" bIns="100800" lIns="100800" spcFirstLastPara="1" rIns="100800" wrap="square" tIns="100800">
            <a:spAutoFit/>
          </a:bodyPr>
          <a:lstStyle/>
          <a:p>
            <a:pPr indent="0" lvl="0" marL="0" marR="0" rtl="0" algn="l">
              <a:lnSpc>
                <a:spcPct val="100000"/>
              </a:lnSpc>
              <a:spcBef>
                <a:spcPts val="2183"/>
              </a:spcBef>
              <a:spcAft>
                <a:spcPts val="0"/>
              </a:spcAft>
              <a:buClr>
                <a:srgbClr val="000000"/>
              </a:buClr>
              <a:buSzPts val="1500"/>
              <a:buFont typeface="Arial"/>
              <a:buNone/>
            </a:pPr>
            <a:r>
              <a:rPr lang="uk" sz="1500">
                <a:solidFill>
                  <a:srgbClr val="FFFFFF"/>
                </a:solidFill>
                <a:latin typeface="IBM Plex Sans"/>
                <a:ea typeface="IBM Plex Sans"/>
                <a:cs typeface="IBM Plex Sans"/>
                <a:sym typeface="IBM Plex Sans"/>
              </a:rPr>
              <a:t>Застосовували наївний баєсівський класифікатор — аналіз текстів, ключових слів, заголовків.</a:t>
            </a:r>
            <a:endParaRPr sz="1500">
              <a:solidFill>
                <a:srgbClr val="FFFFFF"/>
              </a:solidFill>
              <a:latin typeface="IBM Plex Sans"/>
              <a:ea typeface="IBM Plex Sans"/>
              <a:cs typeface="IBM Plex Sans"/>
              <a:sym typeface="IBM Plex Sans"/>
            </a:endParaRPr>
          </a:p>
        </p:txBody>
      </p:sp>
      <p:sp>
        <p:nvSpPr>
          <p:cNvPr id="833" name="Google Shape;833;p60"/>
          <p:cNvSpPr txBox="1"/>
          <p:nvPr/>
        </p:nvSpPr>
        <p:spPr>
          <a:xfrm>
            <a:off x="5268707" y="1789402"/>
            <a:ext cx="3744000" cy="4722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rgbClr val="000000"/>
              </a:buClr>
              <a:buSzPts val="1200"/>
              <a:buFont typeface="Arial"/>
              <a:buNone/>
            </a:pPr>
            <a:r>
              <a:rPr b="0" i="0" lang="uk" sz="3000" u="none" cap="none" strike="noStrike">
                <a:solidFill>
                  <a:srgbClr val="076CFC"/>
                </a:solidFill>
                <a:latin typeface="IBM Plex Mono SemiBold"/>
                <a:ea typeface="IBM Plex Mono SemiBold"/>
                <a:cs typeface="IBM Plex Mono SemiBold"/>
                <a:sym typeface="IBM Plex Mono SemiBold"/>
              </a:rPr>
              <a:t>02</a:t>
            </a:r>
            <a:endParaRPr b="0" i="0" sz="3000" u="none" cap="none" strike="noStrike">
              <a:solidFill>
                <a:srgbClr val="076CFC"/>
              </a:solidFill>
              <a:latin typeface="IBM Plex Mono SemiBold"/>
              <a:ea typeface="IBM Plex Mono SemiBold"/>
              <a:cs typeface="IBM Plex Mono SemiBold"/>
              <a:sym typeface="IBM Plex Mono SemiBold"/>
            </a:endParaRPr>
          </a:p>
        </p:txBody>
      </p:sp>
      <p:sp>
        <p:nvSpPr>
          <p:cNvPr id="834" name="Google Shape;834;p60"/>
          <p:cNvSpPr txBox="1"/>
          <p:nvPr/>
        </p:nvSpPr>
        <p:spPr>
          <a:xfrm>
            <a:off x="721384" y="4052770"/>
            <a:ext cx="3789300" cy="896400"/>
          </a:xfrm>
          <a:prstGeom prst="rect">
            <a:avLst/>
          </a:prstGeom>
          <a:noFill/>
          <a:ln>
            <a:noFill/>
          </a:ln>
        </p:spPr>
        <p:txBody>
          <a:bodyPr anchorCtr="0" anchor="t" bIns="100800" lIns="100800" spcFirstLastPara="1" rIns="100800" wrap="square" tIns="100800">
            <a:spAutoFit/>
          </a:bodyPr>
          <a:lstStyle/>
          <a:p>
            <a:pPr indent="0" lvl="0" marL="0" marR="0" rtl="0" algn="l">
              <a:lnSpc>
                <a:spcPct val="100000"/>
              </a:lnSpc>
              <a:spcBef>
                <a:spcPts val="2183"/>
              </a:spcBef>
              <a:spcAft>
                <a:spcPts val="0"/>
              </a:spcAft>
              <a:buClr>
                <a:srgbClr val="000000"/>
              </a:buClr>
              <a:buSzPts val="1500"/>
              <a:buFont typeface="Arial"/>
              <a:buNone/>
            </a:pPr>
            <a:r>
              <a:rPr lang="uk" sz="1500">
                <a:solidFill>
                  <a:srgbClr val="FFFFFF"/>
                </a:solidFill>
                <a:latin typeface="IBM Plex Sans"/>
                <a:ea typeface="IBM Plex Sans"/>
                <a:cs typeface="IBM Plex Sans"/>
                <a:sym typeface="IBM Plex Sans"/>
              </a:rPr>
              <a:t>Також використовували TF-IDF + логістичну регресію — щоб виявити, які слова типові для фейків.</a:t>
            </a:r>
            <a:endParaRPr sz="1500">
              <a:solidFill>
                <a:srgbClr val="FFFFFF"/>
              </a:solidFill>
              <a:latin typeface="IBM Plex Sans"/>
              <a:ea typeface="IBM Plex Sans"/>
              <a:cs typeface="IBM Plex Sans"/>
              <a:sym typeface="IBM Plex Sans"/>
            </a:endParaRPr>
          </a:p>
        </p:txBody>
      </p:sp>
      <p:sp>
        <p:nvSpPr>
          <p:cNvPr id="835" name="Google Shape;835;p60"/>
          <p:cNvSpPr txBox="1"/>
          <p:nvPr/>
        </p:nvSpPr>
        <p:spPr>
          <a:xfrm>
            <a:off x="762065" y="3582261"/>
            <a:ext cx="3744000" cy="4083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rgbClr val="000000"/>
              </a:buClr>
              <a:buSzPts val="1200"/>
              <a:buFont typeface="Arial"/>
              <a:buNone/>
            </a:pPr>
            <a:r>
              <a:rPr b="0" i="0" lang="uk" sz="3000" u="none" cap="none" strike="noStrike">
                <a:solidFill>
                  <a:srgbClr val="076CFC"/>
                </a:solidFill>
                <a:latin typeface="IBM Plex Mono SemiBold"/>
                <a:ea typeface="IBM Plex Mono SemiBold"/>
                <a:cs typeface="IBM Plex Mono SemiBold"/>
                <a:sym typeface="IBM Plex Mono SemiBold"/>
              </a:rPr>
              <a:t>03</a:t>
            </a:r>
            <a:endParaRPr b="0" i="0" sz="3000" u="none" cap="none" strike="noStrike">
              <a:solidFill>
                <a:srgbClr val="076CFC"/>
              </a:solidFill>
              <a:latin typeface="IBM Plex Mono SemiBold"/>
              <a:ea typeface="IBM Plex Mono SemiBold"/>
              <a:cs typeface="IBM Plex Mono SemiBold"/>
              <a:sym typeface="IBM Plex Mono SemiBold"/>
            </a:endParaRPr>
          </a:p>
        </p:txBody>
      </p:sp>
      <p:sp>
        <p:nvSpPr>
          <p:cNvPr id="836" name="Google Shape;836;p60"/>
          <p:cNvSpPr txBox="1"/>
          <p:nvPr/>
        </p:nvSpPr>
        <p:spPr>
          <a:xfrm>
            <a:off x="5345135" y="4052770"/>
            <a:ext cx="3789300" cy="896400"/>
          </a:xfrm>
          <a:prstGeom prst="rect">
            <a:avLst/>
          </a:prstGeom>
          <a:noFill/>
          <a:ln>
            <a:noFill/>
          </a:ln>
        </p:spPr>
        <p:txBody>
          <a:bodyPr anchorCtr="0" anchor="t" bIns="100800" lIns="100800" spcFirstLastPara="1" rIns="100800" wrap="square" tIns="100800">
            <a:spAutoFit/>
          </a:bodyPr>
          <a:lstStyle/>
          <a:p>
            <a:pPr indent="0" lvl="0" marL="0" marR="0" rtl="0" algn="l">
              <a:lnSpc>
                <a:spcPct val="100000"/>
              </a:lnSpc>
              <a:spcBef>
                <a:spcPts val="2183"/>
              </a:spcBef>
              <a:spcAft>
                <a:spcPts val="0"/>
              </a:spcAft>
              <a:buClr>
                <a:srgbClr val="000000"/>
              </a:buClr>
              <a:buSzPts val="1500"/>
              <a:buFont typeface="Arial"/>
              <a:buNone/>
            </a:pPr>
            <a:r>
              <a:rPr lang="uk" sz="1500">
                <a:solidFill>
                  <a:srgbClr val="FFFFFF"/>
                </a:solidFill>
                <a:latin typeface="IBM Plex Sans"/>
                <a:ea typeface="IBM Plex Sans"/>
                <a:cs typeface="IBM Plex Sans"/>
                <a:sym typeface="IBM Plex Sans"/>
              </a:rPr>
              <a:t>Результат: автоматично виявили десятки тисяч фейкових постів у соцмережах.</a:t>
            </a:r>
            <a:endParaRPr sz="1500">
              <a:solidFill>
                <a:srgbClr val="FFFFFF"/>
              </a:solidFill>
              <a:latin typeface="IBM Plex Sans"/>
              <a:ea typeface="IBM Plex Sans"/>
              <a:cs typeface="IBM Plex Sans"/>
              <a:sym typeface="IBM Plex Sans"/>
            </a:endParaRPr>
          </a:p>
        </p:txBody>
      </p:sp>
      <p:sp>
        <p:nvSpPr>
          <p:cNvPr id="837" name="Google Shape;837;p60"/>
          <p:cNvSpPr txBox="1"/>
          <p:nvPr/>
        </p:nvSpPr>
        <p:spPr>
          <a:xfrm>
            <a:off x="5268702" y="3582261"/>
            <a:ext cx="3744000" cy="4083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rgbClr val="000000"/>
              </a:buClr>
              <a:buSzPts val="1200"/>
              <a:buFont typeface="Arial"/>
              <a:buNone/>
            </a:pPr>
            <a:r>
              <a:rPr b="0" i="0" lang="uk" sz="3000" u="none" cap="none" strike="noStrike">
                <a:solidFill>
                  <a:srgbClr val="076CFC"/>
                </a:solidFill>
                <a:latin typeface="IBM Plex Mono SemiBold"/>
                <a:ea typeface="IBM Plex Mono SemiBold"/>
                <a:cs typeface="IBM Plex Mono SemiBold"/>
                <a:sym typeface="IBM Plex Mono SemiBold"/>
              </a:rPr>
              <a:t>04</a:t>
            </a:r>
            <a:endParaRPr b="0" i="0" sz="3000" u="none" cap="none" strike="noStrike">
              <a:solidFill>
                <a:srgbClr val="076CFC"/>
              </a:solidFill>
              <a:latin typeface="IBM Plex Mono SemiBold"/>
              <a:ea typeface="IBM Plex Mono SemiBold"/>
              <a:cs typeface="IBM Plex Mono SemiBold"/>
              <a:sym typeface="IBM Plex Mono SemiBo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841" name="Shape 841"/>
        <p:cNvGrpSpPr/>
        <p:nvPr/>
      </p:nvGrpSpPr>
      <p:grpSpPr>
        <a:xfrm>
          <a:off x="0" y="0"/>
          <a:ext cx="0" cy="0"/>
          <a:chOff x="0" y="0"/>
          <a:chExt cx="0" cy="0"/>
        </a:xfrm>
      </p:grpSpPr>
      <p:sp>
        <p:nvSpPr>
          <p:cNvPr id="842" name="Google Shape;842;p61"/>
          <p:cNvSpPr txBox="1"/>
          <p:nvPr/>
        </p:nvSpPr>
        <p:spPr>
          <a:xfrm>
            <a:off x="238097" y="144548"/>
            <a:ext cx="9564900" cy="4737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rgbClr val="000000"/>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КЕЙС 2-2 ВИЯВЛЕННЯ ДЕЗІНФОРМАЦІЇ </a:t>
            </a:r>
            <a:br>
              <a:rPr b="0" i="0" lang="uk" sz="3300" u="none" cap="none" strike="noStrike">
                <a:solidFill>
                  <a:srgbClr val="E5E8EC"/>
                </a:solidFill>
                <a:latin typeface="IBM Plex Mono SemiBold"/>
                <a:ea typeface="IBM Plex Mono SemiBold"/>
                <a:cs typeface="IBM Plex Mono SemiBold"/>
                <a:sym typeface="IBM Plex Mono SemiBold"/>
              </a:rPr>
            </a:br>
            <a:r>
              <a:rPr b="0" i="0" lang="uk" sz="3300" u="none" cap="none" strike="noStrike">
                <a:solidFill>
                  <a:srgbClr val="E5E8EC"/>
                </a:solidFill>
                <a:latin typeface="IBM Plex Mono SemiBold"/>
                <a:ea typeface="IBM Plex Mono SemiBold"/>
                <a:cs typeface="IBM Plex Mono SemiBold"/>
                <a:sym typeface="IBM Plex Mono SemiBold"/>
              </a:rPr>
              <a:t>ПІД ЧАС COVID-19</a:t>
            </a:r>
            <a:endParaRPr b="0" i="0" sz="3300" u="none" cap="none" strike="noStrike">
              <a:solidFill>
                <a:srgbClr val="E5E8EC"/>
              </a:solidFill>
              <a:latin typeface="IBM Plex Mono SemiBold"/>
              <a:ea typeface="IBM Plex Mono SemiBold"/>
              <a:cs typeface="IBM Plex Mono SemiBold"/>
              <a:sym typeface="IBM Plex Mono SemiBold"/>
            </a:endParaRPr>
          </a:p>
        </p:txBody>
      </p:sp>
      <p:sp>
        <p:nvSpPr>
          <p:cNvPr id="843" name="Google Shape;843;p61"/>
          <p:cNvSpPr/>
          <p:nvPr/>
        </p:nvSpPr>
        <p:spPr>
          <a:xfrm>
            <a:off x="342875" y="1840450"/>
            <a:ext cx="3133200" cy="3477300"/>
          </a:xfrm>
          <a:prstGeom prst="roundRect">
            <a:avLst>
              <a:gd fmla="val 9860" name="adj"/>
            </a:avLst>
          </a:prstGeom>
          <a:solidFill>
            <a:srgbClr val="282828"/>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844" name="Google Shape;844;p61"/>
          <p:cNvSpPr/>
          <p:nvPr/>
        </p:nvSpPr>
        <p:spPr>
          <a:xfrm>
            <a:off x="3459161" y="1840606"/>
            <a:ext cx="3133200" cy="3477300"/>
          </a:xfrm>
          <a:prstGeom prst="roundRect">
            <a:avLst>
              <a:gd fmla="val 10676" name="adj"/>
            </a:avLst>
          </a:prstGeom>
          <a:solidFill>
            <a:srgbClr val="FFFFFF"/>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845" name="Google Shape;845;p61"/>
          <p:cNvSpPr/>
          <p:nvPr/>
        </p:nvSpPr>
        <p:spPr>
          <a:xfrm>
            <a:off x="6575450" y="1840450"/>
            <a:ext cx="3133200" cy="3477300"/>
          </a:xfrm>
          <a:prstGeom prst="roundRect">
            <a:avLst>
              <a:gd fmla="val 12188" name="adj"/>
            </a:avLst>
          </a:prstGeom>
          <a:solidFill>
            <a:srgbClr val="076CFC"/>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846" name="Google Shape;846;p61"/>
          <p:cNvSpPr txBox="1"/>
          <p:nvPr/>
        </p:nvSpPr>
        <p:spPr>
          <a:xfrm>
            <a:off x="609398" y="2147950"/>
            <a:ext cx="2655000" cy="429900"/>
          </a:xfrm>
          <a:prstGeom prst="rect">
            <a:avLst/>
          </a:prstGeom>
          <a:noFill/>
          <a:ln>
            <a:noFill/>
          </a:ln>
        </p:spPr>
        <p:txBody>
          <a:bodyPr anchorCtr="0" anchor="t" bIns="75600" lIns="75600" spcFirstLastPara="1" rIns="75600" wrap="square" tIns="75600">
            <a:spAutoFit/>
          </a:bodyPr>
          <a:lstStyle/>
          <a:p>
            <a:pPr indent="0" lvl="0" marL="0" marR="0" rtl="0" algn="l">
              <a:lnSpc>
                <a:spcPct val="100000"/>
              </a:lnSpc>
              <a:spcBef>
                <a:spcPts val="0"/>
              </a:spcBef>
              <a:spcAft>
                <a:spcPts val="0"/>
              </a:spcAft>
              <a:buClr>
                <a:srgbClr val="000000"/>
              </a:buClr>
              <a:buSzPts val="4000"/>
              <a:buFont typeface="Arial"/>
              <a:buNone/>
            </a:pPr>
            <a:r>
              <a:rPr lang="uk" sz="1800">
                <a:solidFill>
                  <a:srgbClr val="E5E8EC"/>
                </a:solidFill>
                <a:latin typeface="IBM Plex Mono SemiBold"/>
                <a:ea typeface="IBM Plex Mono SemiBold"/>
                <a:cs typeface="IBM Plex Mono SemiBold"/>
                <a:sym typeface="IBM Plex Mono SemiBold"/>
              </a:rPr>
              <a:t>Ціль:</a:t>
            </a:r>
            <a:endParaRPr sz="1800">
              <a:solidFill>
                <a:srgbClr val="E5E8EC"/>
              </a:solidFill>
              <a:latin typeface="IBM Plex Mono SemiBold"/>
              <a:ea typeface="IBM Plex Mono SemiBold"/>
              <a:cs typeface="IBM Plex Mono SemiBold"/>
              <a:sym typeface="IBM Plex Mono SemiBold"/>
            </a:endParaRPr>
          </a:p>
        </p:txBody>
      </p:sp>
      <p:sp>
        <p:nvSpPr>
          <p:cNvPr id="847" name="Google Shape;847;p61"/>
          <p:cNvSpPr txBox="1"/>
          <p:nvPr/>
        </p:nvSpPr>
        <p:spPr>
          <a:xfrm>
            <a:off x="3592423" y="2147950"/>
            <a:ext cx="2655000" cy="429900"/>
          </a:xfrm>
          <a:prstGeom prst="rect">
            <a:avLst/>
          </a:prstGeom>
          <a:noFill/>
          <a:ln>
            <a:noFill/>
          </a:ln>
        </p:spPr>
        <p:txBody>
          <a:bodyPr anchorCtr="0" anchor="t" bIns="75600" lIns="75600" spcFirstLastPara="1" rIns="75600" wrap="square" tIns="75600">
            <a:spAutoFit/>
          </a:bodyPr>
          <a:lstStyle/>
          <a:p>
            <a:pPr indent="0" lvl="0" marL="0" marR="0" rtl="0" algn="l">
              <a:lnSpc>
                <a:spcPct val="100000"/>
              </a:lnSpc>
              <a:spcBef>
                <a:spcPts val="0"/>
              </a:spcBef>
              <a:spcAft>
                <a:spcPts val="0"/>
              </a:spcAft>
              <a:buClr>
                <a:srgbClr val="000000"/>
              </a:buClr>
              <a:buSzPts val="4000"/>
              <a:buFont typeface="Arial"/>
              <a:buNone/>
            </a:pPr>
            <a:r>
              <a:rPr lang="uk" sz="1800">
                <a:latin typeface="IBM Plex Mono SemiBold"/>
                <a:ea typeface="IBM Plex Mono SemiBold"/>
                <a:cs typeface="IBM Plex Mono SemiBold"/>
                <a:sym typeface="IBM Plex Mono SemiBold"/>
              </a:rPr>
              <a:t>Методи:</a:t>
            </a:r>
            <a:endParaRPr sz="1800">
              <a:latin typeface="IBM Plex Mono SemiBold"/>
              <a:ea typeface="IBM Plex Mono SemiBold"/>
              <a:cs typeface="IBM Plex Mono SemiBold"/>
              <a:sym typeface="IBM Plex Mono SemiBold"/>
            </a:endParaRPr>
          </a:p>
        </p:txBody>
      </p:sp>
      <p:sp>
        <p:nvSpPr>
          <p:cNvPr id="848" name="Google Shape;848;p61"/>
          <p:cNvSpPr txBox="1"/>
          <p:nvPr/>
        </p:nvSpPr>
        <p:spPr>
          <a:xfrm>
            <a:off x="6814535" y="2147950"/>
            <a:ext cx="2655000" cy="429900"/>
          </a:xfrm>
          <a:prstGeom prst="rect">
            <a:avLst/>
          </a:prstGeom>
          <a:noFill/>
          <a:ln>
            <a:noFill/>
          </a:ln>
        </p:spPr>
        <p:txBody>
          <a:bodyPr anchorCtr="0" anchor="t" bIns="75600" lIns="75600" spcFirstLastPara="1" rIns="75600" wrap="square" tIns="75600">
            <a:spAutoFit/>
          </a:bodyPr>
          <a:lstStyle/>
          <a:p>
            <a:pPr indent="0" lvl="0" marL="0" marR="0" rtl="0" algn="l">
              <a:lnSpc>
                <a:spcPct val="100000"/>
              </a:lnSpc>
              <a:spcBef>
                <a:spcPts val="0"/>
              </a:spcBef>
              <a:spcAft>
                <a:spcPts val="0"/>
              </a:spcAft>
              <a:buClr>
                <a:srgbClr val="000000"/>
              </a:buClr>
              <a:buSzPts val="4000"/>
              <a:buFont typeface="Arial"/>
              <a:buNone/>
            </a:pPr>
            <a:r>
              <a:rPr lang="uk" sz="1800">
                <a:solidFill>
                  <a:srgbClr val="E5E8EC"/>
                </a:solidFill>
                <a:latin typeface="IBM Plex Mono SemiBold"/>
                <a:ea typeface="IBM Plex Mono SemiBold"/>
                <a:cs typeface="IBM Plex Mono SemiBold"/>
                <a:sym typeface="IBM Plex Mono SemiBold"/>
              </a:rPr>
              <a:t>Результат:</a:t>
            </a:r>
            <a:endParaRPr sz="1800">
              <a:solidFill>
                <a:srgbClr val="E5E8EC"/>
              </a:solidFill>
              <a:latin typeface="IBM Plex Mono SemiBold"/>
              <a:ea typeface="IBM Plex Mono SemiBold"/>
              <a:cs typeface="IBM Plex Mono SemiBold"/>
              <a:sym typeface="IBM Plex Mono SemiBold"/>
            </a:endParaRPr>
          </a:p>
        </p:txBody>
      </p:sp>
      <p:sp>
        <p:nvSpPr>
          <p:cNvPr id="849" name="Google Shape;849;p61"/>
          <p:cNvSpPr txBox="1"/>
          <p:nvPr/>
        </p:nvSpPr>
        <p:spPr>
          <a:xfrm>
            <a:off x="609402" y="2912125"/>
            <a:ext cx="2386800" cy="133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lang="uk" sz="1500">
                <a:solidFill>
                  <a:srgbClr val="FFFFFF"/>
                </a:solidFill>
                <a:latin typeface="IBM Plex Sans"/>
                <a:ea typeface="IBM Plex Sans"/>
                <a:cs typeface="IBM Plex Sans"/>
                <a:sym typeface="IBM Plex Sans"/>
              </a:rPr>
              <a:t>автоматично класифікувати новини як фейкові або правдиві.</a:t>
            </a:r>
            <a:endParaRPr sz="1500">
              <a:solidFill>
                <a:srgbClr val="FFFFFF"/>
              </a:solidFill>
              <a:latin typeface="IBM Plex Sans"/>
              <a:ea typeface="IBM Plex Sans"/>
              <a:cs typeface="IBM Plex Sans"/>
              <a:sym typeface="IBM Plex Sans"/>
            </a:endParaRPr>
          </a:p>
          <a:p>
            <a:pPr indent="0" lvl="0" marL="0" marR="0" rtl="0" algn="l">
              <a:lnSpc>
                <a:spcPct val="100000"/>
              </a:lnSpc>
              <a:spcBef>
                <a:spcPts val="0"/>
              </a:spcBef>
              <a:spcAft>
                <a:spcPts val="0"/>
              </a:spcAft>
              <a:buClr>
                <a:srgbClr val="000000"/>
              </a:buClr>
              <a:buSzPts val="1500"/>
              <a:buFont typeface="Arial"/>
              <a:buNone/>
            </a:pPr>
            <a:r>
              <a:t/>
            </a:r>
            <a:endParaRPr sz="1500">
              <a:solidFill>
                <a:srgbClr val="FFFFFF"/>
              </a:solidFill>
              <a:latin typeface="IBM Plex Sans"/>
              <a:ea typeface="IBM Plex Sans"/>
              <a:cs typeface="IBM Plex Sans"/>
              <a:sym typeface="IBM Plex Sans"/>
            </a:endParaRPr>
          </a:p>
        </p:txBody>
      </p:sp>
      <p:sp>
        <p:nvSpPr>
          <p:cNvPr id="850" name="Google Shape;850;p61"/>
          <p:cNvSpPr txBox="1"/>
          <p:nvPr/>
        </p:nvSpPr>
        <p:spPr>
          <a:xfrm>
            <a:off x="3472862" y="2577850"/>
            <a:ext cx="3133200" cy="2586000"/>
          </a:xfrm>
          <a:prstGeom prst="rect">
            <a:avLst/>
          </a:prstGeom>
          <a:noFill/>
          <a:ln>
            <a:noFill/>
          </a:ln>
        </p:spPr>
        <p:txBody>
          <a:bodyPr anchorCtr="0" anchor="t" bIns="91425" lIns="91425" spcFirstLastPara="1" rIns="91425" wrap="square" tIns="91425">
            <a:spAutoFit/>
          </a:bodyPr>
          <a:lstStyle/>
          <a:p>
            <a:pPr indent="-311150" lvl="0" marL="457200" marR="0" rtl="0" algn="l">
              <a:lnSpc>
                <a:spcPct val="100000"/>
              </a:lnSpc>
              <a:spcBef>
                <a:spcPts val="0"/>
              </a:spcBef>
              <a:spcAft>
                <a:spcPts val="0"/>
              </a:spcAft>
              <a:buSzPts val="1300"/>
              <a:buFont typeface="IBM Plex Sans"/>
              <a:buChar char="●"/>
            </a:pPr>
            <a:r>
              <a:rPr lang="uk" sz="1300">
                <a:latin typeface="IBM Plex Sans"/>
                <a:ea typeface="IBM Plex Sans"/>
                <a:cs typeface="IBM Plex Sans"/>
                <a:sym typeface="IBM Plex Sans"/>
              </a:rPr>
              <a:t>Наївний баєсівський класифікатор: аналізував текст новин (заголовки, ключові слова) й оцінював імовірність того, що новина є дезінформацією.</a:t>
            </a:r>
            <a:endParaRPr sz="1300">
              <a:latin typeface="IBM Plex Sans"/>
              <a:ea typeface="IBM Plex Sans"/>
              <a:cs typeface="IBM Plex Sans"/>
              <a:sym typeface="IBM Plex Sans"/>
            </a:endParaRPr>
          </a:p>
          <a:p>
            <a:pPr indent="-311150" lvl="0" marL="457200" marR="0" rtl="0" algn="l">
              <a:lnSpc>
                <a:spcPct val="100000"/>
              </a:lnSpc>
              <a:spcBef>
                <a:spcPts val="0"/>
              </a:spcBef>
              <a:spcAft>
                <a:spcPts val="0"/>
              </a:spcAft>
              <a:buSzPts val="1300"/>
              <a:buFont typeface="IBM Plex Sans"/>
              <a:buChar char="●"/>
            </a:pPr>
            <a:r>
              <a:rPr lang="uk" sz="1300">
                <a:latin typeface="IBM Plex Sans"/>
                <a:ea typeface="IBM Plex Sans"/>
                <a:cs typeface="IBM Plex Sans"/>
                <a:sym typeface="IBM Plex Sans"/>
              </a:rPr>
              <a:t>TF-IDF + логістична регресія: аналізували, які терміни частіше зустрічаються у фейкових статтях, наприклад: «вакцини вбивають», «5G передає вірус» і т.д.</a:t>
            </a:r>
            <a:endParaRPr sz="1300">
              <a:latin typeface="IBM Plex Sans"/>
              <a:ea typeface="IBM Plex Sans"/>
              <a:cs typeface="IBM Plex Sans"/>
              <a:sym typeface="IBM Plex Sans"/>
            </a:endParaRPr>
          </a:p>
        </p:txBody>
      </p:sp>
      <p:sp>
        <p:nvSpPr>
          <p:cNvPr id="851" name="Google Shape;851;p61"/>
          <p:cNvSpPr txBox="1"/>
          <p:nvPr/>
        </p:nvSpPr>
        <p:spPr>
          <a:xfrm>
            <a:off x="6814526" y="2912125"/>
            <a:ext cx="2655000" cy="133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lang="uk" sz="1500">
                <a:solidFill>
                  <a:srgbClr val="FFFFFF"/>
                </a:solidFill>
                <a:latin typeface="IBM Plex Sans"/>
                <a:ea typeface="IBM Plex Sans"/>
                <a:cs typeface="IBM Plex Sans"/>
                <a:sym typeface="IBM Plex Sans"/>
              </a:rPr>
              <a:t>автоматично відфільтровано десятки тисяч фейкових новин у Facebook/YouTube/Twitter.</a:t>
            </a:r>
            <a:endParaRPr sz="1500">
              <a:solidFill>
                <a:srgbClr val="FFFFFF"/>
              </a:solidFill>
              <a:latin typeface="IBM Plex Sans"/>
              <a:ea typeface="IBM Plex Sans"/>
              <a:cs typeface="IBM Plex Sans"/>
              <a:sym typeface="IBM Plex Sans"/>
            </a:endParaRPr>
          </a:p>
          <a:p>
            <a:pPr indent="0" lvl="0" marL="0" marR="0" rtl="0" algn="l">
              <a:lnSpc>
                <a:spcPct val="100000"/>
              </a:lnSpc>
              <a:spcBef>
                <a:spcPts val="0"/>
              </a:spcBef>
              <a:spcAft>
                <a:spcPts val="0"/>
              </a:spcAft>
              <a:buClr>
                <a:srgbClr val="000000"/>
              </a:buClr>
              <a:buSzPts val="1500"/>
              <a:buFont typeface="Arial"/>
              <a:buNone/>
            </a:pPr>
            <a:r>
              <a:t/>
            </a:r>
            <a:endParaRPr sz="1500">
              <a:solidFill>
                <a:srgbClr val="FFFFFF"/>
              </a:solidFill>
              <a:latin typeface="IBM Plex Sans"/>
              <a:ea typeface="IBM Plex Sans"/>
              <a:cs typeface="IBM Plex Sans"/>
              <a:sym typeface="IBM Plex Sans"/>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855" name="Shape 855"/>
        <p:cNvGrpSpPr/>
        <p:nvPr/>
      </p:nvGrpSpPr>
      <p:grpSpPr>
        <a:xfrm>
          <a:off x="0" y="0"/>
          <a:ext cx="0" cy="0"/>
          <a:chOff x="0" y="0"/>
          <a:chExt cx="0" cy="0"/>
        </a:xfrm>
      </p:grpSpPr>
      <p:sp>
        <p:nvSpPr>
          <p:cNvPr id="856" name="Google Shape;856;p62"/>
          <p:cNvSpPr txBox="1"/>
          <p:nvPr/>
        </p:nvSpPr>
        <p:spPr>
          <a:xfrm>
            <a:off x="238100" y="144550"/>
            <a:ext cx="4883100" cy="43983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rgbClr val="000000"/>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КЕЙС 3-1</a:t>
            </a:r>
            <a:endParaRPr sz="3300">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rgbClr val="000000"/>
              </a:buClr>
              <a:buSzPts val="1200"/>
              <a:buFont typeface="Arial"/>
              <a:buNone/>
            </a:pPr>
            <a:r>
              <a:rPr i="0" lang="uk" sz="2500" u="none" cap="none" strike="noStrike">
                <a:solidFill>
                  <a:srgbClr val="076CFC"/>
                </a:solidFill>
                <a:latin typeface="IBM Plex Sans SemiBold"/>
                <a:ea typeface="IBM Plex Sans SemiBold"/>
                <a:cs typeface="IBM Plex Sans SemiBold"/>
                <a:sym typeface="IBM Plex Sans SemiBold"/>
              </a:rPr>
              <a:t>ВИЯВЛЕННЯ </a:t>
            </a:r>
            <a:br>
              <a:rPr i="0" lang="uk" sz="2500" u="none" cap="none" strike="noStrike">
                <a:solidFill>
                  <a:srgbClr val="076CFC"/>
                </a:solidFill>
                <a:latin typeface="IBM Plex Sans SemiBold"/>
                <a:ea typeface="IBM Plex Sans SemiBold"/>
                <a:cs typeface="IBM Plex Sans SemiBold"/>
                <a:sym typeface="IBM Plex Sans SemiBold"/>
              </a:rPr>
            </a:br>
            <a:r>
              <a:rPr i="0" lang="uk" sz="2500" u="none" cap="none" strike="noStrike">
                <a:solidFill>
                  <a:srgbClr val="076CFC"/>
                </a:solidFill>
                <a:latin typeface="IBM Plex Sans SemiBold"/>
                <a:ea typeface="IBM Plex Sans SemiBold"/>
                <a:cs typeface="IBM Plex Sans SemiBold"/>
                <a:sym typeface="IBM Plex Sans SemiBold"/>
              </a:rPr>
              <a:t>ДЕЗІНФОРМАЦІЇ У </a:t>
            </a:r>
            <a:br>
              <a:rPr i="0" lang="uk" sz="2500" u="none" cap="none" strike="noStrike">
                <a:solidFill>
                  <a:srgbClr val="076CFC"/>
                </a:solidFill>
                <a:latin typeface="IBM Plex Sans SemiBold"/>
                <a:ea typeface="IBM Plex Sans SemiBold"/>
                <a:cs typeface="IBM Plex Sans SemiBold"/>
                <a:sym typeface="IBM Plex Sans SemiBold"/>
              </a:rPr>
            </a:br>
            <a:r>
              <a:rPr i="0" lang="uk" sz="2500" u="none" cap="none" strike="noStrike">
                <a:solidFill>
                  <a:srgbClr val="076CFC"/>
                </a:solidFill>
                <a:latin typeface="IBM Plex Sans SemiBold"/>
                <a:ea typeface="IBM Plex Sans SemiBold"/>
                <a:cs typeface="IBM Plex Sans SemiBold"/>
                <a:sym typeface="IBM Plex Sans SemiBold"/>
              </a:rPr>
              <a:t>TWITTER. АНАЛІЗ ПОШИРЕННЯ ТВІТІВ, ХЕШТЕГІВ, ЧАСТОТИ ПУБЛІКАЦІЙ</a:t>
            </a:r>
            <a:endParaRPr i="0" sz="2500" u="none" cap="none" strike="noStrike">
              <a:solidFill>
                <a:srgbClr val="076CFC"/>
              </a:solidFill>
              <a:latin typeface="IBM Plex Sans SemiBold"/>
              <a:ea typeface="IBM Plex Sans SemiBold"/>
              <a:cs typeface="IBM Plex Sans SemiBold"/>
              <a:sym typeface="IBM Plex Sans SemiBold"/>
            </a:endParaRPr>
          </a:p>
          <a:p>
            <a:pPr indent="0" lvl="0" marL="0" marR="0" rtl="0" algn="l">
              <a:lnSpc>
                <a:spcPct val="100000"/>
              </a:lnSpc>
              <a:spcBef>
                <a:spcPts val="0"/>
              </a:spcBef>
              <a:spcAft>
                <a:spcPts val="0"/>
              </a:spcAft>
              <a:buClr>
                <a:srgbClr val="000000"/>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p:txBody>
      </p:sp>
      <p:pic>
        <p:nvPicPr>
          <p:cNvPr id="857" name="Google Shape;857;p62"/>
          <p:cNvPicPr preferRelativeResize="0"/>
          <p:nvPr/>
        </p:nvPicPr>
        <p:blipFill rotWithShape="1">
          <a:blip r:embed="rId3">
            <a:alphaModFix/>
          </a:blip>
          <a:srcRect b="0" l="0" r="0" t="0"/>
          <a:stretch/>
        </p:blipFill>
        <p:spPr>
          <a:xfrm>
            <a:off x="3714325" y="448166"/>
            <a:ext cx="6060900" cy="4774200"/>
          </a:xfrm>
          <a:prstGeom prst="roundRect">
            <a:avLst>
              <a:gd fmla="val 9173" name="adj"/>
            </a:avLst>
          </a:prstGeom>
          <a:noFill/>
          <a:ln>
            <a:noFill/>
          </a:ln>
        </p:spPr>
      </p:pic>
      <p:pic>
        <p:nvPicPr>
          <p:cNvPr id="858" name="Google Shape;858;p62"/>
          <p:cNvPicPr preferRelativeResize="0"/>
          <p:nvPr/>
        </p:nvPicPr>
        <p:blipFill rotWithShape="1">
          <a:blip r:embed="rId4">
            <a:alphaModFix/>
          </a:blip>
          <a:srcRect b="25726" l="26283" r="27953" t="24563"/>
          <a:stretch/>
        </p:blipFill>
        <p:spPr>
          <a:xfrm>
            <a:off x="1698339" y="3254949"/>
            <a:ext cx="1805699" cy="1893926"/>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862" name="Shape 862"/>
        <p:cNvGrpSpPr/>
        <p:nvPr/>
      </p:nvGrpSpPr>
      <p:grpSpPr>
        <a:xfrm>
          <a:off x="0" y="0"/>
          <a:ext cx="0" cy="0"/>
          <a:chOff x="0" y="0"/>
          <a:chExt cx="0" cy="0"/>
        </a:xfrm>
      </p:grpSpPr>
      <p:sp>
        <p:nvSpPr>
          <p:cNvPr id="863" name="Google Shape;863;p63"/>
          <p:cNvSpPr/>
          <p:nvPr/>
        </p:nvSpPr>
        <p:spPr>
          <a:xfrm>
            <a:off x="287325" y="1536825"/>
            <a:ext cx="9482100" cy="3802800"/>
          </a:xfrm>
          <a:prstGeom prst="roundRect">
            <a:avLst>
              <a:gd fmla="val 6844" name="adj"/>
            </a:avLst>
          </a:prstGeom>
          <a:solidFill>
            <a:srgbClr val="555555"/>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864" name="Google Shape;864;p63"/>
          <p:cNvSpPr txBox="1"/>
          <p:nvPr/>
        </p:nvSpPr>
        <p:spPr>
          <a:xfrm>
            <a:off x="238097" y="144548"/>
            <a:ext cx="9564900" cy="4737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rgbClr val="000000"/>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КЕЙС 3-2 </a:t>
            </a:r>
            <a:br>
              <a:rPr b="0" i="0" lang="uk" sz="3300" u="none" cap="none" strike="noStrike">
                <a:solidFill>
                  <a:srgbClr val="E5E8EC"/>
                </a:solidFill>
                <a:latin typeface="IBM Plex Mono SemiBold"/>
                <a:ea typeface="IBM Plex Mono SemiBold"/>
                <a:cs typeface="IBM Plex Mono SemiBold"/>
                <a:sym typeface="IBM Plex Mono SemiBold"/>
              </a:rPr>
            </a:br>
            <a:r>
              <a:rPr b="0" i="0" lang="uk" sz="2500" u="none" cap="none" strike="noStrike">
                <a:solidFill>
                  <a:srgbClr val="076CFC"/>
                </a:solidFill>
                <a:latin typeface="IBM Plex Mono SemiBold"/>
                <a:ea typeface="IBM Plex Mono SemiBold"/>
                <a:cs typeface="IBM Plex Mono SemiBold"/>
                <a:sym typeface="IBM Plex Mono SemiBold"/>
              </a:rPr>
              <a:t>РОЗПОДІЛ ОСНОВНИХ ТЕМ </a:t>
            </a:r>
            <a:r>
              <a:rPr b="0" i="0" lang="uk" sz="2500" u="sng" cap="none" strike="noStrike">
                <a:solidFill>
                  <a:schemeClr val="hlink"/>
                </a:solidFill>
                <a:latin typeface="IBM Plex Mono SemiBold"/>
                <a:ea typeface="IBM Plex Mono SemiBold"/>
                <a:cs typeface="IBM Plex Mono SemiBold"/>
                <a:sym typeface="IBM Plex Mono SemiBold"/>
                <a:hlinkClick r:id="rId3"/>
              </a:rPr>
              <a:t>SECONDARY INFE</a:t>
            </a:r>
            <a:r>
              <a:rPr lang="uk" sz="2500" u="sng">
                <a:solidFill>
                  <a:schemeClr val="hlink"/>
                </a:solidFill>
                <a:latin typeface="IBM Plex Mono SemiBold"/>
                <a:ea typeface="IBM Plex Mono SemiBold"/>
                <a:cs typeface="IBM Plex Mono SemiBold"/>
                <a:sym typeface="IBM Plex Mono SemiBold"/>
                <a:hlinkClick r:id="rId4"/>
              </a:rPr>
              <a:t>K</a:t>
            </a:r>
            <a:r>
              <a:rPr b="0" i="0" lang="uk" sz="2500" u="sng" cap="none" strike="noStrike">
                <a:solidFill>
                  <a:schemeClr val="hlink"/>
                </a:solidFill>
                <a:latin typeface="IBM Plex Mono SemiBold"/>
                <a:ea typeface="IBM Plex Mono SemiBold"/>
                <a:cs typeface="IBM Plex Mono SemiBold"/>
                <a:sym typeface="IBM Plex Mono SemiBold"/>
                <a:hlinkClick r:id="rId5"/>
              </a:rPr>
              <a:t>TION</a:t>
            </a:r>
            <a:r>
              <a:rPr b="0" i="0" lang="uk" sz="2500" u="none" cap="none" strike="noStrike">
                <a:solidFill>
                  <a:srgbClr val="076CFC"/>
                </a:solidFill>
                <a:latin typeface="IBM Plex Mono SemiBold"/>
                <a:ea typeface="IBM Plex Mono SemiBold"/>
                <a:cs typeface="IBM Plex Mono SemiBold"/>
                <a:sym typeface="IBM Plex Mono SemiBold"/>
              </a:rPr>
              <a:t>               ЗА МОВАМИ, ЯКИМИ ВОНИ БУЛИ ОПУБЛІКОВАНІ</a:t>
            </a:r>
            <a:endParaRPr b="0" i="0" sz="2500" u="none" cap="none" strike="noStrike">
              <a:solidFill>
                <a:srgbClr val="076CFC"/>
              </a:solidFill>
              <a:latin typeface="IBM Plex Mono SemiBold"/>
              <a:ea typeface="IBM Plex Mono SemiBold"/>
              <a:cs typeface="IBM Plex Mono SemiBold"/>
              <a:sym typeface="IBM Plex Mono SemiBold"/>
            </a:endParaRPr>
          </a:p>
        </p:txBody>
      </p:sp>
      <p:pic>
        <p:nvPicPr>
          <p:cNvPr id="865" name="Google Shape;865;p63"/>
          <p:cNvPicPr preferRelativeResize="0"/>
          <p:nvPr/>
        </p:nvPicPr>
        <p:blipFill rotWithShape="1">
          <a:blip r:embed="rId6">
            <a:alphaModFix/>
          </a:blip>
          <a:srcRect b="0" l="0" r="0" t="0"/>
          <a:stretch/>
        </p:blipFill>
        <p:spPr>
          <a:xfrm>
            <a:off x="1814650" y="1590500"/>
            <a:ext cx="6806134" cy="3749125"/>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869" name="Shape 869"/>
        <p:cNvGrpSpPr/>
        <p:nvPr/>
      </p:nvGrpSpPr>
      <p:grpSpPr>
        <a:xfrm>
          <a:off x="0" y="0"/>
          <a:ext cx="0" cy="0"/>
          <a:chOff x="0" y="0"/>
          <a:chExt cx="0" cy="0"/>
        </a:xfrm>
      </p:grpSpPr>
      <p:sp>
        <p:nvSpPr>
          <p:cNvPr id="870" name="Google Shape;870;p64"/>
          <p:cNvSpPr/>
          <p:nvPr/>
        </p:nvSpPr>
        <p:spPr>
          <a:xfrm>
            <a:off x="287325" y="1231875"/>
            <a:ext cx="9482100" cy="4107900"/>
          </a:xfrm>
          <a:prstGeom prst="roundRect">
            <a:avLst>
              <a:gd fmla="val 6844" name="adj"/>
            </a:avLst>
          </a:prstGeom>
          <a:solidFill>
            <a:srgbClr val="555555"/>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871" name="Google Shape;871;p64"/>
          <p:cNvSpPr txBox="1"/>
          <p:nvPr/>
        </p:nvSpPr>
        <p:spPr>
          <a:xfrm>
            <a:off x="238097" y="144548"/>
            <a:ext cx="9564900" cy="4737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rgbClr val="000000"/>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КЕЙС 3-3 </a:t>
            </a:r>
            <a:br>
              <a:rPr b="0" i="0" lang="uk" sz="3300" u="none" cap="none" strike="noStrike">
                <a:solidFill>
                  <a:srgbClr val="E5E8EC"/>
                </a:solidFill>
                <a:latin typeface="IBM Plex Mono SemiBold"/>
                <a:ea typeface="IBM Plex Mono SemiBold"/>
                <a:cs typeface="IBM Plex Mono SemiBold"/>
                <a:sym typeface="IBM Plex Mono SemiBold"/>
              </a:rPr>
            </a:br>
            <a:r>
              <a:rPr b="0" i="0" lang="uk" sz="2500" u="none" cap="none" strike="noStrike">
                <a:solidFill>
                  <a:srgbClr val="076CFC"/>
                </a:solidFill>
                <a:latin typeface="IBM Plex Mono SemiBold"/>
                <a:ea typeface="IBM Plex Mono SemiBold"/>
                <a:cs typeface="IBM Plex Mono SemiBold"/>
                <a:sym typeface="IBM Plex Mono SemiBold"/>
              </a:rPr>
              <a:t>ВТОРИННА ІНФЕКЦІЯ: ОСНОВНІ ТЕМИ З ПЛИНОМ ЧАСУ</a:t>
            </a:r>
            <a:endParaRPr b="0" i="0" sz="2500" u="none" cap="none" strike="noStrike">
              <a:solidFill>
                <a:srgbClr val="076CFC"/>
              </a:solidFill>
              <a:latin typeface="IBM Plex Mono SemiBold"/>
              <a:ea typeface="IBM Plex Mono SemiBold"/>
              <a:cs typeface="IBM Plex Mono SemiBold"/>
              <a:sym typeface="IBM Plex Mono SemiBold"/>
            </a:endParaRPr>
          </a:p>
        </p:txBody>
      </p:sp>
      <p:pic>
        <p:nvPicPr>
          <p:cNvPr id="872" name="Google Shape;872;p64"/>
          <p:cNvPicPr preferRelativeResize="0"/>
          <p:nvPr/>
        </p:nvPicPr>
        <p:blipFill rotWithShape="1">
          <a:blip r:embed="rId3">
            <a:alphaModFix/>
          </a:blip>
          <a:srcRect b="0" l="0" r="0" t="0"/>
          <a:stretch/>
        </p:blipFill>
        <p:spPr>
          <a:xfrm>
            <a:off x="1459525" y="1414012"/>
            <a:ext cx="7122050" cy="3743625"/>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876" name="Shape 876"/>
        <p:cNvGrpSpPr/>
        <p:nvPr/>
      </p:nvGrpSpPr>
      <p:grpSpPr>
        <a:xfrm>
          <a:off x="0" y="0"/>
          <a:ext cx="0" cy="0"/>
          <a:chOff x="0" y="0"/>
          <a:chExt cx="0" cy="0"/>
        </a:xfrm>
      </p:grpSpPr>
      <p:sp>
        <p:nvSpPr>
          <p:cNvPr id="877" name="Google Shape;877;p65"/>
          <p:cNvSpPr/>
          <p:nvPr/>
        </p:nvSpPr>
        <p:spPr>
          <a:xfrm>
            <a:off x="4186700" y="658775"/>
            <a:ext cx="5518200" cy="4353000"/>
          </a:xfrm>
          <a:prstGeom prst="roundRect">
            <a:avLst>
              <a:gd fmla="val 6844" name="adj"/>
            </a:avLst>
          </a:prstGeom>
          <a:solidFill>
            <a:schemeClr val="lt1"/>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878" name="Google Shape;878;p65"/>
          <p:cNvSpPr txBox="1"/>
          <p:nvPr/>
        </p:nvSpPr>
        <p:spPr>
          <a:xfrm>
            <a:off x="238100" y="144550"/>
            <a:ext cx="4367700" cy="43983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rgbClr val="000000"/>
              </a:buClr>
              <a:buSzPts val="1200"/>
              <a:buFont typeface="Arial"/>
              <a:buNone/>
            </a:pPr>
            <a:r>
              <a:rPr b="0" i="0" lang="uk" sz="3300" u="none" cap="none" strike="noStrike">
                <a:solidFill>
                  <a:schemeClr val="lt1"/>
                </a:solidFill>
                <a:latin typeface="IBM Plex Mono SemiBold"/>
                <a:ea typeface="IBM Plex Mono SemiBold"/>
                <a:cs typeface="IBM Plex Mono SemiBold"/>
                <a:sym typeface="IBM Plex Mono SemiBold"/>
              </a:rPr>
              <a:t>КЕЙС 3-4</a:t>
            </a:r>
            <a:br>
              <a:rPr b="0" i="0" lang="uk" sz="3300" u="none" cap="none" strike="noStrike">
                <a:solidFill>
                  <a:schemeClr val="lt1"/>
                </a:solidFill>
                <a:latin typeface="IBM Plex Mono SemiBold"/>
                <a:ea typeface="IBM Plex Mono SemiBold"/>
                <a:cs typeface="IBM Plex Mono SemiBold"/>
                <a:sym typeface="IBM Plex Mono SemiBold"/>
              </a:rPr>
            </a:br>
            <a:endParaRPr b="0" i="0" sz="2500" u="none" cap="none" strike="noStrike">
              <a:solidFill>
                <a:schemeClr val="lt1"/>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rgbClr val="000000"/>
              </a:buClr>
              <a:buSzPts val="1200"/>
              <a:buFont typeface="Arial"/>
              <a:buNone/>
            </a:pPr>
            <a:r>
              <a:t/>
            </a:r>
            <a:endParaRPr b="0" i="0" sz="3300" u="none" cap="none" strike="noStrike">
              <a:solidFill>
                <a:schemeClr val="lt1"/>
              </a:solidFill>
              <a:latin typeface="IBM Plex Mono SemiBold"/>
              <a:ea typeface="IBM Plex Mono SemiBold"/>
              <a:cs typeface="IBM Plex Mono SemiBold"/>
              <a:sym typeface="IBM Plex Mono SemiBold"/>
            </a:endParaRPr>
          </a:p>
        </p:txBody>
      </p:sp>
      <p:pic>
        <p:nvPicPr>
          <p:cNvPr id="879" name="Google Shape;879;p65"/>
          <p:cNvPicPr preferRelativeResize="0"/>
          <p:nvPr/>
        </p:nvPicPr>
        <p:blipFill rotWithShape="1">
          <a:blip r:embed="rId3">
            <a:alphaModFix/>
          </a:blip>
          <a:srcRect b="4685" l="0" r="0" t="4685"/>
          <a:stretch/>
        </p:blipFill>
        <p:spPr>
          <a:xfrm>
            <a:off x="238100" y="2964954"/>
            <a:ext cx="2725189" cy="2124000"/>
          </a:xfrm>
          <a:prstGeom prst="rect">
            <a:avLst/>
          </a:prstGeom>
          <a:noFill/>
          <a:ln>
            <a:noFill/>
          </a:ln>
        </p:spPr>
      </p:pic>
      <p:pic>
        <p:nvPicPr>
          <p:cNvPr id="880" name="Google Shape;880;p65"/>
          <p:cNvPicPr preferRelativeResize="0"/>
          <p:nvPr/>
        </p:nvPicPr>
        <p:blipFill rotWithShape="1">
          <a:blip r:embed="rId4">
            <a:alphaModFix/>
          </a:blip>
          <a:srcRect b="0" l="0" r="1652" t="0"/>
          <a:stretch/>
        </p:blipFill>
        <p:spPr>
          <a:xfrm>
            <a:off x="4527950" y="752675"/>
            <a:ext cx="4675849" cy="4080200"/>
          </a:xfrm>
          <a:prstGeom prst="rect">
            <a:avLst/>
          </a:prstGeom>
          <a:noFill/>
          <a:ln>
            <a:noFill/>
          </a:ln>
        </p:spPr>
      </p:pic>
      <p:sp>
        <p:nvSpPr>
          <p:cNvPr id="881" name="Google Shape;881;p65"/>
          <p:cNvSpPr txBox="1"/>
          <p:nvPr/>
        </p:nvSpPr>
        <p:spPr>
          <a:xfrm>
            <a:off x="238100" y="880625"/>
            <a:ext cx="36879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uk" sz="1800">
                <a:solidFill>
                  <a:srgbClr val="076CFC"/>
                </a:solidFill>
                <a:latin typeface="IBM Plex Mono"/>
                <a:ea typeface="IBM Plex Mono"/>
                <a:cs typeface="IBM Plex Mono"/>
                <a:sym typeface="IBM Plex Mono"/>
              </a:rPr>
              <a:t>мережева карта GRAPHIKA підписників активів secondary infektion у twitter </a:t>
            </a:r>
            <a:br>
              <a:rPr lang="uk" sz="1800">
                <a:solidFill>
                  <a:srgbClr val="076CFC"/>
                </a:solidFill>
                <a:latin typeface="IBM Plex Mono"/>
                <a:ea typeface="IBM Plex Mono"/>
                <a:cs typeface="IBM Plex Mono"/>
                <a:sym typeface="IBM Plex Mono"/>
              </a:rPr>
            </a:br>
            <a:r>
              <a:rPr lang="uk" sz="1800">
                <a:solidFill>
                  <a:srgbClr val="076CFC"/>
                </a:solidFill>
                <a:latin typeface="IBM Plex Mono"/>
                <a:ea typeface="IBM Plex Mono"/>
                <a:cs typeface="IBM Plex Mono"/>
                <a:sym typeface="IBM Plex Mono"/>
              </a:rPr>
              <a:t>та підписників </a:t>
            </a:r>
            <a:br>
              <a:rPr lang="uk" sz="1800">
                <a:solidFill>
                  <a:srgbClr val="076CFC"/>
                </a:solidFill>
                <a:latin typeface="IBM Plex Mono"/>
                <a:ea typeface="IBM Plex Mono"/>
                <a:cs typeface="IBM Plex Mono"/>
                <a:sym typeface="IBM Plex Mono"/>
              </a:rPr>
            </a:br>
            <a:r>
              <a:rPr lang="uk" sz="1800">
                <a:solidFill>
                  <a:srgbClr val="076CFC"/>
                </a:solidFill>
                <a:latin typeface="IBM Plex Mono"/>
                <a:ea typeface="IBM Plex Mono"/>
                <a:cs typeface="IBM Plex Mono"/>
                <a:sym typeface="IBM Plex Mono"/>
              </a:rPr>
              <a:t>значних підсилювачів, станом на квітень </a:t>
            </a:r>
            <a:br>
              <a:rPr lang="uk" sz="1800">
                <a:solidFill>
                  <a:srgbClr val="076CFC"/>
                </a:solidFill>
                <a:latin typeface="IBM Plex Mono"/>
                <a:ea typeface="IBM Plex Mono"/>
                <a:cs typeface="IBM Plex Mono"/>
                <a:sym typeface="IBM Plex Mono"/>
              </a:rPr>
            </a:br>
            <a:r>
              <a:rPr lang="uk" sz="1800">
                <a:solidFill>
                  <a:srgbClr val="076CFC"/>
                </a:solidFill>
                <a:latin typeface="IBM Plex Mono"/>
                <a:ea typeface="IBM Plex Mono"/>
                <a:cs typeface="IBM Plex Mono"/>
                <a:sym typeface="IBM Plex Mono"/>
              </a:rPr>
              <a:t>2020 року.</a:t>
            </a:r>
            <a:endParaRPr sz="1800">
              <a:solidFill>
                <a:srgbClr val="076CFC"/>
              </a:solidFill>
              <a:latin typeface="IBM Plex Mono"/>
              <a:ea typeface="IBM Plex Mono"/>
              <a:cs typeface="IBM Plex Mono"/>
              <a:sym typeface="IBM Plex Mono"/>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885" name="Shape 885"/>
        <p:cNvGrpSpPr/>
        <p:nvPr/>
      </p:nvGrpSpPr>
      <p:grpSpPr>
        <a:xfrm>
          <a:off x="0" y="0"/>
          <a:ext cx="0" cy="0"/>
          <a:chOff x="0" y="0"/>
          <a:chExt cx="0" cy="0"/>
        </a:xfrm>
      </p:grpSpPr>
      <p:sp>
        <p:nvSpPr>
          <p:cNvPr id="886" name="Google Shape;886;p66"/>
          <p:cNvSpPr txBox="1"/>
          <p:nvPr/>
        </p:nvSpPr>
        <p:spPr>
          <a:xfrm>
            <a:off x="238097" y="144548"/>
            <a:ext cx="9564900" cy="4737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rgbClr val="000000"/>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КЕЙС 4-1:                                   </a:t>
            </a:r>
            <a:r>
              <a:rPr b="0" i="0" lang="uk" sz="2400" u="none" cap="none" strike="noStrike">
                <a:solidFill>
                  <a:srgbClr val="076CFC"/>
                </a:solidFill>
                <a:latin typeface="IBM Plex Mono SemiBold"/>
                <a:ea typeface="IBM Plex Mono SemiBold"/>
                <a:cs typeface="IBM Plex Mono SemiBold"/>
                <a:sym typeface="IBM Plex Mono SemiBold"/>
              </a:rPr>
              <a:t>КУБИНСЬКА РАКЕТНА КРИЗА – РОЗВІДУВАЛЬНІ                   ЗНІМКИ ТА АНАЛІЗ РОЗВІДУВАЛЬНИХ ДАНИХ U-2</a:t>
            </a:r>
            <a:endParaRPr b="0" i="0" sz="2400" u="none" cap="none" strike="noStrike">
              <a:solidFill>
                <a:srgbClr val="076CFC"/>
              </a:solidFill>
              <a:latin typeface="IBM Plex Mono SemiBold"/>
              <a:ea typeface="IBM Plex Mono SemiBold"/>
              <a:cs typeface="IBM Plex Mono SemiBold"/>
              <a:sym typeface="IBM Plex Mono SemiBold"/>
            </a:endParaRPr>
          </a:p>
        </p:txBody>
      </p:sp>
      <p:sp>
        <p:nvSpPr>
          <p:cNvPr id="887" name="Google Shape;887;p66"/>
          <p:cNvSpPr/>
          <p:nvPr/>
        </p:nvSpPr>
        <p:spPr>
          <a:xfrm>
            <a:off x="342925" y="3008638"/>
            <a:ext cx="9394800" cy="1161900"/>
          </a:xfrm>
          <a:prstGeom prst="roundRect">
            <a:avLst>
              <a:gd fmla="val 24721" name="adj"/>
            </a:avLst>
          </a:prstGeom>
          <a:solidFill>
            <a:srgbClr val="282828"/>
          </a:solidFill>
          <a:ln>
            <a:noFill/>
          </a:ln>
        </p:spPr>
        <p:txBody>
          <a:bodyPr anchorCtr="0" anchor="ctr" bIns="100900" lIns="100900" spcFirstLastPara="1" rIns="100900" wrap="square" tIns="100900">
            <a:noAutofit/>
          </a:bodyPr>
          <a:lstStyle/>
          <a:p>
            <a:pPr indent="0" lvl="0" marL="0" rtl="0" algn="ctr">
              <a:spcBef>
                <a:spcPts val="0"/>
              </a:spcBef>
              <a:spcAft>
                <a:spcPts val="0"/>
              </a:spcAft>
              <a:buNone/>
            </a:pPr>
            <a:r>
              <a:t/>
            </a:r>
            <a:endParaRPr sz="1545"/>
          </a:p>
        </p:txBody>
      </p:sp>
      <p:sp>
        <p:nvSpPr>
          <p:cNvPr id="888" name="Google Shape;888;p66"/>
          <p:cNvSpPr/>
          <p:nvPr/>
        </p:nvSpPr>
        <p:spPr>
          <a:xfrm>
            <a:off x="342925" y="4170656"/>
            <a:ext cx="9394800" cy="1176000"/>
          </a:xfrm>
          <a:prstGeom prst="roundRect">
            <a:avLst>
              <a:gd fmla="val 22849" name="adj"/>
            </a:avLst>
          </a:prstGeom>
          <a:solidFill>
            <a:srgbClr val="282828"/>
          </a:solidFill>
          <a:ln>
            <a:noFill/>
          </a:ln>
        </p:spPr>
        <p:txBody>
          <a:bodyPr anchorCtr="0" anchor="ctr" bIns="100900" lIns="100900" spcFirstLastPara="1" rIns="100900" wrap="square" tIns="100900">
            <a:noAutofit/>
          </a:bodyPr>
          <a:lstStyle/>
          <a:p>
            <a:pPr indent="0" lvl="0" marL="0" rtl="0" algn="ctr">
              <a:spcBef>
                <a:spcPts val="0"/>
              </a:spcBef>
              <a:spcAft>
                <a:spcPts val="0"/>
              </a:spcAft>
              <a:buNone/>
            </a:pPr>
            <a:r>
              <a:t/>
            </a:r>
            <a:endParaRPr sz="1545"/>
          </a:p>
        </p:txBody>
      </p:sp>
      <p:sp>
        <p:nvSpPr>
          <p:cNvPr id="889" name="Google Shape;889;p66"/>
          <p:cNvSpPr/>
          <p:nvPr/>
        </p:nvSpPr>
        <p:spPr>
          <a:xfrm>
            <a:off x="323150" y="1846874"/>
            <a:ext cx="9394800" cy="1161900"/>
          </a:xfrm>
          <a:prstGeom prst="roundRect">
            <a:avLst>
              <a:gd fmla="val 31124" name="adj"/>
            </a:avLst>
          </a:prstGeom>
          <a:solidFill>
            <a:srgbClr val="282828"/>
          </a:solidFill>
          <a:ln>
            <a:noFill/>
          </a:ln>
        </p:spPr>
        <p:txBody>
          <a:bodyPr anchorCtr="0" anchor="ctr" bIns="100900" lIns="100900" spcFirstLastPara="1" rIns="100900" wrap="square" tIns="100900">
            <a:noAutofit/>
          </a:bodyPr>
          <a:lstStyle/>
          <a:p>
            <a:pPr indent="0" lvl="0" marL="0" rtl="0" algn="ctr">
              <a:spcBef>
                <a:spcPts val="0"/>
              </a:spcBef>
              <a:spcAft>
                <a:spcPts val="0"/>
              </a:spcAft>
              <a:buNone/>
            </a:pPr>
            <a:r>
              <a:t/>
            </a:r>
            <a:endParaRPr sz="1545"/>
          </a:p>
        </p:txBody>
      </p:sp>
      <p:pic>
        <p:nvPicPr>
          <p:cNvPr id="890" name="Google Shape;890;p66"/>
          <p:cNvPicPr preferRelativeResize="0"/>
          <p:nvPr/>
        </p:nvPicPr>
        <p:blipFill>
          <a:blip r:embed="rId3">
            <a:alphaModFix/>
          </a:blip>
          <a:stretch>
            <a:fillRect/>
          </a:stretch>
        </p:blipFill>
        <p:spPr>
          <a:xfrm>
            <a:off x="472450" y="2057860"/>
            <a:ext cx="831421" cy="673199"/>
          </a:xfrm>
          <a:prstGeom prst="rect">
            <a:avLst/>
          </a:prstGeom>
          <a:noFill/>
          <a:ln>
            <a:noFill/>
          </a:ln>
        </p:spPr>
      </p:pic>
      <p:pic>
        <p:nvPicPr>
          <p:cNvPr id="891" name="Google Shape;891;p66"/>
          <p:cNvPicPr preferRelativeResize="0"/>
          <p:nvPr/>
        </p:nvPicPr>
        <p:blipFill>
          <a:blip r:embed="rId3">
            <a:alphaModFix/>
          </a:blip>
          <a:stretch>
            <a:fillRect/>
          </a:stretch>
        </p:blipFill>
        <p:spPr>
          <a:xfrm>
            <a:off x="472450" y="3253110"/>
            <a:ext cx="831421" cy="673199"/>
          </a:xfrm>
          <a:prstGeom prst="rect">
            <a:avLst/>
          </a:prstGeom>
          <a:noFill/>
          <a:ln>
            <a:noFill/>
          </a:ln>
        </p:spPr>
      </p:pic>
      <p:pic>
        <p:nvPicPr>
          <p:cNvPr id="892" name="Google Shape;892;p66"/>
          <p:cNvPicPr preferRelativeResize="0"/>
          <p:nvPr/>
        </p:nvPicPr>
        <p:blipFill>
          <a:blip r:embed="rId3">
            <a:alphaModFix/>
          </a:blip>
          <a:stretch>
            <a:fillRect/>
          </a:stretch>
        </p:blipFill>
        <p:spPr>
          <a:xfrm>
            <a:off x="472450" y="4448148"/>
            <a:ext cx="831421" cy="673199"/>
          </a:xfrm>
          <a:prstGeom prst="rect">
            <a:avLst/>
          </a:prstGeom>
          <a:noFill/>
          <a:ln>
            <a:noFill/>
          </a:ln>
        </p:spPr>
      </p:pic>
      <p:sp>
        <p:nvSpPr>
          <p:cNvPr id="893" name="Google Shape;893;p66"/>
          <p:cNvSpPr txBox="1"/>
          <p:nvPr>
            <p:ph idx="4294967295" type="body"/>
          </p:nvPr>
        </p:nvSpPr>
        <p:spPr>
          <a:xfrm>
            <a:off x="1620350" y="2101572"/>
            <a:ext cx="6800400" cy="492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SzPts val="1400"/>
              <a:buNone/>
            </a:pPr>
            <a:r>
              <a:rPr lang="uk" sz="1600">
                <a:solidFill>
                  <a:schemeClr val="lt1"/>
                </a:solidFill>
                <a:latin typeface="IBM Plex Sans"/>
                <a:ea typeface="IBM Plex Sans"/>
                <a:cs typeface="IBM Plex Sans"/>
                <a:sym typeface="IBM Plex Sans"/>
              </a:rPr>
              <a:t>Розвідувальні знімки U-2: Висотні літаки-розвідники U-2 зробили детальні фотографії ракетних установок на Кубі.</a:t>
            </a:r>
            <a:endParaRPr sz="1600">
              <a:solidFill>
                <a:schemeClr val="lt1"/>
              </a:solidFill>
              <a:latin typeface="IBM Plex Sans"/>
              <a:ea typeface="IBM Plex Sans"/>
              <a:cs typeface="IBM Plex Sans"/>
              <a:sym typeface="IBM Plex Sans"/>
            </a:endParaRPr>
          </a:p>
        </p:txBody>
      </p:sp>
      <p:sp>
        <p:nvSpPr>
          <p:cNvPr id="894" name="Google Shape;894;p66"/>
          <p:cNvSpPr txBox="1"/>
          <p:nvPr/>
        </p:nvSpPr>
        <p:spPr>
          <a:xfrm>
            <a:off x="1506800" y="3290702"/>
            <a:ext cx="7983300" cy="714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800"/>
              </a:spcBef>
              <a:spcAft>
                <a:spcPts val="0"/>
              </a:spcAft>
              <a:buClr>
                <a:srgbClr val="000000"/>
              </a:buClr>
              <a:buSzPts val="1820"/>
              <a:buFont typeface="Arial"/>
              <a:buNone/>
            </a:pPr>
            <a:r>
              <a:rPr lang="uk" sz="1600">
                <a:solidFill>
                  <a:schemeClr val="lt1"/>
                </a:solidFill>
                <a:latin typeface="IBM Plex Sans"/>
                <a:ea typeface="IBM Plex Sans"/>
                <a:cs typeface="IBM Plex Sans"/>
                <a:sym typeface="IBM Plex Sans"/>
              </a:rPr>
              <a:t>Розвідка радіосигналів (SIGINT): Перехоплені повідомлення дали уявлення про військову діяльність СРСР.</a:t>
            </a:r>
            <a:endParaRPr sz="1600">
              <a:solidFill>
                <a:schemeClr val="lt1"/>
              </a:solidFill>
              <a:latin typeface="IBM Plex Sans"/>
              <a:ea typeface="IBM Plex Sans"/>
              <a:cs typeface="IBM Plex Sans"/>
              <a:sym typeface="IBM Plex Sans"/>
            </a:endParaRPr>
          </a:p>
        </p:txBody>
      </p:sp>
      <p:sp>
        <p:nvSpPr>
          <p:cNvPr id="895" name="Google Shape;895;p66"/>
          <p:cNvSpPr txBox="1"/>
          <p:nvPr/>
        </p:nvSpPr>
        <p:spPr>
          <a:xfrm>
            <a:off x="1506800" y="4349144"/>
            <a:ext cx="7475400" cy="997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800"/>
              </a:spcBef>
              <a:spcAft>
                <a:spcPts val="0"/>
              </a:spcAft>
              <a:buClr>
                <a:srgbClr val="000000"/>
              </a:buClr>
              <a:buSzPts val="1820"/>
              <a:buFont typeface="Arial"/>
              <a:buNone/>
            </a:pPr>
            <a:r>
              <a:rPr lang="uk" sz="1600">
                <a:solidFill>
                  <a:schemeClr val="lt1"/>
                </a:solidFill>
                <a:latin typeface="IBM Plex Sans"/>
                <a:ea typeface="IBM Plex Sans"/>
                <a:cs typeface="IBM Plex Sans"/>
                <a:sym typeface="IBM Plex Sans"/>
              </a:rPr>
              <a:t>Розвідка людей (HUMINT): Інформація з таких джерел, як Олег Пеньковський, офіцер радянської військової розвідки, який надав важливі подробиці про радянські ракетні можливості.</a:t>
            </a:r>
            <a:endParaRPr sz="1600">
              <a:solidFill>
                <a:schemeClr val="lt1"/>
              </a:solidFill>
              <a:latin typeface="IBM Plex Sans"/>
              <a:ea typeface="IBM Plex Sans"/>
              <a:cs typeface="IBM Plex Sans"/>
              <a:sym typeface="IBM Plex Sans"/>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899" name="Shape 899"/>
        <p:cNvGrpSpPr/>
        <p:nvPr/>
      </p:nvGrpSpPr>
      <p:grpSpPr>
        <a:xfrm>
          <a:off x="0" y="0"/>
          <a:ext cx="0" cy="0"/>
          <a:chOff x="0" y="0"/>
          <a:chExt cx="0" cy="0"/>
        </a:xfrm>
      </p:grpSpPr>
      <p:sp>
        <p:nvSpPr>
          <p:cNvPr id="900" name="Google Shape;900;p67"/>
          <p:cNvSpPr txBox="1"/>
          <p:nvPr/>
        </p:nvSpPr>
        <p:spPr>
          <a:xfrm>
            <a:off x="238097" y="144548"/>
            <a:ext cx="9564900" cy="4737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rgbClr val="000000"/>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КЕЙС 4-2 МЕТОДИ КІЛЬКІСНОГО АНАЛІЗУ</a:t>
            </a:r>
            <a:endParaRPr b="0" i="0" sz="3300" u="none" cap="none" strike="noStrike">
              <a:solidFill>
                <a:srgbClr val="E5E8EC"/>
              </a:solidFill>
              <a:latin typeface="IBM Plex Mono SemiBold"/>
              <a:ea typeface="IBM Plex Mono SemiBold"/>
              <a:cs typeface="IBM Plex Mono SemiBold"/>
              <a:sym typeface="IBM Plex Mono SemiBold"/>
            </a:endParaRPr>
          </a:p>
        </p:txBody>
      </p:sp>
      <p:sp>
        <p:nvSpPr>
          <p:cNvPr id="901" name="Google Shape;901;p67"/>
          <p:cNvSpPr/>
          <p:nvPr/>
        </p:nvSpPr>
        <p:spPr>
          <a:xfrm>
            <a:off x="4511226" y="1263200"/>
            <a:ext cx="5252400" cy="3909600"/>
          </a:xfrm>
          <a:prstGeom prst="roundRect">
            <a:avLst>
              <a:gd fmla="val 8532" name="adj"/>
            </a:avLst>
          </a:prstGeom>
          <a:solidFill>
            <a:srgbClr val="282828"/>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02" name="Google Shape;902;p67"/>
          <p:cNvSpPr/>
          <p:nvPr/>
        </p:nvSpPr>
        <p:spPr>
          <a:xfrm>
            <a:off x="317226" y="1263200"/>
            <a:ext cx="4194000" cy="3909600"/>
          </a:xfrm>
          <a:prstGeom prst="roundRect">
            <a:avLst>
              <a:gd fmla="val 9593" name="adj"/>
            </a:avLst>
          </a:prstGeom>
          <a:solidFill>
            <a:srgbClr val="076CFC"/>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903" name="Google Shape;903;p67"/>
          <p:cNvSpPr txBox="1"/>
          <p:nvPr/>
        </p:nvSpPr>
        <p:spPr>
          <a:xfrm>
            <a:off x="561176" y="1531975"/>
            <a:ext cx="3659700" cy="3210600"/>
          </a:xfrm>
          <a:prstGeom prst="rect">
            <a:avLst/>
          </a:prstGeom>
          <a:noFill/>
          <a:ln>
            <a:noFill/>
          </a:ln>
        </p:spPr>
        <p:txBody>
          <a:bodyPr anchorCtr="0" anchor="t" bIns="75600" lIns="75600" spcFirstLastPara="1" rIns="75600" wrap="square" tIns="75600">
            <a:spAutoFit/>
          </a:bodyPr>
          <a:lstStyle/>
          <a:p>
            <a:pPr indent="0" lvl="0" marL="0" rtl="0" algn="l">
              <a:spcBef>
                <a:spcPts val="0"/>
              </a:spcBef>
              <a:spcAft>
                <a:spcPts val="0"/>
              </a:spcAft>
              <a:buClr>
                <a:schemeClr val="dk1"/>
              </a:buClr>
              <a:buSzPts val="1600"/>
              <a:buFont typeface="Arial"/>
              <a:buNone/>
            </a:pPr>
            <a:r>
              <a:rPr b="1" lang="uk" sz="1600">
                <a:solidFill>
                  <a:schemeClr val="lt1"/>
                </a:solidFill>
                <a:latin typeface="IBM Plex Sans"/>
                <a:ea typeface="IBM Plex Sans"/>
                <a:cs typeface="IBM Plex Sans"/>
                <a:sym typeface="IBM Plex Sans"/>
                <a:extLst>
                  <a:ext uri="http://customooxmlschemas.google.com/">
                    <go:slidesCustomData xmlns:go="http://customooxmlschemas.google.com/" textRoundtripDataId="13"/>
                  </a:ext>
                </a:extLst>
              </a:rPr>
              <a:t>Аналіз</a:t>
            </a:r>
            <a:r>
              <a:rPr b="1" lang="uk" sz="1600">
                <a:solidFill>
                  <a:schemeClr val="lt1"/>
                </a:solidFill>
                <a:latin typeface="IBM Plex Sans"/>
                <a:ea typeface="IBM Plex Sans"/>
                <a:cs typeface="IBM Plex Sans"/>
                <a:sym typeface="IBM Plex Sans"/>
              </a:rPr>
              <a:t> зображень </a:t>
            </a:r>
            <a:br>
              <a:rPr b="1" lang="uk" sz="1600">
                <a:solidFill>
                  <a:schemeClr val="lt1"/>
                </a:solidFill>
                <a:latin typeface="IBM Plex Sans"/>
                <a:ea typeface="IBM Plex Sans"/>
                <a:cs typeface="IBM Plex Sans"/>
                <a:sym typeface="IBM Plex Sans"/>
              </a:rPr>
            </a:br>
            <a:r>
              <a:rPr lang="uk" sz="1600">
                <a:solidFill>
                  <a:schemeClr val="lt1"/>
                </a:solidFill>
                <a:latin typeface="IBM Plex Sans"/>
                <a:ea typeface="IBM Plex Sans"/>
                <a:cs typeface="IBM Plex Sans"/>
                <a:sym typeface="IBM Plex Sans"/>
              </a:rPr>
              <a:t>Аналітики Національного центру інтерпретації фотографій (NPIC) ретельно вивчили фотографії U-2, щоб ідентифікувати місця розташування ракет. Вони вимірювали розміри об'єктів, оцінювали схеми будівництва та порівнювали їх з відомими радянськими ракетними установками.</a:t>
            </a:r>
            <a:endParaRPr sz="1600">
              <a:solidFill>
                <a:schemeClr val="lt1"/>
              </a:solidFill>
              <a:latin typeface="IBM Plex Sans"/>
              <a:ea typeface="IBM Plex Sans"/>
              <a:cs typeface="IBM Plex Sans"/>
              <a:sym typeface="IBM Plex Sans"/>
            </a:endParaRPr>
          </a:p>
          <a:p>
            <a:pPr indent="0" lvl="0" marL="0" marR="0" rtl="0" algn="l">
              <a:lnSpc>
                <a:spcPct val="115000"/>
              </a:lnSpc>
              <a:spcBef>
                <a:spcPts val="800"/>
              </a:spcBef>
              <a:spcAft>
                <a:spcPts val="0"/>
              </a:spcAft>
              <a:buClr>
                <a:srgbClr val="000000"/>
              </a:buClr>
              <a:buSzPts val="1500"/>
              <a:buFont typeface="Arial"/>
              <a:buNone/>
            </a:pPr>
            <a:r>
              <a:t/>
            </a:r>
            <a:endParaRPr b="1" sz="1600">
              <a:solidFill>
                <a:schemeClr val="lt1"/>
              </a:solidFill>
              <a:latin typeface="IBM Plex Sans"/>
              <a:ea typeface="IBM Plex Sans"/>
              <a:cs typeface="IBM Plex Sans"/>
              <a:sym typeface="IBM Plex Sans"/>
            </a:endParaRPr>
          </a:p>
        </p:txBody>
      </p:sp>
      <p:sp>
        <p:nvSpPr>
          <p:cNvPr id="904" name="Google Shape;904;p67"/>
          <p:cNvSpPr txBox="1"/>
          <p:nvPr/>
        </p:nvSpPr>
        <p:spPr>
          <a:xfrm>
            <a:off x="4850825" y="1510150"/>
            <a:ext cx="4573200" cy="2861700"/>
          </a:xfrm>
          <a:prstGeom prst="rect">
            <a:avLst/>
          </a:prstGeom>
          <a:noFill/>
          <a:ln>
            <a:noFill/>
          </a:ln>
        </p:spPr>
        <p:txBody>
          <a:bodyPr anchorCtr="0" anchor="t" bIns="75600" lIns="75600" spcFirstLastPara="1" rIns="75600" wrap="square" tIns="75600">
            <a:spAutoFit/>
          </a:bodyPr>
          <a:lstStyle/>
          <a:p>
            <a:pPr indent="0" lvl="0" marL="0" rtl="0" algn="l">
              <a:spcBef>
                <a:spcPts val="0"/>
              </a:spcBef>
              <a:spcAft>
                <a:spcPts val="0"/>
              </a:spcAft>
              <a:buClr>
                <a:schemeClr val="dk1"/>
              </a:buClr>
              <a:buSzPts val="1600"/>
              <a:buFont typeface="Arial"/>
              <a:buNone/>
            </a:pPr>
            <a:r>
              <a:rPr b="1" lang="uk" sz="1600">
                <a:solidFill>
                  <a:schemeClr val="lt1"/>
                </a:solidFill>
                <a:latin typeface="IBM Plex Sans"/>
                <a:ea typeface="IBM Plex Sans"/>
                <a:cs typeface="IBM Plex Sans"/>
                <a:sym typeface="IBM Plex Sans"/>
                <a:extLst>
                  <a:ext uri="http://customooxmlschemas.google.com/">
                    <go:slidesCustomData xmlns:go="http://customooxmlschemas.google.com/" textRoundtripDataId="14"/>
                  </a:ext>
                </a:extLst>
              </a:rPr>
              <a:t>Баєсівський</a:t>
            </a:r>
            <a:r>
              <a:rPr b="1" lang="uk" sz="1600">
                <a:solidFill>
                  <a:schemeClr val="lt1"/>
                </a:solidFill>
                <a:latin typeface="IBM Plex Sans"/>
                <a:ea typeface="IBM Plex Sans"/>
                <a:cs typeface="IBM Plex Sans"/>
                <a:sym typeface="IBM Plex Sans"/>
              </a:rPr>
              <a:t> висновок</a:t>
            </a:r>
            <a:br>
              <a:rPr b="1" lang="uk" sz="1600">
                <a:solidFill>
                  <a:schemeClr val="lt1"/>
                </a:solidFill>
                <a:latin typeface="IBM Plex Sans"/>
                <a:ea typeface="IBM Plex Sans"/>
                <a:cs typeface="IBM Plex Sans"/>
                <a:sym typeface="IBM Plex Sans"/>
              </a:rPr>
            </a:br>
            <a:r>
              <a:rPr lang="uk" sz="1600">
                <a:solidFill>
                  <a:schemeClr val="lt1"/>
                </a:solidFill>
                <a:latin typeface="IBM Plex Sans"/>
                <a:ea typeface="IBM Plex Sans"/>
                <a:cs typeface="IBM Plex Sans"/>
                <a:sym typeface="IBM Plex Sans"/>
              </a:rPr>
              <a:t>Хоча на той час це не було чітко позначено як таке, розвідувальне співтовариство використовувало міркування, подібні до баєсівського. Початкові переконання (априорні) щодо радянських намірів оновлювалися, оскільки нові докази (ймовірність) </a:t>
            </a:r>
            <a:endParaRPr sz="1600">
              <a:solidFill>
                <a:schemeClr val="lt1"/>
              </a:solidFill>
              <a:latin typeface="IBM Plex Sans"/>
              <a:ea typeface="IBM Plex Sans"/>
              <a:cs typeface="IBM Plex Sans"/>
              <a:sym typeface="IBM Plex Sans"/>
            </a:endParaRPr>
          </a:p>
          <a:p>
            <a:pPr indent="0" lvl="0" marL="0" rtl="0" algn="l">
              <a:spcBef>
                <a:spcPts val="0"/>
              </a:spcBef>
              <a:spcAft>
                <a:spcPts val="0"/>
              </a:spcAft>
              <a:buClr>
                <a:schemeClr val="dk1"/>
              </a:buClr>
              <a:buSzPts val="1600"/>
              <a:buFont typeface="Arial"/>
              <a:buNone/>
            </a:pPr>
            <a:r>
              <a:rPr lang="uk" sz="1600">
                <a:solidFill>
                  <a:schemeClr val="lt1"/>
                </a:solidFill>
                <a:latin typeface="IBM Plex Sans"/>
                <a:ea typeface="IBM Plex Sans"/>
                <a:cs typeface="IBM Plex Sans"/>
                <a:sym typeface="IBM Plex Sans"/>
              </a:rPr>
              <a:t>з'являлися на знімках U-2 та інших джерел, що призводило до перегляду оцінок (апостеріорних) щодо рівня загрози.</a:t>
            </a:r>
            <a:endParaRPr b="1" sz="1500">
              <a:solidFill>
                <a:schemeClr val="lt1"/>
              </a:solidFill>
              <a:latin typeface="IBM Plex Sans"/>
              <a:ea typeface="IBM Plex Sans"/>
              <a:cs typeface="IBM Plex Sans"/>
              <a:sym typeface="IBM Plex Sans"/>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908" name="Shape 908"/>
        <p:cNvGrpSpPr/>
        <p:nvPr/>
      </p:nvGrpSpPr>
      <p:grpSpPr>
        <a:xfrm>
          <a:off x="0" y="0"/>
          <a:ext cx="0" cy="0"/>
          <a:chOff x="0" y="0"/>
          <a:chExt cx="0" cy="0"/>
        </a:xfrm>
      </p:grpSpPr>
      <p:sp>
        <p:nvSpPr>
          <p:cNvPr id="909" name="Google Shape;909;p68"/>
          <p:cNvSpPr/>
          <p:nvPr/>
        </p:nvSpPr>
        <p:spPr>
          <a:xfrm>
            <a:off x="287325" y="1093925"/>
            <a:ext cx="9482100" cy="4245600"/>
          </a:xfrm>
          <a:prstGeom prst="roundRect">
            <a:avLst>
              <a:gd fmla="val 6844" name="adj"/>
            </a:avLst>
          </a:prstGeom>
          <a:solidFill>
            <a:srgbClr val="282828"/>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pic>
        <p:nvPicPr>
          <p:cNvPr id="910" name="Google Shape;910;p68"/>
          <p:cNvPicPr preferRelativeResize="0"/>
          <p:nvPr/>
        </p:nvPicPr>
        <p:blipFill rotWithShape="1">
          <a:blip r:embed="rId3">
            <a:alphaModFix/>
          </a:blip>
          <a:srcRect b="4685" l="0" r="0" t="4685"/>
          <a:stretch/>
        </p:blipFill>
        <p:spPr>
          <a:xfrm>
            <a:off x="7775801" y="3625304"/>
            <a:ext cx="1993497" cy="1553710"/>
          </a:xfrm>
          <a:prstGeom prst="rect">
            <a:avLst/>
          </a:prstGeom>
          <a:noFill/>
          <a:ln>
            <a:noFill/>
          </a:ln>
        </p:spPr>
      </p:pic>
      <p:sp>
        <p:nvSpPr>
          <p:cNvPr id="911" name="Google Shape;911;p68"/>
          <p:cNvSpPr txBox="1"/>
          <p:nvPr/>
        </p:nvSpPr>
        <p:spPr>
          <a:xfrm>
            <a:off x="486825" y="1318800"/>
            <a:ext cx="7872600" cy="2912700"/>
          </a:xfrm>
          <a:prstGeom prst="rect">
            <a:avLst/>
          </a:prstGeom>
          <a:noFill/>
          <a:ln>
            <a:noFill/>
          </a:ln>
        </p:spPr>
        <p:txBody>
          <a:bodyPr anchorCtr="0" anchor="t" bIns="100800" lIns="100800" spcFirstLastPara="1" rIns="100800" wrap="square" tIns="100800">
            <a:spAutoFit/>
          </a:bodyPr>
          <a:lstStyle/>
          <a:p>
            <a:pPr indent="0" lvl="0" marL="0" marR="0" rtl="0" algn="l">
              <a:lnSpc>
                <a:spcPct val="100000"/>
              </a:lnSpc>
              <a:spcBef>
                <a:spcPts val="0"/>
              </a:spcBef>
              <a:spcAft>
                <a:spcPts val="0"/>
              </a:spcAft>
              <a:buClr>
                <a:srgbClr val="000000"/>
              </a:buClr>
              <a:buSzPts val="1600"/>
              <a:buFont typeface="Arial"/>
              <a:buNone/>
            </a:pPr>
            <a:r>
              <a:rPr b="0" i="0" lang="uk" sz="1600" u="none" cap="none" strike="noStrike">
                <a:solidFill>
                  <a:schemeClr val="lt1"/>
                </a:solidFill>
                <a:latin typeface="IBM Plex Sans"/>
                <a:ea typeface="IBM Plex Sans"/>
                <a:cs typeface="IBM Plex Sans"/>
                <a:sym typeface="IBM Plex Sans"/>
              </a:rPr>
              <a:t>Незважаючи на остаточне виявлення ракет, деякі вчені стверджують, що криза є провалом розвідки. Радянському Союзу вдалося перевезти та розпочати встановлення ядерних ракет на Кубі, залишаючись непоміченими протягом кількох тижнів. </a:t>
            </a:r>
            <a:br>
              <a:rPr b="0" i="0" lang="uk" sz="1600" u="none" cap="none" strike="noStrike">
                <a:solidFill>
                  <a:schemeClr val="lt1"/>
                </a:solidFill>
                <a:latin typeface="IBM Plex Sans"/>
                <a:ea typeface="IBM Plex Sans"/>
                <a:cs typeface="IBM Plex Sans"/>
                <a:sym typeface="IBM Plex Sans"/>
              </a:rPr>
            </a:br>
            <a:br>
              <a:rPr b="0" i="0" lang="uk" sz="1600" u="none" cap="none" strike="noStrike">
                <a:solidFill>
                  <a:schemeClr val="lt1"/>
                </a:solidFill>
                <a:latin typeface="IBM Plex Sans"/>
                <a:ea typeface="IBM Plex Sans"/>
                <a:cs typeface="IBM Plex Sans"/>
                <a:sym typeface="IBM Plex Sans"/>
              </a:rPr>
            </a:br>
            <a:r>
              <a:rPr b="0" i="0" lang="uk" sz="1600" u="none" cap="none" strike="noStrike">
                <a:solidFill>
                  <a:schemeClr val="lt1"/>
                </a:solidFill>
                <a:latin typeface="IBM Plex Sans"/>
                <a:ea typeface="IBM Plex Sans"/>
                <a:cs typeface="IBM Plex Sans"/>
                <a:sym typeface="IBM Plex Sans"/>
              </a:rPr>
              <a:t>Ця затримка, відома як «фотопрогалина», була частково пов'язана з погодними умовами та тимчасовим призупиненням польотів U-2 над Кубою. </a:t>
            </a:r>
            <a:br>
              <a:rPr b="0" i="0" lang="uk" sz="1600" u="none" cap="none" strike="noStrike">
                <a:solidFill>
                  <a:schemeClr val="lt1"/>
                </a:solidFill>
                <a:latin typeface="IBM Plex Sans"/>
                <a:ea typeface="IBM Plex Sans"/>
                <a:cs typeface="IBM Plex Sans"/>
                <a:sym typeface="IBM Plex Sans"/>
              </a:rPr>
            </a:br>
            <a:br>
              <a:rPr b="0" i="0" lang="uk" sz="1600" u="none" cap="none" strike="noStrike">
                <a:solidFill>
                  <a:schemeClr val="lt1"/>
                </a:solidFill>
                <a:latin typeface="IBM Plex Sans"/>
                <a:ea typeface="IBM Plex Sans"/>
                <a:cs typeface="IBM Plex Sans"/>
                <a:sym typeface="IBM Plex Sans"/>
              </a:rPr>
            </a:br>
            <a:r>
              <a:rPr b="0" i="0" lang="uk" sz="1600" u="none" cap="none" strike="noStrike">
                <a:solidFill>
                  <a:schemeClr val="lt1"/>
                </a:solidFill>
                <a:latin typeface="IBM Plex Sans"/>
                <a:ea typeface="IBM Plex Sans"/>
                <a:cs typeface="IBM Plex Sans"/>
                <a:sym typeface="IBM Plex Sans"/>
              </a:rPr>
              <a:t>Нездатність виявити ракети раніше дозволила Радянському Союзу встановити значну військову присутність у Західній півкулі, перш ніж США змогли відреагувати.</a:t>
            </a:r>
            <a:endParaRPr b="0" i="0" sz="1400" u="none" cap="none" strike="noStrike">
              <a:solidFill>
                <a:srgbClr val="FFFFFF"/>
              </a:solidFill>
              <a:latin typeface="IBM Plex Mono"/>
              <a:ea typeface="IBM Plex Mono"/>
              <a:cs typeface="IBM Plex Mono"/>
              <a:sym typeface="IBM Plex Mono"/>
            </a:endParaRPr>
          </a:p>
        </p:txBody>
      </p:sp>
      <p:sp>
        <p:nvSpPr>
          <p:cNvPr id="912" name="Google Shape;912;p68"/>
          <p:cNvSpPr txBox="1"/>
          <p:nvPr/>
        </p:nvSpPr>
        <p:spPr>
          <a:xfrm>
            <a:off x="238097" y="144548"/>
            <a:ext cx="9564900" cy="4737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rgbClr val="000000"/>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КЕЙС 5-1 ПРОВАЛ РОЗВІДКИ</a:t>
            </a:r>
            <a:endParaRPr b="0" i="0" sz="3300" u="none" cap="none" strike="noStrike">
              <a:solidFill>
                <a:srgbClr val="E5E8EC"/>
              </a:solidFill>
              <a:latin typeface="IBM Plex Mono SemiBold"/>
              <a:ea typeface="IBM Plex Mono SemiBold"/>
              <a:cs typeface="IBM Plex Mono SemiBold"/>
              <a:sym typeface="IBM Plex Mono SemiBold"/>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916" name="Shape 916"/>
        <p:cNvGrpSpPr/>
        <p:nvPr/>
      </p:nvGrpSpPr>
      <p:grpSpPr>
        <a:xfrm>
          <a:off x="0" y="0"/>
          <a:ext cx="0" cy="0"/>
          <a:chOff x="0" y="0"/>
          <a:chExt cx="0" cy="0"/>
        </a:xfrm>
      </p:grpSpPr>
      <p:sp>
        <p:nvSpPr>
          <p:cNvPr id="917" name="Google Shape;917;p69"/>
          <p:cNvSpPr/>
          <p:nvPr/>
        </p:nvSpPr>
        <p:spPr>
          <a:xfrm>
            <a:off x="317224" y="1263209"/>
            <a:ext cx="9450300" cy="4089000"/>
          </a:xfrm>
          <a:prstGeom prst="roundRect">
            <a:avLst>
              <a:gd fmla="val 7197" name="adj"/>
            </a:avLst>
          </a:prstGeom>
          <a:solidFill>
            <a:schemeClr val="lt1"/>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918" name="Google Shape;918;p69"/>
          <p:cNvSpPr txBox="1"/>
          <p:nvPr/>
        </p:nvSpPr>
        <p:spPr>
          <a:xfrm>
            <a:off x="238097" y="123173"/>
            <a:ext cx="9450300" cy="7851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300" u="none" cap="none" strike="noStrike">
                <a:solidFill>
                  <a:srgbClr val="076CFC"/>
                </a:solidFill>
                <a:latin typeface="IBM Plex Mono SemiBold"/>
                <a:ea typeface="IBM Plex Mono SemiBold"/>
                <a:cs typeface="IBM Plex Mono SemiBold"/>
                <a:sym typeface="IBM Plex Mono SemiBold"/>
              </a:rPr>
              <a:t>СТЕК ТЕХНОЛОГІЙ</a:t>
            </a:r>
            <a:endParaRPr b="0" i="0" sz="3300" u="none" cap="none" strike="noStrike">
              <a:solidFill>
                <a:srgbClr val="076CF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076CF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076CF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076CF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076CFC"/>
              </a:solidFill>
              <a:latin typeface="IBM Plex Mono SemiBold"/>
              <a:ea typeface="IBM Plex Mono SemiBold"/>
              <a:cs typeface="IBM Plex Mono SemiBold"/>
              <a:sym typeface="IBM Plex Mono SemiBold"/>
            </a:endParaRPr>
          </a:p>
        </p:txBody>
      </p:sp>
      <p:pic>
        <p:nvPicPr>
          <p:cNvPr id="919" name="Google Shape;919;p69"/>
          <p:cNvPicPr preferRelativeResize="0"/>
          <p:nvPr/>
        </p:nvPicPr>
        <p:blipFill rotWithShape="1">
          <a:blip r:embed="rId3">
            <a:alphaModFix/>
          </a:blip>
          <a:srcRect b="0" l="0" r="0" t="0"/>
          <a:stretch/>
        </p:blipFill>
        <p:spPr>
          <a:xfrm>
            <a:off x="1492175" y="1345987"/>
            <a:ext cx="7096275" cy="3923425"/>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923" name="Shape 923"/>
        <p:cNvGrpSpPr/>
        <p:nvPr/>
      </p:nvGrpSpPr>
      <p:grpSpPr>
        <a:xfrm>
          <a:off x="0" y="0"/>
          <a:ext cx="0" cy="0"/>
          <a:chOff x="0" y="0"/>
          <a:chExt cx="0" cy="0"/>
        </a:xfrm>
      </p:grpSpPr>
      <p:sp>
        <p:nvSpPr>
          <p:cNvPr id="924" name="Google Shape;924;p70"/>
          <p:cNvSpPr/>
          <p:nvPr/>
        </p:nvSpPr>
        <p:spPr>
          <a:xfrm>
            <a:off x="4994000" y="318300"/>
            <a:ext cx="4773600" cy="5034000"/>
          </a:xfrm>
          <a:prstGeom prst="roundRect">
            <a:avLst>
              <a:gd fmla="val 7197" name="adj"/>
            </a:avLst>
          </a:prstGeom>
          <a:solidFill>
            <a:srgbClr val="171717"/>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925" name="Google Shape;925;p70"/>
          <p:cNvSpPr txBox="1"/>
          <p:nvPr/>
        </p:nvSpPr>
        <p:spPr>
          <a:xfrm>
            <a:off x="238097" y="123173"/>
            <a:ext cx="9450300" cy="7851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ПРОГРАМУВАННЯ НА R</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p:txBody>
      </p:sp>
      <p:pic>
        <p:nvPicPr>
          <p:cNvPr id="926" name="Google Shape;926;p70"/>
          <p:cNvPicPr preferRelativeResize="0"/>
          <p:nvPr/>
        </p:nvPicPr>
        <p:blipFill rotWithShape="1">
          <a:blip r:embed="rId3">
            <a:alphaModFix/>
          </a:blip>
          <a:srcRect b="0" l="0" r="0" t="0"/>
          <a:stretch/>
        </p:blipFill>
        <p:spPr>
          <a:xfrm>
            <a:off x="5513263" y="703312"/>
            <a:ext cx="3852025" cy="4397775"/>
          </a:xfrm>
          <a:prstGeom prst="rect">
            <a:avLst/>
          </a:prstGeom>
          <a:noFill/>
          <a:ln>
            <a:noFill/>
          </a:ln>
        </p:spPr>
      </p:pic>
      <p:pic>
        <p:nvPicPr>
          <p:cNvPr id="927" name="Google Shape;927;p70"/>
          <p:cNvPicPr preferRelativeResize="0"/>
          <p:nvPr/>
        </p:nvPicPr>
        <p:blipFill>
          <a:blip r:embed="rId4">
            <a:alphaModFix/>
          </a:blip>
          <a:stretch>
            <a:fillRect/>
          </a:stretch>
        </p:blipFill>
        <p:spPr>
          <a:xfrm>
            <a:off x="238100" y="2466317"/>
            <a:ext cx="2770650" cy="3038351"/>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931" name="Shape 931"/>
        <p:cNvGrpSpPr/>
        <p:nvPr/>
      </p:nvGrpSpPr>
      <p:grpSpPr>
        <a:xfrm>
          <a:off x="0" y="0"/>
          <a:ext cx="0" cy="0"/>
          <a:chOff x="0" y="0"/>
          <a:chExt cx="0" cy="0"/>
        </a:xfrm>
      </p:grpSpPr>
      <p:sp>
        <p:nvSpPr>
          <p:cNvPr id="932" name="Google Shape;932;p71"/>
          <p:cNvSpPr/>
          <p:nvPr/>
        </p:nvSpPr>
        <p:spPr>
          <a:xfrm>
            <a:off x="317225" y="908274"/>
            <a:ext cx="9450300" cy="4443900"/>
          </a:xfrm>
          <a:prstGeom prst="roundRect">
            <a:avLst>
              <a:gd fmla="val 7197" name="adj"/>
            </a:avLst>
          </a:prstGeom>
          <a:solidFill>
            <a:srgbClr val="171717"/>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933" name="Google Shape;933;p71"/>
          <p:cNvSpPr txBox="1"/>
          <p:nvPr/>
        </p:nvSpPr>
        <p:spPr>
          <a:xfrm>
            <a:off x="238097" y="123173"/>
            <a:ext cx="9450300" cy="7851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ПРОГРАМУВАННЯ НА PYTHON</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chemeClr val="dk1"/>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p:txBody>
      </p:sp>
      <p:pic>
        <p:nvPicPr>
          <p:cNvPr id="934" name="Google Shape;934;p71"/>
          <p:cNvPicPr preferRelativeResize="0"/>
          <p:nvPr/>
        </p:nvPicPr>
        <p:blipFill rotWithShape="1">
          <a:blip r:embed="rId3">
            <a:alphaModFix/>
          </a:blip>
          <a:srcRect b="0" l="0" r="0" t="0"/>
          <a:stretch/>
        </p:blipFill>
        <p:spPr>
          <a:xfrm>
            <a:off x="583275" y="1113950"/>
            <a:ext cx="4583575" cy="3770025"/>
          </a:xfrm>
          <a:prstGeom prst="rect">
            <a:avLst/>
          </a:prstGeom>
          <a:noFill/>
          <a:ln>
            <a:noFill/>
          </a:ln>
        </p:spPr>
      </p:pic>
      <p:pic>
        <p:nvPicPr>
          <p:cNvPr id="935" name="Google Shape;935;p71"/>
          <p:cNvPicPr preferRelativeResize="0"/>
          <p:nvPr/>
        </p:nvPicPr>
        <p:blipFill rotWithShape="1">
          <a:blip r:embed="rId4">
            <a:alphaModFix/>
          </a:blip>
          <a:srcRect b="-847" l="0" r="18193" t="0"/>
          <a:stretch/>
        </p:blipFill>
        <p:spPr>
          <a:xfrm>
            <a:off x="5263975" y="1166625"/>
            <a:ext cx="4262649" cy="3202675"/>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939" name="Shape 939"/>
        <p:cNvGrpSpPr/>
        <p:nvPr/>
      </p:nvGrpSpPr>
      <p:grpSpPr>
        <a:xfrm>
          <a:off x="0" y="0"/>
          <a:ext cx="0" cy="0"/>
          <a:chOff x="0" y="0"/>
          <a:chExt cx="0" cy="0"/>
        </a:xfrm>
      </p:grpSpPr>
      <p:sp>
        <p:nvSpPr>
          <p:cNvPr id="940" name="Google Shape;940;p72"/>
          <p:cNvSpPr txBox="1"/>
          <p:nvPr/>
        </p:nvSpPr>
        <p:spPr>
          <a:xfrm>
            <a:off x="-9446362" y="2340125"/>
            <a:ext cx="8553900" cy="465300"/>
          </a:xfrm>
          <a:prstGeom prst="rect">
            <a:avLst/>
          </a:prstGeom>
          <a:noFill/>
          <a:ln>
            <a:noFill/>
          </a:ln>
        </p:spPr>
        <p:txBody>
          <a:bodyPr anchorCtr="0" anchor="t" bIns="100800" lIns="100800" spcFirstLastPara="1" rIns="100800" wrap="square" tIns="100800">
            <a:spAutoFit/>
          </a:bodyPr>
          <a:lstStyle/>
          <a:p>
            <a:pPr indent="0" lvl="0" marL="508000" marR="0" rtl="0" algn="l">
              <a:lnSpc>
                <a:spcPct val="100000"/>
              </a:lnSpc>
              <a:spcBef>
                <a:spcPts val="0"/>
              </a:spcBef>
              <a:spcAft>
                <a:spcPts val="1100"/>
              </a:spcAft>
              <a:buClr>
                <a:srgbClr val="000000"/>
              </a:buClr>
              <a:buSzPts val="1700"/>
              <a:buFont typeface="Arial"/>
              <a:buNone/>
            </a:pPr>
            <a:r>
              <a:t/>
            </a:r>
            <a:endParaRPr b="1" i="0" sz="1700" u="none" cap="none" strike="noStrike">
              <a:solidFill>
                <a:srgbClr val="181919"/>
              </a:solidFill>
              <a:latin typeface="IBM Plex Sans"/>
              <a:ea typeface="IBM Plex Sans"/>
              <a:cs typeface="IBM Plex Sans"/>
              <a:sym typeface="IBM Plex Sans"/>
            </a:endParaRPr>
          </a:p>
        </p:txBody>
      </p:sp>
      <p:sp>
        <p:nvSpPr>
          <p:cNvPr id="941" name="Google Shape;941;p72"/>
          <p:cNvSpPr txBox="1"/>
          <p:nvPr/>
        </p:nvSpPr>
        <p:spPr>
          <a:xfrm>
            <a:off x="238100" y="123175"/>
            <a:ext cx="10416900" cy="7851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200" u="none" cap="none" strike="noStrike">
                <a:solidFill>
                  <a:srgbClr val="E6E6E6"/>
                </a:solidFill>
                <a:latin typeface="IBM Plex Mono SemiBold"/>
                <a:ea typeface="IBM Plex Mono SemiBold"/>
                <a:cs typeface="IBM Plex Mono SemiBold"/>
                <a:sym typeface="IBM Plex Mono SemiBold"/>
              </a:rPr>
              <a:t>ОБМЕЖЕННЯ СТАТИСТИЧНИХ МЕТОДІВ В OSINT</a:t>
            </a:r>
            <a:endParaRPr b="0" i="0" sz="3200" u="none" cap="none" strike="noStrike">
              <a:solidFill>
                <a:srgbClr val="E6E6E6"/>
              </a:solidFill>
              <a:latin typeface="IBM Plex Mono SemiBold"/>
              <a:ea typeface="IBM Plex Mono SemiBold"/>
              <a:cs typeface="IBM Plex Mono SemiBold"/>
              <a:sym typeface="IBM Plex Mono SemiBold"/>
            </a:endParaRPr>
          </a:p>
        </p:txBody>
      </p:sp>
      <p:sp>
        <p:nvSpPr>
          <p:cNvPr id="942" name="Google Shape;942;p72"/>
          <p:cNvSpPr/>
          <p:nvPr/>
        </p:nvSpPr>
        <p:spPr>
          <a:xfrm>
            <a:off x="332992" y="1937956"/>
            <a:ext cx="4675800" cy="1029900"/>
          </a:xfrm>
          <a:prstGeom prst="roundRect">
            <a:avLst>
              <a:gd fmla="val 24721" name="adj"/>
            </a:avLst>
          </a:prstGeom>
          <a:solidFill>
            <a:srgbClr val="282828"/>
          </a:solidFill>
          <a:ln>
            <a:noFill/>
          </a:ln>
        </p:spPr>
        <p:txBody>
          <a:bodyPr anchorCtr="0" anchor="ctr" bIns="100900" lIns="100900" spcFirstLastPara="1" rIns="100900" wrap="square" tIns="100900">
            <a:noAutofit/>
          </a:bodyPr>
          <a:lstStyle/>
          <a:p>
            <a:pPr indent="0" lvl="0" marL="0" rtl="0" algn="ctr">
              <a:spcBef>
                <a:spcPts val="0"/>
              </a:spcBef>
              <a:spcAft>
                <a:spcPts val="0"/>
              </a:spcAft>
              <a:buNone/>
            </a:pPr>
            <a:r>
              <a:t/>
            </a:r>
            <a:endParaRPr sz="1545"/>
          </a:p>
        </p:txBody>
      </p:sp>
      <p:sp>
        <p:nvSpPr>
          <p:cNvPr id="943" name="Google Shape;943;p72"/>
          <p:cNvSpPr/>
          <p:nvPr/>
        </p:nvSpPr>
        <p:spPr>
          <a:xfrm>
            <a:off x="332992" y="2967863"/>
            <a:ext cx="4675800" cy="1042200"/>
          </a:xfrm>
          <a:prstGeom prst="roundRect">
            <a:avLst>
              <a:gd fmla="val 22849" name="adj"/>
            </a:avLst>
          </a:prstGeom>
          <a:solidFill>
            <a:srgbClr val="282828"/>
          </a:solidFill>
          <a:ln>
            <a:noFill/>
          </a:ln>
        </p:spPr>
        <p:txBody>
          <a:bodyPr anchorCtr="0" anchor="ctr" bIns="100900" lIns="100900" spcFirstLastPara="1" rIns="100900" wrap="square" tIns="100900">
            <a:noAutofit/>
          </a:bodyPr>
          <a:lstStyle/>
          <a:p>
            <a:pPr indent="0" lvl="0" marL="0" rtl="0" algn="ctr">
              <a:spcBef>
                <a:spcPts val="0"/>
              </a:spcBef>
              <a:spcAft>
                <a:spcPts val="0"/>
              </a:spcAft>
              <a:buNone/>
            </a:pPr>
            <a:r>
              <a:t/>
            </a:r>
            <a:endParaRPr sz="1545"/>
          </a:p>
        </p:txBody>
      </p:sp>
      <p:sp>
        <p:nvSpPr>
          <p:cNvPr id="944" name="Google Shape;944;p72"/>
          <p:cNvSpPr/>
          <p:nvPr/>
        </p:nvSpPr>
        <p:spPr>
          <a:xfrm>
            <a:off x="323150" y="908275"/>
            <a:ext cx="4675800" cy="1029900"/>
          </a:xfrm>
          <a:prstGeom prst="roundRect">
            <a:avLst>
              <a:gd fmla="val 31124" name="adj"/>
            </a:avLst>
          </a:prstGeom>
          <a:solidFill>
            <a:srgbClr val="282828"/>
          </a:solidFill>
          <a:ln>
            <a:noFill/>
          </a:ln>
        </p:spPr>
        <p:txBody>
          <a:bodyPr anchorCtr="0" anchor="ctr" bIns="100900" lIns="100900" spcFirstLastPara="1" rIns="100900" wrap="square" tIns="100900">
            <a:noAutofit/>
          </a:bodyPr>
          <a:lstStyle/>
          <a:p>
            <a:pPr indent="0" lvl="0" marL="0" rtl="0" algn="ctr">
              <a:spcBef>
                <a:spcPts val="0"/>
              </a:spcBef>
              <a:spcAft>
                <a:spcPts val="0"/>
              </a:spcAft>
              <a:buNone/>
            </a:pPr>
            <a:r>
              <a:t/>
            </a:r>
            <a:endParaRPr sz="1545"/>
          </a:p>
        </p:txBody>
      </p:sp>
      <p:sp>
        <p:nvSpPr>
          <p:cNvPr id="945" name="Google Shape;945;p72"/>
          <p:cNvSpPr/>
          <p:nvPr/>
        </p:nvSpPr>
        <p:spPr>
          <a:xfrm>
            <a:off x="4993953" y="1937956"/>
            <a:ext cx="4675800" cy="1029900"/>
          </a:xfrm>
          <a:prstGeom prst="roundRect">
            <a:avLst>
              <a:gd fmla="val 24721" name="adj"/>
            </a:avLst>
          </a:prstGeom>
          <a:solidFill>
            <a:srgbClr val="282828"/>
          </a:solidFill>
          <a:ln>
            <a:noFill/>
          </a:ln>
        </p:spPr>
        <p:txBody>
          <a:bodyPr anchorCtr="0" anchor="ctr" bIns="100900" lIns="100900" spcFirstLastPara="1" rIns="100900" wrap="square" tIns="100900">
            <a:noAutofit/>
          </a:bodyPr>
          <a:lstStyle/>
          <a:p>
            <a:pPr indent="0" lvl="0" marL="0" rtl="0" algn="ctr">
              <a:spcBef>
                <a:spcPts val="0"/>
              </a:spcBef>
              <a:spcAft>
                <a:spcPts val="0"/>
              </a:spcAft>
              <a:buNone/>
            </a:pPr>
            <a:r>
              <a:t/>
            </a:r>
            <a:endParaRPr sz="1545"/>
          </a:p>
        </p:txBody>
      </p:sp>
      <p:sp>
        <p:nvSpPr>
          <p:cNvPr id="946" name="Google Shape;946;p72"/>
          <p:cNvSpPr/>
          <p:nvPr/>
        </p:nvSpPr>
        <p:spPr>
          <a:xfrm>
            <a:off x="4993953" y="2967863"/>
            <a:ext cx="4675800" cy="1042200"/>
          </a:xfrm>
          <a:prstGeom prst="roundRect">
            <a:avLst>
              <a:gd fmla="val 22849" name="adj"/>
            </a:avLst>
          </a:prstGeom>
          <a:solidFill>
            <a:srgbClr val="282828"/>
          </a:solidFill>
          <a:ln>
            <a:noFill/>
          </a:ln>
        </p:spPr>
        <p:txBody>
          <a:bodyPr anchorCtr="0" anchor="ctr" bIns="100900" lIns="100900" spcFirstLastPara="1" rIns="100900" wrap="square" tIns="100900">
            <a:noAutofit/>
          </a:bodyPr>
          <a:lstStyle/>
          <a:p>
            <a:pPr indent="0" lvl="0" marL="0" rtl="0" algn="ctr">
              <a:spcBef>
                <a:spcPts val="0"/>
              </a:spcBef>
              <a:spcAft>
                <a:spcPts val="0"/>
              </a:spcAft>
              <a:buNone/>
            </a:pPr>
            <a:r>
              <a:t/>
            </a:r>
            <a:endParaRPr sz="1545"/>
          </a:p>
        </p:txBody>
      </p:sp>
      <p:sp>
        <p:nvSpPr>
          <p:cNvPr id="947" name="Google Shape;947;p72"/>
          <p:cNvSpPr/>
          <p:nvPr/>
        </p:nvSpPr>
        <p:spPr>
          <a:xfrm>
            <a:off x="4984111" y="908275"/>
            <a:ext cx="4675800" cy="1029900"/>
          </a:xfrm>
          <a:prstGeom prst="roundRect">
            <a:avLst>
              <a:gd fmla="val 31124" name="adj"/>
            </a:avLst>
          </a:prstGeom>
          <a:solidFill>
            <a:srgbClr val="282828"/>
          </a:solidFill>
          <a:ln>
            <a:noFill/>
          </a:ln>
        </p:spPr>
        <p:txBody>
          <a:bodyPr anchorCtr="0" anchor="ctr" bIns="100900" lIns="100900" spcFirstLastPara="1" rIns="100900" wrap="square" tIns="100900">
            <a:noAutofit/>
          </a:bodyPr>
          <a:lstStyle/>
          <a:p>
            <a:pPr indent="0" lvl="0" marL="0" rtl="0" algn="ctr">
              <a:spcBef>
                <a:spcPts val="0"/>
              </a:spcBef>
              <a:spcAft>
                <a:spcPts val="0"/>
              </a:spcAft>
              <a:buNone/>
            </a:pPr>
            <a:r>
              <a:t/>
            </a:r>
            <a:endParaRPr sz="1545"/>
          </a:p>
        </p:txBody>
      </p:sp>
      <p:sp>
        <p:nvSpPr>
          <p:cNvPr id="948" name="Google Shape;948;p72"/>
          <p:cNvSpPr/>
          <p:nvPr/>
        </p:nvSpPr>
        <p:spPr>
          <a:xfrm>
            <a:off x="332992" y="4010275"/>
            <a:ext cx="4675800" cy="1042200"/>
          </a:xfrm>
          <a:prstGeom prst="roundRect">
            <a:avLst>
              <a:gd fmla="val 22849" name="adj"/>
            </a:avLst>
          </a:prstGeom>
          <a:solidFill>
            <a:srgbClr val="282828"/>
          </a:solidFill>
          <a:ln>
            <a:noFill/>
          </a:ln>
        </p:spPr>
        <p:txBody>
          <a:bodyPr anchorCtr="0" anchor="ctr" bIns="100900" lIns="100900" spcFirstLastPara="1" rIns="100900" wrap="square" tIns="100900">
            <a:noAutofit/>
          </a:bodyPr>
          <a:lstStyle/>
          <a:p>
            <a:pPr indent="0" lvl="0" marL="0" rtl="0" algn="ctr">
              <a:spcBef>
                <a:spcPts val="0"/>
              </a:spcBef>
              <a:spcAft>
                <a:spcPts val="0"/>
              </a:spcAft>
              <a:buNone/>
            </a:pPr>
            <a:r>
              <a:t/>
            </a:r>
            <a:endParaRPr sz="1545"/>
          </a:p>
        </p:txBody>
      </p:sp>
      <p:sp>
        <p:nvSpPr>
          <p:cNvPr id="949" name="Google Shape;949;p72"/>
          <p:cNvSpPr txBox="1"/>
          <p:nvPr/>
        </p:nvSpPr>
        <p:spPr>
          <a:xfrm>
            <a:off x="496813" y="1198113"/>
            <a:ext cx="4328400" cy="450000"/>
          </a:xfrm>
          <a:prstGeom prst="rect">
            <a:avLst/>
          </a:prstGeom>
          <a:noFill/>
          <a:ln>
            <a:noFill/>
          </a:ln>
        </p:spPr>
        <p:txBody>
          <a:bodyPr anchorCtr="0" anchor="t" bIns="100800" lIns="100800" spcFirstLastPara="1" rIns="100800" wrap="square" tIns="100800">
            <a:spAutoFit/>
          </a:bodyPr>
          <a:lstStyle/>
          <a:p>
            <a:pPr indent="0" lvl="0" marL="0" marR="0" rtl="0" algn="l">
              <a:lnSpc>
                <a:spcPct val="100000"/>
              </a:lnSpc>
              <a:spcBef>
                <a:spcPts val="0"/>
              </a:spcBef>
              <a:spcAft>
                <a:spcPts val="0"/>
              </a:spcAft>
              <a:buClr>
                <a:srgbClr val="000000"/>
              </a:buClr>
              <a:buSzPts val="1600"/>
              <a:buFont typeface="Arial"/>
              <a:buNone/>
            </a:pPr>
            <a:r>
              <a:rPr lang="uk" sz="1600">
                <a:solidFill>
                  <a:schemeClr val="lt1"/>
                </a:solidFill>
                <a:latin typeface="IBM Plex Sans"/>
                <a:ea typeface="IBM Plex Sans"/>
                <a:cs typeface="IBM Plex Sans"/>
                <a:sym typeface="IBM Plex Sans"/>
              </a:rPr>
              <a:t>Проблеми з достовірністю даних</a:t>
            </a:r>
            <a:endParaRPr sz="1600">
              <a:solidFill>
                <a:schemeClr val="lt1"/>
              </a:solidFill>
              <a:latin typeface="IBM Plex Sans"/>
              <a:ea typeface="IBM Plex Sans"/>
              <a:cs typeface="IBM Plex Sans"/>
              <a:sym typeface="IBM Plex Sans"/>
            </a:endParaRPr>
          </a:p>
        </p:txBody>
      </p:sp>
      <p:sp>
        <p:nvSpPr>
          <p:cNvPr id="950" name="Google Shape;950;p72"/>
          <p:cNvSpPr txBox="1"/>
          <p:nvPr/>
        </p:nvSpPr>
        <p:spPr>
          <a:xfrm>
            <a:off x="496813" y="2228025"/>
            <a:ext cx="4328400" cy="450000"/>
          </a:xfrm>
          <a:prstGeom prst="rect">
            <a:avLst/>
          </a:prstGeom>
          <a:noFill/>
          <a:ln>
            <a:noFill/>
          </a:ln>
        </p:spPr>
        <p:txBody>
          <a:bodyPr anchorCtr="0" anchor="t" bIns="100800" lIns="100800" spcFirstLastPara="1" rIns="100800" wrap="square" tIns="100800">
            <a:spAutoFit/>
          </a:bodyPr>
          <a:lstStyle/>
          <a:p>
            <a:pPr indent="0" lvl="0" marL="0" marR="0" rtl="0" algn="l">
              <a:lnSpc>
                <a:spcPct val="100000"/>
              </a:lnSpc>
              <a:spcBef>
                <a:spcPts val="0"/>
              </a:spcBef>
              <a:spcAft>
                <a:spcPts val="0"/>
              </a:spcAft>
              <a:buClr>
                <a:srgbClr val="000000"/>
              </a:buClr>
              <a:buSzPts val="1600"/>
              <a:buFont typeface="Arial"/>
              <a:buNone/>
            </a:pPr>
            <a:r>
              <a:rPr lang="uk" sz="1600">
                <a:solidFill>
                  <a:schemeClr val="lt1"/>
                </a:solidFill>
                <a:latin typeface="IBM Plex Sans"/>
                <a:ea typeface="IBM Plex Sans"/>
                <a:cs typeface="IBM Plex Sans"/>
                <a:sym typeface="IBM Plex Sans"/>
              </a:rPr>
              <a:t>Неоднозначність тлумачення</a:t>
            </a:r>
            <a:endParaRPr sz="1600">
              <a:solidFill>
                <a:schemeClr val="lt1"/>
              </a:solidFill>
              <a:latin typeface="IBM Plex Sans"/>
              <a:ea typeface="IBM Plex Sans"/>
              <a:cs typeface="IBM Plex Sans"/>
              <a:sym typeface="IBM Plex Sans"/>
            </a:endParaRPr>
          </a:p>
        </p:txBody>
      </p:sp>
      <p:sp>
        <p:nvSpPr>
          <p:cNvPr id="951" name="Google Shape;951;p72"/>
          <p:cNvSpPr txBox="1"/>
          <p:nvPr/>
        </p:nvSpPr>
        <p:spPr>
          <a:xfrm>
            <a:off x="496813" y="3140900"/>
            <a:ext cx="4328400" cy="696300"/>
          </a:xfrm>
          <a:prstGeom prst="rect">
            <a:avLst/>
          </a:prstGeom>
          <a:noFill/>
          <a:ln>
            <a:noFill/>
          </a:ln>
        </p:spPr>
        <p:txBody>
          <a:bodyPr anchorCtr="0" anchor="t" bIns="100800" lIns="100800" spcFirstLastPara="1" rIns="100800" wrap="square" tIns="100800">
            <a:spAutoFit/>
          </a:bodyPr>
          <a:lstStyle/>
          <a:p>
            <a:pPr indent="0" lvl="0" marL="0" marR="0" rtl="0" algn="l">
              <a:lnSpc>
                <a:spcPct val="100000"/>
              </a:lnSpc>
              <a:spcBef>
                <a:spcPts val="0"/>
              </a:spcBef>
              <a:spcAft>
                <a:spcPts val="0"/>
              </a:spcAft>
              <a:buClr>
                <a:srgbClr val="000000"/>
              </a:buClr>
              <a:buSzPts val="1600"/>
              <a:buFont typeface="Arial"/>
              <a:buNone/>
            </a:pPr>
            <a:r>
              <a:rPr lang="uk" sz="1600">
                <a:solidFill>
                  <a:schemeClr val="lt1"/>
                </a:solidFill>
                <a:latin typeface="IBM Plex Sans"/>
                <a:ea typeface="IBM Plex Sans"/>
                <a:cs typeface="IBM Plex Sans"/>
                <a:sym typeface="IBM Plex Sans"/>
              </a:rPr>
              <a:t>Вплив людського фактора та етичні аспекти</a:t>
            </a:r>
            <a:endParaRPr sz="1600">
              <a:solidFill>
                <a:schemeClr val="lt1"/>
              </a:solidFill>
              <a:latin typeface="IBM Plex Sans"/>
              <a:ea typeface="IBM Plex Sans"/>
              <a:cs typeface="IBM Plex Sans"/>
              <a:sym typeface="IBM Plex Sans"/>
            </a:endParaRPr>
          </a:p>
        </p:txBody>
      </p:sp>
      <p:sp>
        <p:nvSpPr>
          <p:cNvPr id="952" name="Google Shape;952;p72"/>
          <p:cNvSpPr txBox="1"/>
          <p:nvPr/>
        </p:nvSpPr>
        <p:spPr>
          <a:xfrm>
            <a:off x="496813" y="4132913"/>
            <a:ext cx="4328400" cy="942600"/>
          </a:xfrm>
          <a:prstGeom prst="rect">
            <a:avLst/>
          </a:prstGeom>
          <a:noFill/>
          <a:ln>
            <a:noFill/>
          </a:ln>
        </p:spPr>
        <p:txBody>
          <a:bodyPr anchorCtr="0" anchor="t" bIns="100800" lIns="100800" spcFirstLastPara="1" rIns="100800" wrap="square" tIns="100800">
            <a:spAutoFit/>
          </a:bodyPr>
          <a:lstStyle/>
          <a:p>
            <a:pPr indent="0" lvl="0" marL="0" marR="0" rtl="0" algn="l">
              <a:lnSpc>
                <a:spcPct val="100000"/>
              </a:lnSpc>
              <a:spcBef>
                <a:spcPts val="0"/>
              </a:spcBef>
              <a:spcAft>
                <a:spcPts val="0"/>
              </a:spcAft>
              <a:buClr>
                <a:srgbClr val="000000"/>
              </a:buClr>
              <a:buSzPts val="1600"/>
              <a:buFont typeface="Arial"/>
              <a:buNone/>
            </a:pPr>
            <a:r>
              <a:rPr lang="uk" sz="1600">
                <a:solidFill>
                  <a:schemeClr val="lt1"/>
                </a:solidFill>
                <a:latin typeface="IBM Plex Sans"/>
                <a:ea typeface="IBM Plex Sans"/>
                <a:cs typeface="IBM Plex Sans"/>
                <a:sym typeface="IBM Plex Sans"/>
              </a:rPr>
              <a:t>Якість даних: відкриті джерела можуть містити неточності, фальсифікації </a:t>
            </a:r>
            <a:endParaRPr sz="1600">
              <a:solidFill>
                <a:schemeClr val="lt1"/>
              </a:solidFill>
              <a:latin typeface="IBM Plex Sans"/>
              <a:ea typeface="IBM Plex Sans"/>
              <a:cs typeface="IBM Plex Sans"/>
              <a:sym typeface="IBM Plex Sans"/>
            </a:endParaRPr>
          </a:p>
          <a:p>
            <a:pPr indent="0" lvl="0" marL="0" marR="0" rtl="0" algn="l">
              <a:lnSpc>
                <a:spcPct val="100000"/>
              </a:lnSpc>
              <a:spcBef>
                <a:spcPts val="0"/>
              </a:spcBef>
              <a:spcAft>
                <a:spcPts val="0"/>
              </a:spcAft>
              <a:buClr>
                <a:srgbClr val="000000"/>
              </a:buClr>
              <a:buSzPts val="1600"/>
              <a:buFont typeface="Arial"/>
              <a:buNone/>
            </a:pPr>
            <a:r>
              <a:rPr lang="uk" sz="1600">
                <a:solidFill>
                  <a:schemeClr val="lt1"/>
                </a:solidFill>
                <a:latin typeface="IBM Plex Sans"/>
                <a:ea typeface="IBM Plex Sans"/>
                <a:cs typeface="IBM Plex Sans"/>
                <a:sym typeface="IBM Plex Sans"/>
              </a:rPr>
              <a:t>або бути неповними.</a:t>
            </a:r>
            <a:endParaRPr sz="1600">
              <a:solidFill>
                <a:schemeClr val="lt1"/>
              </a:solidFill>
              <a:latin typeface="IBM Plex Sans"/>
              <a:ea typeface="IBM Plex Sans"/>
              <a:cs typeface="IBM Plex Sans"/>
              <a:sym typeface="IBM Plex Sans"/>
            </a:endParaRPr>
          </a:p>
        </p:txBody>
      </p:sp>
      <p:sp>
        <p:nvSpPr>
          <p:cNvPr id="953" name="Google Shape;953;p72"/>
          <p:cNvSpPr txBox="1"/>
          <p:nvPr/>
        </p:nvSpPr>
        <p:spPr>
          <a:xfrm>
            <a:off x="5167620" y="951800"/>
            <a:ext cx="4328400" cy="942600"/>
          </a:xfrm>
          <a:prstGeom prst="rect">
            <a:avLst/>
          </a:prstGeom>
          <a:noFill/>
          <a:ln>
            <a:noFill/>
          </a:ln>
        </p:spPr>
        <p:txBody>
          <a:bodyPr anchorCtr="0" anchor="t" bIns="100800" lIns="100800" spcFirstLastPara="1" rIns="100800" wrap="square" tIns="100800">
            <a:spAutoFit/>
          </a:bodyPr>
          <a:lstStyle/>
          <a:p>
            <a:pPr indent="0" lvl="0" marL="0" marR="0" rtl="0" algn="l">
              <a:lnSpc>
                <a:spcPct val="100000"/>
              </a:lnSpc>
              <a:spcBef>
                <a:spcPts val="0"/>
              </a:spcBef>
              <a:spcAft>
                <a:spcPts val="0"/>
              </a:spcAft>
              <a:buClr>
                <a:srgbClr val="000000"/>
              </a:buClr>
              <a:buSzPts val="1600"/>
              <a:buFont typeface="Arial"/>
              <a:buNone/>
            </a:pPr>
            <a:r>
              <a:rPr lang="uk" sz="1600">
                <a:solidFill>
                  <a:schemeClr val="lt1"/>
                </a:solidFill>
                <a:latin typeface="IBM Plex Sans"/>
                <a:ea typeface="IBM Plex Sans"/>
                <a:cs typeface="IBM Plex Sans"/>
                <a:sym typeface="IBM Plex Sans"/>
              </a:rPr>
              <a:t>Семплінгова похибка: невелика або нерепрезентативна вибірка може </a:t>
            </a:r>
            <a:endParaRPr sz="1600">
              <a:solidFill>
                <a:schemeClr val="lt1"/>
              </a:solidFill>
              <a:latin typeface="IBM Plex Sans"/>
              <a:ea typeface="IBM Plex Sans"/>
              <a:cs typeface="IBM Plex Sans"/>
              <a:sym typeface="IBM Plex Sans"/>
            </a:endParaRPr>
          </a:p>
          <a:p>
            <a:pPr indent="0" lvl="0" marL="0" marR="0" rtl="0" algn="l">
              <a:lnSpc>
                <a:spcPct val="100000"/>
              </a:lnSpc>
              <a:spcBef>
                <a:spcPts val="0"/>
              </a:spcBef>
              <a:spcAft>
                <a:spcPts val="0"/>
              </a:spcAft>
              <a:buClr>
                <a:srgbClr val="000000"/>
              </a:buClr>
              <a:buSzPts val="1600"/>
              <a:buFont typeface="Arial"/>
              <a:buNone/>
            </a:pPr>
            <a:r>
              <a:rPr lang="uk" sz="1600">
                <a:solidFill>
                  <a:schemeClr val="lt1"/>
                </a:solidFill>
                <a:latin typeface="IBM Plex Sans"/>
                <a:ea typeface="IBM Plex Sans"/>
                <a:cs typeface="IBM Plex Sans"/>
                <a:sym typeface="IBM Plex Sans"/>
              </a:rPr>
              <a:t>призвести до неправильних висновків.</a:t>
            </a:r>
            <a:endParaRPr sz="1600">
              <a:solidFill>
                <a:schemeClr val="lt1"/>
              </a:solidFill>
              <a:latin typeface="IBM Plex Sans"/>
              <a:ea typeface="IBM Plex Sans"/>
              <a:cs typeface="IBM Plex Sans"/>
              <a:sym typeface="IBM Plex Sans"/>
            </a:endParaRPr>
          </a:p>
        </p:txBody>
      </p:sp>
      <p:sp>
        <p:nvSpPr>
          <p:cNvPr id="954" name="Google Shape;954;p72"/>
          <p:cNvSpPr txBox="1"/>
          <p:nvPr/>
        </p:nvSpPr>
        <p:spPr>
          <a:xfrm>
            <a:off x="5167620" y="2104875"/>
            <a:ext cx="4328400" cy="696300"/>
          </a:xfrm>
          <a:prstGeom prst="rect">
            <a:avLst/>
          </a:prstGeom>
          <a:noFill/>
          <a:ln>
            <a:noFill/>
          </a:ln>
        </p:spPr>
        <p:txBody>
          <a:bodyPr anchorCtr="0" anchor="t" bIns="100800" lIns="100800" spcFirstLastPara="1" rIns="100800" wrap="square" tIns="100800">
            <a:spAutoFit/>
          </a:bodyPr>
          <a:lstStyle/>
          <a:p>
            <a:pPr indent="0" lvl="0" marL="0" marR="0" rtl="0" algn="l">
              <a:lnSpc>
                <a:spcPct val="100000"/>
              </a:lnSpc>
              <a:spcBef>
                <a:spcPts val="0"/>
              </a:spcBef>
              <a:spcAft>
                <a:spcPts val="0"/>
              </a:spcAft>
              <a:buClr>
                <a:srgbClr val="000000"/>
              </a:buClr>
              <a:buSzPts val="1600"/>
              <a:buFont typeface="Arial"/>
              <a:buNone/>
            </a:pPr>
            <a:r>
              <a:rPr lang="uk" sz="1600">
                <a:solidFill>
                  <a:schemeClr val="lt1"/>
                </a:solidFill>
                <a:latin typeface="IBM Plex Sans"/>
                <a:ea typeface="IBM Plex Sans"/>
                <a:cs typeface="IBM Plex Sans"/>
                <a:sym typeface="IBM Plex Sans"/>
              </a:rPr>
              <a:t>Інтерпретаційні ризики: кореляція не означає причинно-наслідковий зв'язок.</a:t>
            </a:r>
            <a:endParaRPr sz="1600">
              <a:solidFill>
                <a:schemeClr val="lt1"/>
              </a:solidFill>
              <a:latin typeface="IBM Plex Sans"/>
              <a:ea typeface="IBM Plex Sans"/>
              <a:cs typeface="IBM Plex Sans"/>
              <a:sym typeface="IBM Plex Sans"/>
            </a:endParaRPr>
          </a:p>
        </p:txBody>
      </p:sp>
      <p:sp>
        <p:nvSpPr>
          <p:cNvPr id="955" name="Google Shape;955;p72"/>
          <p:cNvSpPr txBox="1"/>
          <p:nvPr/>
        </p:nvSpPr>
        <p:spPr>
          <a:xfrm>
            <a:off x="5167625" y="3156350"/>
            <a:ext cx="4814700" cy="665400"/>
          </a:xfrm>
          <a:prstGeom prst="rect">
            <a:avLst/>
          </a:prstGeom>
          <a:noFill/>
          <a:ln>
            <a:noFill/>
          </a:ln>
        </p:spPr>
        <p:txBody>
          <a:bodyPr anchorCtr="0" anchor="t" bIns="100800" lIns="100800" spcFirstLastPara="1" rIns="100800" wrap="square" tIns="100800">
            <a:spAutoFit/>
          </a:bodyPr>
          <a:lstStyle/>
          <a:p>
            <a:pPr indent="0" lvl="0" marL="0" marR="0" rtl="0" algn="l">
              <a:lnSpc>
                <a:spcPct val="100000"/>
              </a:lnSpc>
              <a:spcBef>
                <a:spcPts val="0"/>
              </a:spcBef>
              <a:spcAft>
                <a:spcPts val="0"/>
              </a:spcAft>
              <a:buClr>
                <a:srgbClr val="000000"/>
              </a:buClr>
              <a:buSzPts val="1600"/>
              <a:buFont typeface="Arial"/>
              <a:buNone/>
            </a:pPr>
            <a:r>
              <a:rPr lang="uk" sz="1500">
                <a:solidFill>
                  <a:schemeClr val="lt1"/>
                </a:solidFill>
                <a:latin typeface="IBM Plex Sans"/>
                <a:ea typeface="IBM Plex Sans"/>
                <a:cs typeface="IBM Plex Sans"/>
                <a:sym typeface="IBM Plex Sans"/>
              </a:rPr>
              <a:t>Етичні та правові обмеження: важливо враховувати конфіденційність, права людини.</a:t>
            </a:r>
            <a:endParaRPr sz="1500">
              <a:solidFill>
                <a:schemeClr val="lt1"/>
              </a:solidFill>
              <a:latin typeface="IBM Plex Sans"/>
              <a:ea typeface="IBM Plex Sans"/>
              <a:cs typeface="IBM Plex Sans"/>
              <a:sym typeface="IBM Plex Sans"/>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959" name="Shape 959"/>
        <p:cNvGrpSpPr/>
        <p:nvPr/>
      </p:nvGrpSpPr>
      <p:grpSpPr>
        <a:xfrm>
          <a:off x="0" y="0"/>
          <a:ext cx="0" cy="0"/>
          <a:chOff x="0" y="0"/>
          <a:chExt cx="0" cy="0"/>
        </a:xfrm>
      </p:grpSpPr>
      <p:sp>
        <p:nvSpPr>
          <p:cNvPr id="960" name="Google Shape;960;p73"/>
          <p:cNvSpPr/>
          <p:nvPr/>
        </p:nvSpPr>
        <p:spPr>
          <a:xfrm>
            <a:off x="238100" y="1208750"/>
            <a:ext cx="4709700" cy="1937700"/>
          </a:xfrm>
          <a:prstGeom prst="roundRect">
            <a:avLst>
              <a:gd fmla="val 20193" name="adj"/>
            </a:avLst>
          </a:prstGeom>
          <a:solidFill>
            <a:srgbClr val="282828"/>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181919"/>
              </a:solidFill>
              <a:latin typeface="Arial"/>
              <a:ea typeface="Arial"/>
              <a:cs typeface="Arial"/>
              <a:sym typeface="Arial"/>
            </a:endParaRPr>
          </a:p>
        </p:txBody>
      </p:sp>
      <p:sp>
        <p:nvSpPr>
          <p:cNvPr id="961" name="Google Shape;961;p73"/>
          <p:cNvSpPr/>
          <p:nvPr/>
        </p:nvSpPr>
        <p:spPr>
          <a:xfrm>
            <a:off x="4947734" y="1208750"/>
            <a:ext cx="4709700" cy="1937700"/>
          </a:xfrm>
          <a:prstGeom prst="roundRect">
            <a:avLst>
              <a:gd fmla="val 18565" name="adj"/>
            </a:avLst>
          </a:prstGeom>
          <a:solidFill>
            <a:srgbClr val="282828"/>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181919"/>
              </a:solidFill>
              <a:latin typeface="Arial"/>
              <a:ea typeface="Arial"/>
              <a:cs typeface="Arial"/>
              <a:sym typeface="Arial"/>
            </a:endParaRPr>
          </a:p>
        </p:txBody>
      </p:sp>
      <p:sp>
        <p:nvSpPr>
          <p:cNvPr id="962" name="Google Shape;962;p73"/>
          <p:cNvSpPr txBox="1"/>
          <p:nvPr/>
        </p:nvSpPr>
        <p:spPr>
          <a:xfrm>
            <a:off x="440896" y="2026694"/>
            <a:ext cx="4175700" cy="665400"/>
          </a:xfrm>
          <a:prstGeom prst="rect">
            <a:avLst/>
          </a:prstGeom>
          <a:noFill/>
          <a:ln>
            <a:noFill/>
          </a:ln>
        </p:spPr>
        <p:txBody>
          <a:bodyPr anchorCtr="0" anchor="t" bIns="100800" lIns="100800" spcFirstLastPara="1" rIns="100800" wrap="square" tIns="100800">
            <a:spAutoFit/>
          </a:bodyPr>
          <a:lstStyle/>
          <a:p>
            <a:pPr indent="0" lvl="0" marL="0" marR="0" rtl="0" algn="l">
              <a:lnSpc>
                <a:spcPct val="100000"/>
              </a:lnSpc>
              <a:spcBef>
                <a:spcPts val="0"/>
              </a:spcBef>
              <a:spcAft>
                <a:spcPts val="1100"/>
              </a:spcAft>
              <a:buClr>
                <a:srgbClr val="000000"/>
              </a:buClr>
              <a:buSzPts val="1500"/>
              <a:buFont typeface="Arial"/>
              <a:buNone/>
            </a:pPr>
            <a:r>
              <a:rPr b="0" i="0" lang="uk" sz="1500" u="none" cap="none" strike="noStrike">
                <a:solidFill>
                  <a:schemeClr val="lt1"/>
                </a:solidFill>
                <a:latin typeface="IBM Plex Sans"/>
                <a:ea typeface="IBM Plex Sans"/>
                <a:cs typeface="IBM Plex Sans"/>
                <a:sym typeface="IBM Plex Sans"/>
              </a:rPr>
              <a:t>Статистика ≠ відповідь, але вона допомагає ставити правильні запитання</a:t>
            </a:r>
            <a:endParaRPr b="0" i="0" sz="1500" u="none" cap="none" strike="noStrike">
              <a:solidFill>
                <a:schemeClr val="lt1"/>
              </a:solidFill>
              <a:latin typeface="IBM Plex Sans"/>
              <a:ea typeface="IBM Plex Sans"/>
              <a:cs typeface="IBM Plex Sans"/>
              <a:sym typeface="IBM Plex Sans"/>
            </a:endParaRPr>
          </a:p>
        </p:txBody>
      </p:sp>
      <p:sp>
        <p:nvSpPr>
          <p:cNvPr id="963" name="Google Shape;963;p73"/>
          <p:cNvSpPr txBox="1"/>
          <p:nvPr/>
        </p:nvSpPr>
        <p:spPr>
          <a:xfrm>
            <a:off x="440899" y="1431732"/>
            <a:ext cx="3330000" cy="5823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000" u="none" cap="none" strike="noStrike">
                <a:solidFill>
                  <a:srgbClr val="076CFC"/>
                </a:solidFill>
                <a:latin typeface="IBM Plex Mono SemiBold"/>
                <a:ea typeface="IBM Plex Mono SemiBold"/>
                <a:cs typeface="IBM Plex Mono SemiBold"/>
                <a:sym typeface="IBM Plex Mono SemiBold"/>
              </a:rPr>
              <a:t>01</a:t>
            </a:r>
            <a:endParaRPr b="0" i="0" sz="3000" u="none" cap="none" strike="noStrike">
              <a:solidFill>
                <a:srgbClr val="076CFC"/>
              </a:solidFill>
              <a:latin typeface="IBM Plex Mono SemiBold"/>
              <a:ea typeface="IBM Plex Mono SemiBold"/>
              <a:cs typeface="IBM Plex Mono SemiBold"/>
              <a:sym typeface="IBM Plex Mono SemiBold"/>
            </a:endParaRPr>
          </a:p>
        </p:txBody>
      </p:sp>
      <p:sp>
        <p:nvSpPr>
          <p:cNvPr id="964" name="Google Shape;964;p73"/>
          <p:cNvSpPr txBox="1"/>
          <p:nvPr/>
        </p:nvSpPr>
        <p:spPr>
          <a:xfrm>
            <a:off x="5093455" y="2026694"/>
            <a:ext cx="4261500" cy="665400"/>
          </a:xfrm>
          <a:prstGeom prst="rect">
            <a:avLst/>
          </a:prstGeom>
          <a:noFill/>
          <a:ln>
            <a:noFill/>
          </a:ln>
        </p:spPr>
        <p:txBody>
          <a:bodyPr anchorCtr="0" anchor="t" bIns="100800" lIns="100800" spcFirstLastPara="1" rIns="100800" wrap="square" tIns="100800">
            <a:spAutoFit/>
          </a:bodyPr>
          <a:lstStyle/>
          <a:p>
            <a:pPr indent="0" lvl="0" marL="0" marR="0" rtl="0" algn="l">
              <a:lnSpc>
                <a:spcPct val="100000"/>
              </a:lnSpc>
              <a:spcBef>
                <a:spcPts val="0"/>
              </a:spcBef>
              <a:spcAft>
                <a:spcPts val="1100"/>
              </a:spcAft>
              <a:buClr>
                <a:srgbClr val="000000"/>
              </a:buClr>
              <a:buSzPts val="1500"/>
              <a:buFont typeface="Arial"/>
              <a:buNone/>
            </a:pPr>
            <a:r>
              <a:rPr b="0" i="0" lang="uk" sz="1500" u="none" cap="none" strike="noStrike">
                <a:solidFill>
                  <a:schemeClr val="lt1"/>
                </a:solidFill>
                <a:latin typeface="IBM Plex Sans"/>
                <a:ea typeface="IBM Plex Sans"/>
                <a:cs typeface="IBM Plex Sans"/>
                <a:sym typeface="IBM Plex Sans"/>
              </a:rPr>
              <a:t>Статистичні методи — потужний інструмент у руках аналітика</a:t>
            </a:r>
            <a:endParaRPr b="0" i="0" sz="1500" u="none" cap="none" strike="noStrike">
              <a:solidFill>
                <a:schemeClr val="lt1"/>
              </a:solidFill>
              <a:latin typeface="IBM Plex Sans"/>
              <a:ea typeface="IBM Plex Sans"/>
              <a:cs typeface="IBM Plex Sans"/>
              <a:sym typeface="IBM Plex Sans"/>
            </a:endParaRPr>
          </a:p>
        </p:txBody>
      </p:sp>
      <p:sp>
        <p:nvSpPr>
          <p:cNvPr id="965" name="Google Shape;965;p73"/>
          <p:cNvSpPr txBox="1"/>
          <p:nvPr/>
        </p:nvSpPr>
        <p:spPr>
          <a:xfrm>
            <a:off x="5175125" y="1431711"/>
            <a:ext cx="3485700" cy="5823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000" u="none" cap="none" strike="noStrike">
                <a:solidFill>
                  <a:srgbClr val="076CFC"/>
                </a:solidFill>
                <a:latin typeface="IBM Plex Mono SemiBold"/>
                <a:ea typeface="IBM Plex Mono SemiBold"/>
                <a:cs typeface="IBM Plex Mono SemiBold"/>
                <a:sym typeface="IBM Plex Mono SemiBold"/>
              </a:rPr>
              <a:t>02</a:t>
            </a:r>
            <a:endParaRPr b="0" i="0" sz="3000" u="none" cap="none" strike="noStrike">
              <a:solidFill>
                <a:srgbClr val="076CFC"/>
              </a:solidFill>
              <a:latin typeface="IBM Plex Mono SemiBold"/>
              <a:ea typeface="IBM Plex Mono SemiBold"/>
              <a:cs typeface="IBM Plex Mono SemiBold"/>
              <a:sym typeface="IBM Plex Mono SemiBold"/>
            </a:endParaRPr>
          </a:p>
        </p:txBody>
      </p:sp>
      <p:sp>
        <p:nvSpPr>
          <p:cNvPr id="966" name="Google Shape;966;p73"/>
          <p:cNvSpPr txBox="1"/>
          <p:nvPr/>
        </p:nvSpPr>
        <p:spPr>
          <a:xfrm>
            <a:off x="238097" y="144548"/>
            <a:ext cx="9564900" cy="4734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rgbClr val="000000"/>
              </a:buClr>
              <a:buSzPts val="1200"/>
              <a:buFont typeface="Arial"/>
              <a:buNone/>
            </a:pPr>
            <a:r>
              <a:rPr b="0" i="0" lang="uk" sz="3300" u="none" cap="none" strike="noStrike">
                <a:solidFill>
                  <a:srgbClr val="E5E8EC"/>
                </a:solidFill>
                <a:latin typeface="IBM Plex Mono SemiBold"/>
                <a:ea typeface="IBM Plex Mono SemiBold"/>
                <a:cs typeface="IBM Plex Mono SemiBold"/>
                <a:sym typeface="IBM Plex Mono SemiBold"/>
              </a:rPr>
              <a:t>ВИСНОВКИ</a:t>
            </a:r>
            <a:endParaRPr b="0" i="0" sz="3300" u="none" cap="none" strike="noStrike">
              <a:solidFill>
                <a:srgbClr val="E5E8EC"/>
              </a:solidFill>
              <a:latin typeface="IBM Plex Mono SemiBold"/>
              <a:ea typeface="IBM Plex Mono SemiBold"/>
              <a:cs typeface="IBM Plex Mono SemiBold"/>
              <a:sym typeface="IBM Plex Mono SemiBold"/>
            </a:endParaRPr>
          </a:p>
          <a:p>
            <a:pPr indent="0" lvl="0" marL="0" marR="0" rtl="0" algn="l">
              <a:lnSpc>
                <a:spcPct val="100000"/>
              </a:lnSpc>
              <a:spcBef>
                <a:spcPts val="0"/>
              </a:spcBef>
              <a:spcAft>
                <a:spcPts val="0"/>
              </a:spcAft>
              <a:buClr>
                <a:srgbClr val="000000"/>
              </a:buClr>
              <a:buSzPts val="1200"/>
              <a:buFont typeface="Arial"/>
              <a:buNone/>
            </a:pPr>
            <a:r>
              <a:t/>
            </a:r>
            <a:endParaRPr b="0" i="0" sz="3300" u="none" cap="none" strike="noStrike">
              <a:solidFill>
                <a:srgbClr val="E5E8EC"/>
              </a:solidFill>
              <a:latin typeface="IBM Plex Mono SemiBold"/>
              <a:ea typeface="IBM Plex Mono SemiBold"/>
              <a:cs typeface="IBM Plex Mono SemiBold"/>
              <a:sym typeface="IBM Plex Mono SemiBold"/>
            </a:endParaRPr>
          </a:p>
        </p:txBody>
      </p:sp>
      <p:sp>
        <p:nvSpPr>
          <p:cNvPr id="967" name="Google Shape;967;p73"/>
          <p:cNvSpPr/>
          <p:nvPr/>
        </p:nvSpPr>
        <p:spPr>
          <a:xfrm>
            <a:off x="238100" y="3146445"/>
            <a:ext cx="4709700" cy="1791600"/>
          </a:xfrm>
          <a:prstGeom prst="roundRect">
            <a:avLst>
              <a:gd fmla="val 15782" name="adj"/>
            </a:avLst>
          </a:prstGeom>
          <a:solidFill>
            <a:srgbClr val="282828"/>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181919"/>
              </a:solidFill>
              <a:latin typeface="Arial"/>
              <a:ea typeface="Arial"/>
              <a:cs typeface="Arial"/>
              <a:sym typeface="Arial"/>
            </a:endParaRPr>
          </a:p>
        </p:txBody>
      </p:sp>
      <p:sp>
        <p:nvSpPr>
          <p:cNvPr id="968" name="Google Shape;968;p73"/>
          <p:cNvSpPr/>
          <p:nvPr/>
        </p:nvSpPr>
        <p:spPr>
          <a:xfrm>
            <a:off x="4947734" y="3146445"/>
            <a:ext cx="4709700" cy="1791600"/>
          </a:xfrm>
          <a:prstGeom prst="roundRect">
            <a:avLst>
              <a:gd fmla="val 17636" name="adj"/>
            </a:avLst>
          </a:prstGeom>
          <a:solidFill>
            <a:srgbClr val="282828"/>
          </a:solidFill>
          <a:ln>
            <a:noFill/>
          </a:ln>
        </p:spPr>
        <p:txBody>
          <a:bodyPr anchorCtr="0" anchor="ctr" bIns="100800" lIns="100800" spcFirstLastPara="1" rIns="100800" wrap="square" tIns="1008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181919"/>
              </a:solidFill>
              <a:latin typeface="Arial"/>
              <a:ea typeface="Arial"/>
              <a:cs typeface="Arial"/>
              <a:sym typeface="Arial"/>
            </a:endParaRPr>
          </a:p>
        </p:txBody>
      </p:sp>
      <p:sp>
        <p:nvSpPr>
          <p:cNvPr id="969" name="Google Shape;969;p73"/>
          <p:cNvSpPr txBox="1"/>
          <p:nvPr/>
        </p:nvSpPr>
        <p:spPr>
          <a:xfrm>
            <a:off x="440896" y="3964390"/>
            <a:ext cx="4175700" cy="665400"/>
          </a:xfrm>
          <a:prstGeom prst="rect">
            <a:avLst/>
          </a:prstGeom>
          <a:noFill/>
          <a:ln>
            <a:noFill/>
          </a:ln>
        </p:spPr>
        <p:txBody>
          <a:bodyPr anchorCtr="0" anchor="t" bIns="100800" lIns="100800" spcFirstLastPara="1" rIns="100800" wrap="square" tIns="100800">
            <a:spAutoFit/>
          </a:bodyPr>
          <a:lstStyle/>
          <a:p>
            <a:pPr indent="0" lvl="0" marL="0" marR="0" rtl="0" algn="l">
              <a:lnSpc>
                <a:spcPct val="100000"/>
              </a:lnSpc>
              <a:spcBef>
                <a:spcPts val="0"/>
              </a:spcBef>
              <a:spcAft>
                <a:spcPts val="1100"/>
              </a:spcAft>
              <a:buClr>
                <a:srgbClr val="000000"/>
              </a:buClr>
              <a:buSzPts val="1500"/>
              <a:buFont typeface="Arial"/>
              <a:buNone/>
            </a:pPr>
            <a:r>
              <a:rPr b="0" i="0" lang="uk" sz="1500" u="none" cap="none" strike="noStrike">
                <a:solidFill>
                  <a:schemeClr val="lt1"/>
                </a:solidFill>
                <a:latin typeface="IBM Plex Sans"/>
                <a:ea typeface="IBM Plex Sans"/>
                <a:cs typeface="IBM Plex Sans"/>
                <a:sym typeface="IBM Plex Sans"/>
              </a:rPr>
              <a:t>Перспективи розвитку: поєднання з AI/ML для автоматизації аналізу</a:t>
            </a:r>
            <a:endParaRPr b="0" i="0" sz="1500" u="none" cap="none" strike="noStrike">
              <a:solidFill>
                <a:schemeClr val="lt1"/>
              </a:solidFill>
              <a:latin typeface="IBM Plex Sans"/>
              <a:ea typeface="IBM Plex Sans"/>
              <a:cs typeface="IBM Plex Sans"/>
              <a:sym typeface="IBM Plex Sans"/>
            </a:endParaRPr>
          </a:p>
        </p:txBody>
      </p:sp>
      <p:sp>
        <p:nvSpPr>
          <p:cNvPr id="970" name="Google Shape;970;p73"/>
          <p:cNvSpPr txBox="1"/>
          <p:nvPr/>
        </p:nvSpPr>
        <p:spPr>
          <a:xfrm>
            <a:off x="440899" y="3369427"/>
            <a:ext cx="3330000" cy="5823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000" u="none" cap="none" strike="noStrike">
                <a:solidFill>
                  <a:srgbClr val="076CFC"/>
                </a:solidFill>
                <a:latin typeface="IBM Plex Mono SemiBold"/>
                <a:ea typeface="IBM Plex Mono SemiBold"/>
                <a:cs typeface="IBM Plex Mono SemiBold"/>
                <a:sym typeface="IBM Plex Mono SemiBold"/>
              </a:rPr>
              <a:t>03</a:t>
            </a:r>
            <a:endParaRPr b="0" i="0" sz="3000" u="none" cap="none" strike="noStrike">
              <a:solidFill>
                <a:srgbClr val="076CFC"/>
              </a:solidFill>
              <a:latin typeface="IBM Plex Mono SemiBold"/>
              <a:ea typeface="IBM Plex Mono SemiBold"/>
              <a:cs typeface="IBM Plex Mono SemiBold"/>
              <a:sym typeface="IBM Plex Mono SemiBold"/>
            </a:endParaRPr>
          </a:p>
        </p:txBody>
      </p:sp>
      <p:sp>
        <p:nvSpPr>
          <p:cNvPr id="971" name="Google Shape;971;p73"/>
          <p:cNvSpPr txBox="1"/>
          <p:nvPr/>
        </p:nvSpPr>
        <p:spPr>
          <a:xfrm>
            <a:off x="5093455" y="3964390"/>
            <a:ext cx="4326000" cy="806400"/>
          </a:xfrm>
          <a:prstGeom prst="rect">
            <a:avLst/>
          </a:prstGeom>
          <a:noFill/>
          <a:ln>
            <a:noFill/>
          </a:ln>
        </p:spPr>
        <p:txBody>
          <a:bodyPr anchorCtr="0" anchor="t" bIns="100800" lIns="100800" spcFirstLastPara="1" rIns="100800" wrap="square" tIns="100800">
            <a:spAutoFit/>
          </a:bodyPr>
          <a:lstStyle/>
          <a:p>
            <a:pPr indent="0" lvl="0" marL="0" marR="0" rtl="0" algn="l">
              <a:lnSpc>
                <a:spcPct val="100000"/>
              </a:lnSpc>
              <a:spcBef>
                <a:spcPts val="0"/>
              </a:spcBef>
              <a:spcAft>
                <a:spcPts val="0"/>
              </a:spcAft>
              <a:buClr>
                <a:srgbClr val="000000"/>
              </a:buClr>
              <a:buSzPts val="1500"/>
              <a:buFont typeface="Arial"/>
              <a:buNone/>
            </a:pPr>
            <a:r>
              <a:rPr b="0" i="0" lang="uk" sz="1500" u="none" cap="none" strike="noStrike">
                <a:solidFill>
                  <a:schemeClr val="lt1"/>
                </a:solidFill>
                <a:latin typeface="IBM Plex Sans"/>
                <a:ea typeface="IBM Plex Sans"/>
                <a:cs typeface="IBM Plex Sans"/>
                <a:sym typeface="IBM Plex Sans"/>
              </a:rPr>
              <a:t>Приклади продуктів</a:t>
            </a:r>
            <a:endParaRPr b="0" i="0" sz="1500" u="none" cap="none" strike="noStrike">
              <a:solidFill>
                <a:schemeClr val="lt1"/>
              </a:solidFill>
              <a:latin typeface="IBM Plex Sans"/>
              <a:ea typeface="IBM Plex Sans"/>
              <a:cs typeface="IBM Plex Sans"/>
              <a:sym typeface="IBM Plex Sans"/>
            </a:endParaRPr>
          </a:p>
          <a:p>
            <a:pPr indent="0" lvl="0" marL="0" marR="0" rtl="0" algn="l">
              <a:lnSpc>
                <a:spcPct val="100000"/>
              </a:lnSpc>
              <a:spcBef>
                <a:spcPts val="1100"/>
              </a:spcBef>
              <a:spcAft>
                <a:spcPts val="1100"/>
              </a:spcAft>
              <a:buClr>
                <a:srgbClr val="000000"/>
              </a:buClr>
              <a:buSzPts val="1500"/>
              <a:buFont typeface="Arial"/>
              <a:buNone/>
            </a:pPr>
            <a:r>
              <a:t/>
            </a:r>
            <a:endParaRPr b="0" i="0" sz="1500" u="none" cap="none" strike="noStrike">
              <a:solidFill>
                <a:schemeClr val="lt1"/>
              </a:solidFill>
              <a:latin typeface="IBM Plex Sans"/>
              <a:ea typeface="IBM Plex Sans"/>
              <a:cs typeface="IBM Plex Sans"/>
              <a:sym typeface="IBM Plex Sans"/>
            </a:endParaRPr>
          </a:p>
        </p:txBody>
      </p:sp>
      <p:sp>
        <p:nvSpPr>
          <p:cNvPr id="972" name="Google Shape;972;p73"/>
          <p:cNvSpPr txBox="1"/>
          <p:nvPr/>
        </p:nvSpPr>
        <p:spPr>
          <a:xfrm>
            <a:off x="5084261" y="3369407"/>
            <a:ext cx="3485700" cy="582300"/>
          </a:xfrm>
          <a:prstGeom prst="rect">
            <a:avLst/>
          </a:prstGeom>
          <a:noFill/>
          <a:ln>
            <a:noFill/>
          </a:ln>
        </p:spPr>
        <p:txBody>
          <a:bodyPr anchorCtr="0" anchor="t" bIns="75600" lIns="75600" spcFirstLastPara="1" rIns="75600" wrap="square" tIns="75600">
            <a:noAutofit/>
          </a:bodyPr>
          <a:lstStyle/>
          <a:p>
            <a:pPr indent="0" lvl="0" marL="0" marR="0" rtl="0" algn="l">
              <a:lnSpc>
                <a:spcPct val="100000"/>
              </a:lnSpc>
              <a:spcBef>
                <a:spcPts val="0"/>
              </a:spcBef>
              <a:spcAft>
                <a:spcPts val="0"/>
              </a:spcAft>
              <a:buClr>
                <a:schemeClr val="dk1"/>
              </a:buClr>
              <a:buSzPts val="1200"/>
              <a:buFont typeface="Arial"/>
              <a:buNone/>
            </a:pPr>
            <a:r>
              <a:rPr b="0" i="0" lang="uk" sz="3000" u="none" cap="none" strike="noStrike">
                <a:solidFill>
                  <a:srgbClr val="076CFC"/>
                </a:solidFill>
                <a:latin typeface="IBM Plex Mono SemiBold"/>
                <a:ea typeface="IBM Plex Mono SemiBold"/>
                <a:cs typeface="IBM Plex Mono SemiBold"/>
                <a:sym typeface="IBM Plex Mono SemiBold"/>
              </a:rPr>
              <a:t>04</a:t>
            </a:r>
            <a:endParaRPr b="0" i="0" sz="3000" u="none" cap="none" strike="noStrike">
              <a:solidFill>
                <a:srgbClr val="076CFC"/>
              </a:solidFill>
              <a:latin typeface="IBM Plex Mono SemiBold"/>
              <a:ea typeface="IBM Plex Mono SemiBold"/>
              <a:cs typeface="IBM Plex Mono SemiBold"/>
              <a:sym typeface="IBM Plex Mono SemiBold"/>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76" name="Shape 976"/>
        <p:cNvGrpSpPr/>
        <p:nvPr/>
      </p:nvGrpSpPr>
      <p:grpSpPr>
        <a:xfrm>
          <a:off x="0" y="0"/>
          <a:ext cx="0" cy="0"/>
          <a:chOff x="0" y="0"/>
          <a:chExt cx="0" cy="0"/>
        </a:xfrm>
      </p:grpSpPr>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80" name="Shape 980"/>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